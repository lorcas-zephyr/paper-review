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0" r:id="rId3"/>
    <p:sldId id="294" r:id="rId4"/>
    <p:sldId id="316" r:id="rId5"/>
    <p:sldId id="435" r:id="rId6"/>
    <p:sldId id="300" r:id="rId7"/>
    <p:sldId id="296" r:id="rId8"/>
    <p:sldId id="324" r:id="rId9"/>
    <p:sldId id="321" r:id="rId10"/>
    <p:sldId id="437" r:id="rId11"/>
    <p:sldId id="444" r:id="rId12"/>
    <p:sldId id="445" r:id="rId13"/>
    <p:sldId id="295" r:id="rId14"/>
    <p:sldId id="440" r:id="rId15"/>
    <p:sldId id="317" r:id="rId16"/>
    <p:sldId id="439" r:id="rId17"/>
    <p:sldId id="322" r:id="rId18"/>
    <p:sldId id="438" r:id="rId19"/>
    <p:sldId id="320" r:id="rId20"/>
    <p:sldId id="441" r:id="rId21"/>
    <p:sldId id="323" r:id="rId22"/>
    <p:sldId id="442" r:id="rId23"/>
    <p:sldId id="443" r:id="rId24"/>
    <p:sldId id="31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F7F7F"/>
    <a:srgbClr val="0170BD"/>
    <a:srgbClr val="595959"/>
    <a:srgbClr val="1C4987"/>
    <a:srgbClr val="F2F2F2"/>
    <a:srgbClr val="014099"/>
    <a:srgbClr val="016FBD"/>
    <a:srgbClr val="FF7C80"/>
    <a:srgbClr val="153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84997" autoAdjust="0"/>
  </p:normalViewPr>
  <p:slideViewPr>
    <p:cSldViewPr snapToGrid="0">
      <p:cViewPr varScale="1">
        <p:scale>
          <a:sx n="101" d="100"/>
          <a:sy n="101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2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316AC-052E-40B7-9486-8B03B86AE9E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7F682-55B2-4329-AC2C-A10F5E2B5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FBB6-CB90-492C-AA87-DA57C090CB1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A390-5084-4A90-8F0B-742CA5BE78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079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A68F-19DD-4991-E42B-91A70442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B7C36-DB9C-9047-4FFF-74735EE41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6237EF-20DE-9EC3-42DF-67F927AAE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41469E-4187-C0D4-6E31-C6F7B2AD2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638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93FD-695B-10CA-DEE5-DA902E64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0D46A3-42DF-BE1D-57E3-13E89FA72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25E2A7-52DE-DA7E-767B-6F294203B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78C17-12B3-22F3-424A-A2BC4C51D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71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BC8F-C84A-8531-310E-89389022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F87874-EF2C-DFAA-D063-2C07677B2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E327F1-E54D-3154-8482-22F7F60DF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213422-441F-C61D-B824-16DCCBB9B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827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40A0-2BEB-4B08-1427-8F9430D1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E64816-61A6-2B69-1AC3-7DC9B4683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7FFC58-C085-5432-3039-DBD50231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47006-FA01-0032-72D3-1D6783411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18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F2BA-665D-2451-3C57-9EAA1360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D7AD99-7B90-E830-7F76-AA8EBF361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35F7FA-C138-0E5C-F545-8C15BC7EE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CA318-FF78-DB9F-07FA-53033CD2A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10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8B0F-91F7-E10A-7051-9C935AB8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CB889E-97F2-4F9C-654A-73A9C931B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BC7245-0907-3EA9-6F8F-6530F1B59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D4DDB5-8159-D733-46DE-1FDFFE312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065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44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97D0-DD2A-99C1-4B25-CC1A356B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78724C-A5CA-C79F-DF94-C3D86C572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985841-EFB2-73F0-BC7F-3107DA29E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9AF4BA-5B11-5288-BBA3-6DE390210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517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15BB-CE28-93A8-D598-DAA44E49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EEC2CF-540F-305C-A3FE-B988B3FED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115D14-A927-4446-96DC-04493BA4F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75E651-4212-40BC-EDAF-3A88503E9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156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3AC7-CF5D-A59C-921A-C327AA13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2112D0-1393-4DB3-5F89-746FE07B9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0865F1-2731-17BE-DF66-4D3967326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E32706-D8C3-0B73-6FFE-D30731DA40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243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5F5E-E526-41E5-973B-2FB6A3FDEC8D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0BD-E06F-4E15-B8DD-0912AA8EDC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80002" y="761221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3139" y="2111518"/>
            <a:ext cx="102731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硕博论文质量智能评价方法</a:t>
            </a:r>
            <a:endParaRPr lang="en-US" altLang="zh-CN" sz="5400" b="1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  <a:p>
            <a:pPr algn="r"/>
            <a:r>
              <a:rPr lang="en-US" altLang="zh-CN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——</a:t>
            </a:r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大创立项答辩</a:t>
            </a: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4015338"/>
            <a:ext cx="500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>
                <a:solidFill>
                  <a:srgbClr val="0170BD"/>
                </a:solidFill>
              </a:rPr>
              <a:t>软件学院</a:t>
            </a:r>
            <a:r>
              <a:rPr lang="en-US" altLang="zh-CN" sz="2400" b="0" dirty="0">
                <a:solidFill>
                  <a:srgbClr val="0170BD"/>
                </a:solidFill>
              </a:rPr>
              <a:t>RB032501</a:t>
            </a:r>
            <a:r>
              <a:rPr lang="zh-CN" altLang="en-US" sz="2400" b="0" dirty="0">
                <a:solidFill>
                  <a:srgbClr val="0170BD"/>
                </a:solidFill>
              </a:rPr>
              <a:t>班</a:t>
            </a:r>
            <a:endParaRPr lang="en-US" altLang="zh-CN" sz="2400" b="0" dirty="0">
              <a:solidFill>
                <a:srgbClr val="0170BD"/>
              </a:solidFill>
            </a:endParaRP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4015338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4015338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16948" y="46865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答辩学生：周煊博</a:t>
            </a: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041360" y="5155028"/>
            <a:ext cx="2126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指导老师：马春燕</a:t>
            </a: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8867" y="5623529"/>
            <a:ext cx="24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2026 . 05 . 11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36139" y="2171195"/>
            <a:ext cx="991749" cy="991749"/>
            <a:chOff x="2414587" y="2452686"/>
            <a:chExt cx="743812" cy="743812"/>
          </a:xfrm>
        </p:grpSpPr>
        <p:grpSp>
          <p:nvGrpSpPr>
            <p:cNvPr id="22" name="组合 21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31" name="矩形 30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矩形 31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0" name="矩形 29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" name="文本框 1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2527888" y="2419132"/>
            <a:ext cx="2945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项目简介与立题依据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979657" y="453175"/>
            <a:ext cx="4232686" cy="1312166"/>
            <a:chOff x="3543014" y="542045"/>
            <a:chExt cx="4232686" cy="1312166"/>
          </a:xfrm>
        </p:grpSpPr>
        <p:sp>
          <p:nvSpPr>
            <p:cNvPr id="21" name="文本框 20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5950582" y="686944"/>
              <a:ext cx="1825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spc="300" dirty="0">
                  <a:solidFill>
                    <a:srgbClr val="0170BD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rPr>
                <a:t>目录</a:t>
              </a:r>
            </a:p>
          </p:txBody>
        </p:sp>
        <p:grpSp>
          <p:nvGrpSpPr>
            <p:cNvPr id="37" name="组合 36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GrpSpPr/>
            <p:nvPr/>
          </p:nvGrpSpPr>
          <p:grpSpPr>
            <a:xfrm>
              <a:off x="3543014" y="542045"/>
              <a:ext cx="2354215" cy="1312166"/>
              <a:chOff x="0" y="3010281"/>
              <a:chExt cx="6441740" cy="3704871"/>
            </a:xfrm>
          </p:grpSpPr>
          <p:sp>
            <p:nvSpPr>
              <p:cNvPr id="39" name="Freeform 5"/>
              <p:cNvSpPr/>
              <p:nvPr/>
            </p:nvSpPr>
            <p:spPr bwMode="auto">
              <a:xfrm>
                <a:off x="1136453" y="4233751"/>
                <a:ext cx="4196555" cy="2481401"/>
              </a:xfrm>
              <a:custGeom>
                <a:avLst/>
                <a:gdLst>
                  <a:gd name="T0" fmla="*/ 757 w 757"/>
                  <a:gd name="T1" fmla="*/ 322 h 432"/>
                  <a:gd name="T2" fmla="*/ 380 w 757"/>
                  <a:gd name="T3" fmla="*/ 432 h 432"/>
                  <a:gd name="T4" fmla="*/ 0 w 757"/>
                  <a:gd name="T5" fmla="*/ 322 h 432"/>
                  <a:gd name="T6" fmla="*/ 77 w 757"/>
                  <a:gd name="T7" fmla="*/ 0 h 432"/>
                  <a:gd name="T8" fmla="*/ 678 w 757"/>
                  <a:gd name="T9" fmla="*/ 0 h 432"/>
                  <a:gd name="T10" fmla="*/ 757 w 757"/>
                  <a:gd name="T11" fmla="*/ 32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7" h="432">
                    <a:moveTo>
                      <a:pt x="757" y="322"/>
                    </a:moveTo>
                    <a:lnTo>
                      <a:pt x="380" y="432"/>
                    </a:lnTo>
                    <a:lnTo>
                      <a:pt x="0" y="322"/>
                    </a:lnTo>
                    <a:lnTo>
                      <a:pt x="77" y="0"/>
                    </a:lnTo>
                    <a:lnTo>
                      <a:pt x="678" y="0"/>
                    </a:lnTo>
                    <a:lnTo>
                      <a:pt x="757" y="322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Freeform 7"/>
              <p:cNvSpPr/>
              <p:nvPr/>
            </p:nvSpPr>
            <p:spPr bwMode="auto">
              <a:xfrm>
                <a:off x="0" y="3010281"/>
                <a:ext cx="6441736" cy="2067834"/>
              </a:xfrm>
              <a:custGeom>
                <a:avLst/>
                <a:gdLst>
                  <a:gd name="T0" fmla="*/ 1162 w 1162"/>
                  <a:gd name="T1" fmla="*/ 128 h 360"/>
                  <a:gd name="T2" fmla="*/ 581 w 1162"/>
                  <a:gd name="T3" fmla="*/ 0 h 360"/>
                  <a:gd name="T4" fmla="*/ 0 w 1162"/>
                  <a:gd name="T5" fmla="*/ 128 h 360"/>
                  <a:gd name="T6" fmla="*/ 0 w 1162"/>
                  <a:gd name="T7" fmla="*/ 185 h 360"/>
                  <a:gd name="T8" fmla="*/ 581 w 1162"/>
                  <a:gd name="T9" fmla="*/ 360 h 360"/>
                  <a:gd name="T10" fmla="*/ 1162 w 1162"/>
                  <a:gd name="T11" fmla="*/ 185 h 360"/>
                  <a:gd name="T12" fmla="*/ 1162 w 1162"/>
                  <a:gd name="T13" fmla="*/ 128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62" h="360">
                    <a:moveTo>
                      <a:pt x="1162" y="128"/>
                    </a:moveTo>
                    <a:lnTo>
                      <a:pt x="581" y="0"/>
                    </a:lnTo>
                    <a:lnTo>
                      <a:pt x="0" y="128"/>
                    </a:lnTo>
                    <a:lnTo>
                      <a:pt x="0" y="185"/>
                    </a:lnTo>
                    <a:lnTo>
                      <a:pt x="581" y="360"/>
                    </a:lnTo>
                    <a:lnTo>
                      <a:pt x="1162" y="185"/>
                    </a:lnTo>
                    <a:lnTo>
                      <a:pt x="1162" y="128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6633" y="3010281"/>
                <a:ext cx="6425107" cy="1757659"/>
              </a:xfrm>
              <a:custGeom>
                <a:avLst/>
                <a:gdLst>
                  <a:gd name="T0" fmla="*/ 578 w 1159"/>
                  <a:gd name="T1" fmla="*/ 306 h 306"/>
                  <a:gd name="T2" fmla="*/ 0 w 1159"/>
                  <a:gd name="T3" fmla="*/ 128 h 306"/>
                  <a:gd name="T4" fmla="*/ 578 w 1159"/>
                  <a:gd name="T5" fmla="*/ 0 h 306"/>
                  <a:gd name="T6" fmla="*/ 1159 w 1159"/>
                  <a:gd name="T7" fmla="*/ 128 h 306"/>
                  <a:gd name="T8" fmla="*/ 578 w 1159"/>
                  <a:gd name="T9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9" h="306">
                    <a:moveTo>
                      <a:pt x="578" y="306"/>
                    </a:moveTo>
                    <a:lnTo>
                      <a:pt x="0" y="128"/>
                    </a:lnTo>
                    <a:lnTo>
                      <a:pt x="578" y="0"/>
                    </a:lnTo>
                    <a:lnTo>
                      <a:pt x="1159" y="128"/>
                    </a:lnTo>
                    <a:lnTo>
                      <a:pt x="578" y="30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9"/>
              <p:cNvSpPr/>
              <p:nvPr/>
            </p:nvSpPr>
            <p:spPr bwMode="auto">
              <a:xfrm>
                <a:off x="3098910" y="3802950"/>
                <a:ext cx="2821726" cy="172320"/>
              </a:xfrm>
              <a:custGeom>
                <a:avLst/>
                <a:gdLst>
                  <a:gd name="T0" fmla="*/ 335 w 336"/>
                  <a:gd name="T1" fmla="*/ 13 h 20"/>
                  <a:gd name="T2" fmla="*/ 326 w 336"/>
                  <a:gd name="T3" fmla="*/ 19 h 20"/>
                  <a:gd name="T4" fmla="*/ 7 w 336"/>
                  <a:gd name="T5" fmla="*/ 16 h 20"/>
                  <a:gd name="T6" fmla="*/ 0 w 336"/>
                  <a:gd name="T7" fmla="*/ 7 h 20"/>
                  <a:gd name="T8" fmla="*/ 0 w 336"/>
                  <a:gd name="T9" fmla="*/ 7 h 20"/>
                  <a:gd name="T10" fmla="*/ 9 w 336"/>
                  <a:gd name="T11" fmla="*/ 1 h 20"/>
                  <a:gd name="T12" fmla="*/ 329 w 336"/>
                  <a:gd name="T13" fmla="*/ 4 h 20"/>
                  <a:gd name="T14" fmla="*/ 335 w 336"/>
                  <a:gd name="T15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6" h="20">
                    <a:moveTo>
                      <a:pt x="335" y="13"/>
                    </a:moveTo>
                    <a:cubicBezTo>
                      <a:pt x="335" y="17"/>
                      <a:pt x="331" y="20"/>
                      <a:pt x="326" y="19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3" y="15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3"/>
                      <a:pt x="5" y="0"/>
                      <a:pt x="9" y="1"/>
                    </a:cubicBezTo>
                    <a:cubicBezTo>
                      <a:pt x="329" y="4"/>
                      <a:pt x="329" y="4"/>
                      <a:pt x="329" y="4"/>
                    </a:cubicBezTo>
                    <a:cubicBezTo>
                      <a:pt x="333" y="5"/>
                      <a:pt x="336" y="9"/>
                      <a:pt x="335" y="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Freeform 10"/>
              <p:cNvSpPr/>
              <p:nvPr/>
            </p:nvSpPr>
            <p:spPr bwMode="auto">
              <a:xfrm>
                <a:off x="5817161" y="3833066"/>
                <a:ext cx="133048" cy="970735"/>
              </a:xfrm>
              <a:custGeom>
                <a:avLst/>
                <a:gdLst>
                  <a:gd name="T0" fmla="*/ 16 w 16"/>
                  <a:gd name="T1" fmla="*/ 104 h 112"/>
                  <a:gd name="T2" fmla="*/ 8 w 16"/>
                  <a:gd name="T3" fmla="*/ 112 h 112"/>
                  <a:gd name="T4" fmla="*/ 8 w 16"/>
                  <a:gd name="T5" fmla="*/ 112 h 112"/>
                  <a:gd name="T6" fmla="*/ 0 w 16"/>
                  <a:gd name="T7" fmla="*/ 104 h 112"/>
                  <a:gd name="T8" fmla="*/ 0 w 16"/>
                  <a:gd name="T9" fmla="*/ 8 h 112"/>
                  <a:gd name="T10" fmla="*/ 8 w 16"/>
                  <a:gd name="T11" fmla="*/ 0 h 112"/>
                  <a:gd name="T12" fmla="*/ 8 w 16"/>
                  <a:gd name="T13" fmla="*/ 0 h 112"/>
                  <a:gd name="T14" fmla="*/ 16 w 16"/>
                  <a:gd name="T15" fmla="*/ 8 h 112"/>
                  <a:gd name="T16" fmla="*/ 16 w 16"/>
                  <a:gd name="T17" fmla="*/ 10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12">
                    <a:moveTo>
                      <a:pt x="16" y="104"/>
                    </a:moveTo>
                    <a:cubicBezTo>
                      <a:pt x="16" y="109"/>
                      <a:pt x="13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3" y="112"/>
                      <a:pt x="0" y="109"/>
                      <a:pt x="0" y="10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lnTo>
                      <a:pt x="16" y="10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Oval 11"/>
              <p:cNvSpPr>
                <a:spLocks noChangeArrowheads="1"/>
              </p:cNvSpPr>
              <p:nvPr/>
            </p:nvSpPr>
            <p:spPr bwMode="auto">
              <a:xfrm>
                <a:off x="5660082" y="4664548"/>
                <a:ext cx="443493" cy="459518"/>
              </a:xfrm>
              <a:prstGeom prst="ellipse">
                <a:avLst/>
              </a:pr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Freeform 12"/>
              <p:cNvSpPr/>
              <p:nvPr/>
            </p:nvSpPr>
            <p:spPr bwMode="auto">
              <a:xfrm>
                <a:off x="5593558" y="5279157"/>
                <a:ext cx="576541" cy="1079869"/>
              </a:xfrm>
              <a:custGeom>
                <a:avLst/>
                <a:gdLst>
                  <a:gd name="T0" fmla="*/ 69 w 69"/>
                  <a:gd name="T1" fmla="*/ 114 h 124"/>
                  <a:gd name="T2" fmla="*/ 59 w 69"/>
                  <a:gd name="T3" fmla="*/ 124 h 124"/>
                  <a:gd name="T4" fmla="*/ 10 w 69"/>
                  <a:gd name="T5" fmla="*/ 124 h 124"/>
                  <a:gd name="T6" fmla="*/ 0 w 69"/>
                  <a:gd name="T7" fmla="*/ 114 h 124"/>
                  <a:gd name="T8" fmla="*/ 10 w 69"/>
                  <a:gd name="T9" fmla="*/ 10 h 124"/>
                  <a:gd name="T10" fmla="*/ 20 w 69"/>
                  <a:gd name="T11" fmla="*/ 0 h 124"/>
                  <a:gd name="T12" fmla="*/ 49 w 69"/>
                  <a:gd name="T13" fmla="*/ 0 h 124"/>
                  <a:gd name="T14" fmla="*/ 59 w 69"/>
                  <a:gd name="T15" fmla="*/ 10 h 124"/>
                  <a:gd name="T16" fmla="*/ 69 w 69"/>
                  <a:gd name="T17" fmla="*/ 11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124">
                    <a:moveTo>
                      <a:pt x="69" y="114"/>
                    </a:moveTo>
                    <a:cubicBezTo>
                      <a:pt x="69" y="119"/>
                      <a:pt x="64" y="124"/>
                      <a:pt x="59" y="124"/>
                    </a:cubicBezTo>
                    <a:cubicBezTo>
                      <a:pt x="10" y="124"/>
                      <a:pt x="10" y="124"/>
                      <a:pt x="10" y="124"/>
                    </a:cubicBezTo>
                    <a:cubicBezTo>
                      <a:pt x="4" y="124"/>
                      <a:pt x="0" y="119"/>
                      <a:pt x="0" y="1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5"/>
                      <a:pt x="14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5" y="0"/>
                      <a:pt x="59" y="5"/>
                      <a:pt x="59" y="10"/>
                    </a:cubicBezTo>
                    <a:lnTo>
                      <a:pt x="69" y="11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Freeform 13"/>
              <p:cNvSpPr/>
              <p:nvPr/>
            </p:nvSpPr>
            <p:spPr bwMode="auto">
              <a:xfrm>
                <a:off x="5665623" y="5003445"/>
                <a:ext cx="404689" cy="310175"/>
              </a:xfrm>
              <a:custGeom>
                <a:avLst/>
                <a:gdLst>
                  <a:gd name="T0" fmla="*/ 48 w 48"/>
                  <a:gd name="T1" fmla="*/ 26 h 36"/>
                  <a:gd name="T2" fmla="*/ 38 w 48"/>
                  <a:gd name="T3" fmla="*/ 36 h 36"/>
                  <a:gd name="T4" fmla="*/ 10 w 48"/>
                  <a:gd name="T5" fmla="*/ 36 h 36"/>
                  <a:gd name="T6" fmla="*/ 0 w 48"/>
                  <a:gd name="T7" fmla="*/ 26 h 36"/>
                  <a:gd name="T8" fmla="*/ 0 w 48"/>
                  <a:gd name="T9" fmla="*/ 10 h 36"/>
                  <a:gd name="T10" fmla="*/ 10 w 48"/>
                  <a:gd name="T11" fmla="*/ 0 h 36"/>
                  <a:gd name="T12" fmla="*/ 38 w 48"/>
                  <a:gd name="T13" fmla="*/ 0 h 36"/>
                  <a:gd name="T14" fmla="*/ 48 w 48"/>
                  <a:gd name="T15" fmla="*/ 10 h 36"/>
                  <a:gd name="T16" fmla="*/ 48 w 48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6">
                    <a:moveTo>
                      <a:pt x="48" y="26"/>
                    </a:moveTo>
                    <a:cubicBezTo>
                      <a:pt x="48" y="32"/>
                      <a:pt x="44" y="36"/>
                      <a:pt x="38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4" y="36"/>
                      <a:pt x="0" y="32"/>
                      <a:pt x="0" y="2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4" y="0"/>
                      <a:pt x="48" y="4"/>
                      <a:pt x="48" y="10"/>
                    </a:cubicBezTo>
                    <a:lnTo>
                      <a:pt x="48" y="2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Oval 14"/>
              <p:cNvSpPr>
                <a:spLocks noChangeArrowheads="1"/>
              </p:cNvSpPr>
              <p:nvPr/>
            </p:nvSpPr>
            <p:spPr bwMode="auto">
              <a:xfrm>
                <a:off x="2816181" y="3711047"/>
                <a:ext cx="820462" cy="30443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8" name="文本框 37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6270710" y="1431250"/>
              <a:ext cx="1068097" cy="33425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defTabSz="457200">
                <a:lnSpc>
                  <a:spcPct val="150000"/>
                </a:lnSpc>
                <a:defRPr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altLang="zh-CN" sz="1200" dirty="0"/>
                <a:t>CONTENTS</a:t>
              </a:r>
              <a:endParaRPr lang="zh-CN" alt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110768" y="2171195"/>
            <a:ext cx="991749" cy="991749"/>
            <a:chOff x="2414587" y="2452686"/>
            <a:chExt cx="743812" cy="743812"/>
          </a:xfrm>
        </p:grpSpPr>
        <p:grpSp>
          <p:nvGrpSpPr>
            <p:cNvPr id="49" name="组合 48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59" name="矩形 58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8" name="矩形 57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0" name="文本框 49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8074411" y="2419132"/>
            <a:ext cx="29981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研究内容与预期目标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1536139" y="3508265"/>
            <a:ext cx="991749" cy="991749"/>
            <a:chOff x="2414587" y="2452686"/>
            <a:chExt cx="743812" cy="743812"/>
          </a:xfrm>
        </p:grpSpPr>
        <p:grpSp>
          <p:nvGrpSpPr>
            <p:cNvPr id="66" name="组合 65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74" name="组合 7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76" name="矩形 75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75" name="矩形 74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70" name="矩形 69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7" name="文本框 66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2527888" y="3773307"/>
            <a:ext cx="3004561" cy="45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</a:pPr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  <a:sym typeface="+mn-ea"/>
              </a:rPr>
              <a:t>可行性分析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7110768" y="3508265"/>
            <a:ext cx="991749" cy="991749"/>
            <a:chOff x="2414587" y="2452686"/>
            <a:chExt cx="743812" cy="743812"/>
          </a:xfrm>
        </p:grpSpPr>
        <p:grpSp>
          <p:nvGrpSpPr>
            <p:cNvPr id="83" name="组合 82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91" name="组合 90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93" name="矩形 92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2" name="矩形 91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87" name="矩形 86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84" name="文本框 83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8102517" y="3761751"/>
            <a:ext cx="2643511" cy="450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</a:pPr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  <a:sym typeface="+mn-ea"/>
              </a:rPr>
              <a:t>项目创新</a:t>
            </a:r>
            <a:r>
              <a:rPr lang="zh-CN" altLang="en-US" sz="24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</a:t>
            </a:r>
            <a:endParaRPr lang="zh-CN" altLang="en-US" sz="2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EAEB6D-7B5F-3F68-D513-CAACC450D117}"/>
              </a:ext>
            </a:extLst>
          </p:cNvPr>
          <p:cNvGrpSpPr/>
          <p:nvPr/>
        </p:nvGrpSpPr>
        <p:grpSpPr>
          <a:xfrm>
            <a:off x="1536139" y="4884915"/>
            <a:ext cx="991749" cy="991749"/>
            <a:chOff x="2414587" y="2452686"/>
            <a:chExt cx="743812" cy="74381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660CEB-CDED-7EAA-D8B4-DF31E2C47BA9}"/>
                </a:ext>
              </a:extLst>
            </p:cNvPr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79E1C5E7-F06F-2FAB-D160-55620E8B12F6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0A77CCCE-541A-9C00-0FCE-232560FCE106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672B2D8F-FCE2-38C8-9BDC-A2FC92068997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4C503A12-5E03-078C-C8B0-B1752DDC3BB5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A859F341-BAA7-D0B8-F10C-3F15D71FF8ED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F4418FCC-2D66-FB81-D0BA-A6D9C9ED0FA8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C170EDF6-B106-90EC-D45A-43BD6E7E3C37}"/>
                    </a:ext>
                  </a:extLst>
                </p:cNvPr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E8E36047-E55E-D1EA-DCBA-38D3249FBDFC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69C9A12-53BF-CDA4-28E9-B281B7851E2D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01E82F6-7C60-0C09-7F8B-8CF2FF13A2D7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83716C4-E72F-C362-0681-AB5A8C0E9872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7224D97-7856-F420-87B8-230D74B20239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488B1E-3121-7E7C-F260-9C4E3354CC38}"/>
                </a:ext>
              </a:extLst>
            </p:cNvPr>
            <p:cNvSpPr txBox="1"/>
            <p:nvPr/>
          </p:nvSpPr>
          <p:spPr>
            <a:xfrm>
              <a:off x="2595817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007D537E-D041-4B60-A03B-C39B168BE3C7}"/>
              </a:ext>
            </a:extLst>
          </p:cNvPr>
          <p:cNvSpPr/>
          <p:nvPr/>
        </p:nvSpPr>
        <p:spPr>
          <a:xfrm>
            <a:off x="2498284" y="5119571"/>
            <a:ext cx="3004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15CAC4E4-9B8B-8B2B-3C17-234B3F7A95CE}"/>
              </a:ext>
            </a:extLst>
          </p:cNvPr>
          <p:cNvGrpSpPr/>
          <p:nvPr/>
        </p:nvGrpSpPr>
        <p:grpSpPr>
          <a:xfrm>
            <a:off x="7110768" y="4884915"/>
            <a:ext cx="991749" cy="991749"/>
            <a:chOff x="2414587" y="2452686"/>
            <a:chExt cx="743812" cy="743812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090E70FD-037F-9A9E-EF10-64D124710648}"/>
                </a:ext>
              </a:extLst>
            </p:cNvPr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F86C4374-DFAE-F108-A532-F25C39BDEEEA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09" name="组合 108">
                  <a:extLst>
                    <a:ext uri="{FF2B5EF4-FFF2-40B4-BE49-F238E27FC236}">
                      <a16:creationId xmlns:a16="http://schemas.microsoft.com/office/drawing/2014/main" id="{07D4C5F0-A1E7-2E06-0910-38BBC226809B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11" name="矩形 110">
                    <a:extLst>
                      <a:ext uri="{FF2B5EF4-FFF2-40B4-BE49-F238E27FC236}">
                        <a16:creationId xmlns:a16="http://schemas.microsoft.com/office/drawing/2014/main" id="{6258B755-81E9-8F12-4DF6-8591EBA26BF1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12" name="矩形 111">
                    <a:extLst>
                      <a:ext uri="{FF2B5EF4-FFF2-40B4-BE49-F238E27FC236}">
                        <a16:creationId xmlns:a16="http://schemas.microsoft.com/office/drawing/2014/main" id="{A05125B2-794A-E4AC-2F85-21A023445C6C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13" name="矩形 112">
                    <a:extLst>
                      <a:ext uri="{FF2B5EF4-FFF2-40B4-BE49-F238E27FC236}">
                        <a16:creationId xmlns:a16="http://schemas.microsoft.com/office/drawing/2014/main" id="{3CC539BF-3C08-14A7-CD8A-ADBFD67FA2AA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14" name="矩形 113">
                    <a:extLst>
                      <a:ext uri="{FF2B5EF4-FFF2-40B4-BE49-F238E27FC236}">
                        <a16:creationId xmlns:a16="http://schemas.microsoft.com/office/drawing/2014/main" id="{4B202C0F-BA17-3094-D88D-45E78B3C5A3B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AA6C83A8-C69F-8597-31D4-17E5F2997031}"/>
                    </a:ext>
                  </a:extLst>
                </p:cNvPr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EF6CD93C-5F56-7621-2F1D-7A462F61E1E3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37C8E9E5-57AF-D4B5-DAB8-152AB8587A9F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5133BD59-404C-82A7-6A06-FA890039D31C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DA0462A8-72DE-2278-FD00-B2E501272B0D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C5A441F1-AE18-B613-2136-13D5C6A5FC71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F73359AC-8C30-C8FD-A5F7-36956A066AB8}"/>
                </a:ext>
              </a:extLst>
            </p:cNvPr>
            <p:cNvSpPr txBox="1"/>
            <p:nvPr/>
          </p:nvSpPr>
          <p:spPr>
            <a:xfrm>
              <a:off x="2595817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6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15" name="矩形 114">
            <a:extLst>
              <a:ext uri="{FF2B5EF4-FFF2-40B4-BE49-F238E27FC236}">
                <a16:creationId xmlns:a16="http://schemas.microsoft.com/office/drawing/2014/main" id="{AFBFC0F3-8D83-6765-DCCC-3C482E4BDE70}"/>
              </a:ext>
            </a:extLst>
          </p:cNvPr>
          <p:cNvSpPr/>
          <p:nvPr/>
        </p:nvSpPr>
        <p:spPr>
          <a:xfrm>
            <a:off x="8102517" y="5119570"/>
            <a:ext cx="26435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ea typeface="方正正粗黑简体" panose="02000000000000000000" pitchFamily="2" charset="-122"/>
                <a:sym typeface="+mn-ea"/>
              </a:rPr>
              <a:t>经费支出</a:t>
            </a:r>
            <a:endParaRPr lang="zh-CN" altLang="en-US" sz="2400" dirty="0">
              <a:solidFill>
                <a:srgbClr val="0170BD"/>
              </a:solidFill>
              <a:ea typeface="方正正粗黑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7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75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7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3" grpId="0"/>
      <p:bldP spid="80" grpId="0"/>
      <p:bldP spid="97" grpId="0"/>
      <p:bldP spid="19" grpId="0"/>
      <p:bldP spid="1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1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项目简介与立题依据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77446" y="5188254"/>
            <a:ext cx="8437108" cy="836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融合大语言模型与强化学习，对硕博论文做多维智能评价，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输出可解释依据与修改建议，提升评审效率与一致性。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任意多边形 22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7" y="2036922"/>
            <a:ext cx="9298824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059786" y="3419876"/>
            <a:ext cx="9150243" cy="907101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5" name="任意多边形 2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7" y="4780528"/>
            <a:ext cx="9298824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398985" y="2141798"/>
            <a:ext cx="86957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随着研究生招生规模扩大，硕博论文数量持续增长，传统以人工为主的论文评审方式面临评审周期长、工作负担重、标准一致性不足等现实问题。当前评审过程对导师与专家经验依赖较强，不同评审人之间在关注重点和判断尺度上存在差异，导致反馈质量参差不齐、修改建议可操作性不足，影响培养过程中的质量闭环。</a:t>
            </a:r>
          </a:p>
        </p:txBody>
      </p:sp>
      <p:sp>
        <p:nvSpPr>
          <p:cNvPr id="58" name="矩形 57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738177" y="3481787"/>
            <a:ext cx="852568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与此同时，大模型在语义理解、文本分析与知识归纳方面已具备较强能力，为论文质量评估的智能化提供了可行路径。通过将大模型能力与多智能体协同机制结合，可将原本主观、分散的评审流程转化为可量化、可追溯、可迭代优化的流程体系，在提高评审效率的同时增强结果一致性与透明度。</a:t>
            </a: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516607" y="4959493"/>
            <a:ext cx="852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基于此，本项目聚焦硕博论文质量保障场景，建设智能评价系统，目标是实现论文评审从“经验驱动”向“数据与策略协同驱动”升级，减轻导师和评审专家负担，支撑高校学术质量管理与研究生培养质量持续提升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-2111843" y="1758798"/>
            <a:ext cx="4738570" cy="4229255"/>
            <a:chOff x="-2111843" y="1758798"/>
            <a:chExt cx="4738570" cy="4229255"/>
          </a:xfrm>
        </p:grpSpPr>
        <p:sp>
          <p:nvSpPr>
            <p:cNvPr id="50" name="弧形 4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-2111843" y="1758798"/>
              <a:ext cx="4229255" cy="4229255"/>
            </a:xfrm>
            <a:prstGeom prst="arc">
              <a:avLst>
                <a:gd name="adj1" fmla="val 17401462"/>
                <a:gd name="adj2" fmla="val 4264955"/>
              </a:avLst>
            </a:prstGeom>
            <a:ln w="254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2" name="椭圆 5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194583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4" name="椭圆 53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492851" y="330648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椭圆 55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4667140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矩形 5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2161629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 dirty="0">
                  <a:solidFill>
                    <a:srgbClr val="7F7F7F"/>
                  </a:solidFill>
                  <a:latin typeface="+mj-lt"/>
                </a:rPr>
                <a:t>01</a:t>
              </a:r>
              <a:endParaRPr lang="zh-CN" altLang="en-US" sz="3735" b="1" dirty="0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1" name="矩形 60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720594" y="3522280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02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4893915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03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4A4CE6F-5EE3-45D9-3DD9-8DA82D063B94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54056A6-0EE7-975B-DF16-02BC86162544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一、项目简介与立题依据</a:t>
              </a:r>
            </a:p>
          </p:txBody>
        </p: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CD0A7856-5EF7-F9BC-9A2B-B915C9677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1.1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项目背景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  <p:bldP spid="55" grpId="0" animBg="1"/>
      <p:bldP spid="57" grpId="0"/>
      <p:bldP spid="58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55"/>
          <p:cNvSpPr>
            <a:spLocks noChangeAspect="1"/>
          </p:cNvSpPr>
          <p:nvPr/>
        </p:nvSpPr>
        <p:spPr>
          <a:xfrm>
            <a:off x="2546634" y="2170832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61568" y="2235214"/>
            <a:ext cx="166246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项目目标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07584" y="2859397"/>
            <a:ext cx="4092147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面向软件工程领域硕士学位论文质量保障需求，建设一套多智能体协同的智能辅助评价原型系统：支持论文上传与结构化解析，从逻辑、方法、实验、格式、文献等多维度生成带依据的结构化评审建议，经反思汇总形成可读报告，并提供导师复核、修改与导出，以减轻重复劳动、提高评审一致性与可追溯性，</a:t>
            </a:r>
          </a:p>
        </p:txBody>
      </p:sp>
      <p:sp>
        <p:nvSpPr>
          <p:cNvPr id="13" name="任意多边形 59"/>
          <p:cNvSpPr>
            <a:spLocks noChangeAspect="1"/>
          </p:cNvSpPr>
          <p:nvPr/>
        </p:nvSpPr>
        <p:spPr>
          <a:xfrm>
            <a:off x="7884788" y="2154704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99721" y="2210442"/>
            <a:ext cx="1577483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项目意义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24537" y="2859397"/>
            <a:ext cx="4092147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旨在突破传统评审对主观经验依赖较强、标准一致性不足的问题，通过智能体协同评审显著提升评审效率与结果一致性，快速定位论文质量缺陷并生成修改建议，切实减轻导师与评审专家工作负担。系统可输出可解释、可追溯的评价依据，在便于学生修改论文的同时，增强了论文审核过程的透明度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D5B293-7606-97EA-2B86-07881E4D4A06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3" name="直接连接符 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BC80A6E4-0FA8-7341-E041-DA1764671D79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A1D644D-FAA8-7D11-7F51-69D635204FCF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一、项目简介与立题依据</a:t>
              </a:r>
            </a:p>
          </p:txBody>
        </p:sp>
        <p:sp>
          <p:nvSpPr>
            <p:cNvPr id="1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2DF4FAD3-CC0D-0DE8-FA0A-7EF434FB1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1.2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项目简介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 animBg="1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 120"/>
          <p:cNvSpPr/>
          <p:nvPr/>
        </p:nvSpPr>
        <p:spPr>
          <a:xfrm>
            <a:off x="5993144" y="2042246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576051" y="1948062"/>
            <a:ext cx="2028290" cy="400069"/>
          </a:xfrm>
          <a:prstGeom prst="rect">
            <a:avLst/>
          </a:prstGeom>
        </p:spPr>
        <p:txBody>
          <a:bodyPr wrap="square" lIns="91397" tIns="45700" rIns="91397" bIns="45700">
            <a:spAutoFit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现实需求强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47"/>
          <p:cNvSpPr>
            <a:spLocks noChangeArrowheads="1"/>
          </p:cNvSpPr>
          <p:nvPr/>
        </p:nvSpPr>
        <p:spPr bwMode="auto">
          <a:xfrm>
            <a:off x="6574824" y="2249121"/>
            <a:ext cx="4613566" cy="1526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当前论文评审主要依赖人工，存在耗时长、主观性强、标准不统一等问题；软件工程论文又包含文本、代码、实验等多模态内容，传统方式难以高效、全面评价。</a:t>
            </a:r>
          </a:p>
        </p:txBody>
      </p:sp>
      <p:cxnSp>
        <p:nvCxnSpPr>
          <p:cNvPr id="124" name="直接连接符 123"/>
          <p:cNvCxnSpPr>
            <a:cxnSpLocks/>
            <a:endCxn id="133" idx="2"/>
          </p:cNvCxnSpPr>
          <p:nvPr/>
        </p:nvCxnSpPr>
        <p:spPr>
          <a:xfrm>
            <a:off x="6101128" y="2258214"/>
            <a:ext cx="0" cy="266723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6000578" y="2725649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3942223" y="2633598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研究空白明显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47"/>
          <p:cNvSpPr>
            <a:spLocks noChangeArrowheads="1"/>
          </p:cNvSpPr>
          <p:nvPr/>
        </p:nvSpPr>
        <p:spPr bwMode="auto">
          <a:xfrm>
            <a:off x="941961" y="2948406"/>
            <a:ext cx="4847908" cy="11568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现有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AI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评审多停留在文本生成层面，存在领域适配不足、可解释性弱、与专家评审逻辑不一致等不足，缺少面向软件工程学位论文的专用智能评价系统。</a:t>
            </a:r>
          </a:p>
        </p:txBody>
      </p:sp>
      <p:sp>
        <p:nvSpPr>
          <p:cNvPr id="129" name="矩形 128"/>
          <p:cNvSpPr/>
          <p:nvPr/>
        </p:nvSpPr>
        <p:spPr>
          <a:xfrm>
            <a:off x="5993144" y="4000494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574824" y="3909120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技术基础成熟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>
            <a:spLocks noChangeArrowheads="1"/>
          </p:cNvSpPr>
          <p:nvPr/>
        </p:nvSpPr>
        <p:spPr bwMode="auto">
          <a:xfrm>
            <a:off x="6574823" y="4209494"/>
            <a:ext cx="4613565" cy="11568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项目已形成“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LLM + RAG + 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策略优化”的技术路线，具备数据集构建、半自动标注、系统架构设计与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原型开发方案，实施路径清晰、可落地。</a:t>
            </a:r>
          </a:p>
        </p:txBody>
      </p:sp>
      <p:sp>
        <p:nvSpPr>
          <p:cNvPr id="133" name="矩形 132"/>
          <p:cNvSpPr/>
          <p:nvPr/>
        </p:nvSpPr>
        <p:spPr>
          <a:xfrm>
            <a:off x="5993144" y="4709483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3942223" y="4617432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应用价值明确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>
            <a:spLocks noChangeArrowheads="1"/>
          </p:cNvSpPr>
          <p:nvPr/>
        </p:nvSpPr>
        <p:spPr bwMode="auto">
          <a:xfrm>
            <a:off x="941962" y="4925451"/>
            <a:ext cx="4748152" cy="11568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可实现论文初筛与评审辅助自动化，提升效率与一致性，输出可追溯评价依据和修改建议，服务研究生培养质量提升与高校学术评价数字化转型。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E17DEB5-CC4A-B3CF-47F1-FB85F1BC7BE4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grpSp>
          <p:nvGrpSpPr>
            <p:cNvPr id="43" name="组合 42"/>
            <p:cNvGrpSpPr/>
            <p:nvPr/>
          </p:nvGrpSpPr>
          <p:grpSpPr>
            <a:xfrm>
              <a:off x="4034742" y="538222"/>
              <a:ext cx="4122516" cy="647559"/>
              <a:chOff x="4034742" y="538222"/>
              <a:chExt cx="4122516" cy="647559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4034742" y="538222"/>
                <a:ext cx="41225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5400" b="1">
                    <a:solidFill>
                      <a:srgbClr val="1C4987"/>
                    </a:solidFill>
                    <a:latin typeface="方正正粗黑简体" panose="02000000000000000000" pitchFamily="2" charset="-122"/>
                    <a:ea typeface="方正正粗黑简体" panose="02000000000000000000" pitchFamily="2" charset="-122"/>
                  </a:defRPr>
                </a:lvl1pPr>
              </a:lstStyle>
              <a:p>
                <a:r>
                  <a:rPr lang="zh-CN" altLang="en-US" sz="2400" b="0" dirty="0">
                    <a:solidFill>
                      <a:srgbClr val="0170BD"/>
                    </a:solidFill>
                  </a:rPr>
                  <a:t>一、项目简介与立题依据</a:t>
                </a:r>
              </a:p>
            </p:txBody>
          </p:sp>
          <p:cxnSp>
            <p:nvCxnSpPr>
  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  <p:cNvCxnSpPr/>
              <p:nvPr/>
            </p:nvCxnSpPr>
            <p:spPr>
              <a:xfrm>
                <a:off x="5995989" y="1185781"/>
                <a:ext cx="184892" cy="0"/>
              </a:xfrm>
              <a:prstGeom prst="line">
                <a:avLst/>
              </a:prstGeom>
              <a:ln w="38100">
                <a:solidFill>
                  <a:srgbClr val="1C498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FA41BB2B-1E6A-D852-BFD6-CD7BD2543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1.3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立项依据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6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400"/>
                            </p:stCondLst>
                            <p:childTnLst>
                              <p:par>
                                <p:cTn id="5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9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3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/>
      <p:bldP spid="123" grpId="0"/>
      <p:bldP spid="125" grpId="0" animBg="1"/>
      <p:bldP spid="126" grpId="0"/>
      <p:bldP spid="127" grpId="0"/>
      <p:bldP spid="129" grpId="0" animBg="1"/>
      <p:bldP spid="130" grpId="0"/>
      <p:bldP spid="131" grpId="0"/>
      <p:bldP spid="133" grpId="0" animBg="1"/>
      <p:bldP spid="134" grpId="0"/>
      <p:bldP spid="1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2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研究内容与预期目标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233321" y="5037342"/>
            <a:ext cx="9685978" cy="12553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本项目拟研究将大语言模型、检索增强生成与强化学习融合起来，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对软件工程硕博论文开展多模态内容理解与智能评阅，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构建领域数据集、训练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优化评阅流程，输出可解释评阅结果并完成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原型与实验验证。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009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3701401" y="1745997"/>
            <a:ext cx="4794055" cy="4126941"/>
            <a:chOff x="2769121" y="986278"/>
            <a:chExt cx="3595541" cy="3095206"/>
          </a:xfrm>
        </p:grpSpPr>
        <p:sp>
          <p:nvSpPr>
            <p:cNvPr id="47" name="Freeform: Shape 2"/>
            <p:cNvSpPr/>
            <p:nvPr/>
          </p:nvSpPr>
          <p:spPr>
            <a:xfrm>
              <a:off x="3364221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2306886 w 2574384"/>
                <a:gd name="connsiteY5" fmla="*/ 2105887 h 2815436"/>
                <a:gd name="connsiteX6" fmla="*/ 2347261 w 2574384"/>
                <a:gd name="connsiteY6" fmla="*/ 2180273 h 2815436"/>
                <a:gd name="connsiteX7" fmla="*/ 2383190 w 2574384"/>
                <a:gd name="connsiteY7" fmla="*/ 2358236 h 2815436"/>
                <a:gd name="connsiteX8" fmla="*/ 1925990 w 2574384"/>
                <a:gd name="connsiteY8" fmla="*/ 2815436 h 2815436"/>
                <a:gd name="connsiteX9" fmla="*/ 1546872 w 2574384"/>
                <a:gd name="connsiteY9" fmla="*/ 2613861 h 2815436"/>
                <a:gd name="connsiteX10" fmla="*/ 1505389 w 2574384"/>
                <a:gd name="connsiteY10" fmla="*/ 2537433 h 2815436"/>
                <a:gd name="connsiteX11" fmla="*/ 1287192 w 2574384"/>
                <a:gd name="connsiteY11" fmla="*/ 2654916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2306886" y="2105887"/>
                  </a:lnTo>
                  <a:lnTo>
                    <a:pt x="2347261" y="2180273"/>
                  </a:lnTo>
                  <a:cubicBezTo>
                    <a:pt x="2370397" y="2234972"/>
                    <a:pt x="2383190" y="2295110"/>
                    <a:pt x="2383190" y="2358236"/>
                  </a:cubicBezTo>
                  <a:cubicBezTo>
                    <a:pt x="2383190" y="2610741"/>
                    <a:pt x="2178495" y="2815436"/>
                    <a:pt x="1925990" y="2815436"/>
                  </a:cubicBezTo>
                  <a:cubicBezTo>
                    <a:pt x="1768174" y="2815436"/>
                    <a:pt x="1629035" y="2735477"/>
                    <a:pt x="1546872" y="2613861"/>
                  </a:cubicBezTo>
                  <a:lnTo>
                    <a:pt x="1505389" y="2537433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8" name="Freeform: Shape 3"/>
            <p:cNvSpPr/>
            <p:nvPr/>
          </p:nvSpPr>
          <p:spPr>
            <a:xfrm>
              <a:off x="4584940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1287192 w 2574384"/>
                <a:gd name="connsiteY5" fmla="*/ 2654916 h 2815436"/>
                <a:gd name="connsiteX6" fmla="*/ 1071715 w 2574384"/>
                <a:gd name="connsiteY6" fmla="*/ 2538898 h 2815436"/>
                <a:gd name="connsiteX7" fmla="*/ 1031027 w 2574384"/>
                <a:gd name="connsiteY7" fmla="*/ 2613861 h 2815436"/>
                <a:gd name="connsiteX8" fmla="*/ 651909 w 2574384"/>
                <a:gd name="connsiteY8" fmla="*/ 2815436 h 2815436"/>
                <a:gd name="connsiteX9" fmla="*/ 194709 w 2574384"/>
                <a:gd name="connsiteY9" fmla="*/ 2358236 h 2815436"/>
                <a:gd name="connsiteX10" fmla="*/ 230638 w 2574384"/>
                <a:gd name="connsiteY10" fmla="*/ 2180273 h 2815436"/>
                <a:gd name="connsiteX11" fmla="*/ 270218 w 2574384"/>
                <a:gd name="connsiteY11" fmla="*/ 2107352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1071715" y="2538898"/>
                  </a:lnTo>
                  <a:lnTo>
                    <a:pt x="1031027" y="2613861"/>
                  </a:lnTo>
                  <a:cubicBezTo>
                    <a:pt x="948865" y="2735477"/>
                    <a:pt x="809725" y="2815436"/>
                    <a:pt x="651909" y="2815436"/>
                  </a:cubicBezTo>
                  <a:cubicBezTo>
                    <a:pt x="399404" y="2815436"/>
                    <a:pt x="194709" y="2610741"/>
                    <a:pt x="194709" y="2358236"/>
                  </a:cubicBezTo>
                  <a:cubicBezTo>
                    <a:pt x="194709" y="2295110"/>
                    <a:pt x="207502" y="2234972"/>
                    <a:pt x="230638" y="2180273"/>
                  </a:cubicBezTo>
                  <a:lnTo>
                    <a:pt x="270218" y="2107352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9" name="Freeform: Shape 4"/>
            <p:cNvSpPr/>
            <p:nvPr/>
          </p:nvSpPr>
          <p:spPr>
            <a:xfrm>
              <a:off x="4973456" y="1924705"/>
              <a:ext cx="1391206" cy="1218352"/>
            </a:xfrm>
            <a:custGeom>
              <a:avLst/>
              <a:gdLst>
                <a:gd name="connsiteX0" fmla="*/ 1744392 w 3031584"/>
                <a:gd name="connsiteY0" fmla="*/ 0 h 2654916"/>
                <a:gd name="connsiteX1" fmla="*/ 3031583 w 3031584"/>
                <a:gd name="connsiteY1" fmla="*/ 693056 h 2654916"/>
                <a:gd name="connsiteX2" fmla="*/ 3031584 w 3031584"/>
                <a:gd name="connsiteY2" fmla="*/ 693056 h 2654916"/>
                <a:gd name="connsiteX3" fmla="*/ 3031584 w 3031584"/>
                <a:gd name="connsiteY3" fmla="*/ 1961860 h 2654916"/>
                <a:gd name="connsiteX4" fmla="*/ 3031583 w 3031584"/>
                <a:gd name="connsiteY4" fmla="*/ 1961860 h 2654916"/>
                <a:gd name="connsiteX5" fmla="*/ 1744392 w 3031584"/>
                <a:gd name="connsiteY5" fmla="*/ 2654916 h 2654916"/>
                <a:gd name="connsiteX6" fmla="*/ 457200 w 3031584"/>
                <a:gd name="connsiteY6" fmla="*/ 1961860 h 2654916"/>
                <a:gd name="connsiteX7" fmla="*/ 457201 w 3031584"/>
                <a:gd name="connsiteY7" fmla="*/ 1961860 h 2654916"/>
                <a:gd name="connsiteX8" fmla="*/ 457201 w 3031584"/>
                <a:gd name="connsiteY8" fmla="*/ 1784658 h 2654916"/>
                <a:gd name="connsiteX9" fmla="*/ 457200 w 3031584"/>
                <a:gd name="connsiteY9" fmla="*/ 1784658 h 2654916"/>
                <a:gd name="connsiteX10" fmla="*/ 0 w 3031584"/>
                <a:gd name="connsiteY10" fmla="*/ 1327458 h 2654916"/>
                <a:gd name="connsiteX11" fmla="*/ 457200 w 3031584"/>
                <a:gd name="connsiteY11" fmla="*/ 870258 h 2654916"/>
                <a:gd name="connsiteX12" fmla="*/ 457201 w 3031584"/>
                <a:gd name="connsiteY12" fmla="*/ 870258 h 2654916"/>
                <a:gd name="connsiteX13" fmla="*/ 457201 w 3031584"/>
                <a:gd name="connsiteY13" fmla="*/ 693056 h 2654916"/>
                <a:gd name="connsiteX14" fmla="*/ 457200 w 3031584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31584" h="2654916">
                  <a:moveTo>
                    <a:pt x="1744392" y="0"/>
                  </a:moveTo>
                  <a:lnTo>
                    <a:pt x="3031583" y="693056"/>
                  </a:lnTo>
                  <a:lnTo>
                    <a:pt x="3031584" y="693056"/>
                  </a:lnTo>
                  <a:lnTo>
                    <a:pt x="3031584" y="1961860"/>
                  </a:lnTo>
                  <a:lnTo>
                    <a:pt x="3031583" y="1961860"/>
                  </a:lnTo>
                  <a:lnTo>
                    <a:pt x="1744392" y="2654916"/>
                  </a:lnTo>
                  <a:lnTo>
                    <a:pt x="457200" y="1961860"/>
                  </a:lnTo>
                  <a:lnTo>
                    <a:pt x="457201" y="1961860"/>
                  </a:lnTo>
                  <a:lnTo>
                    <a:pt x="457201" y="1784658"/>
                  </a:lnTo>
                  <a:lnTo>
                    <a:pt x="457200" y="1784658"/>
                  </a:lnTo>
                  <a:cubicBezTo>
                    <a:pt x="204695" y="1784658"/>
                    <a:pt x="0" y="1579963"/>
                    <a:pt x="0" y="1327458"/>
                  </a:cubicBezTo>
                  <a:cubicBezTo>
                    <a:pt x="0" y="1074953"/>
                    <a:pt x="204695" y="870258"/>
                    <a:pt x="457200" y="870258"/>
                  </a:cubicBezTo>
                  <a:lnTo>
                    <a:pt x="457201" y="870258"/>
                  </a:lnTo>
                  <a:lnTo>
                    <a:pt x="457201" y="693056"/>
                  </a:lnTo>
                  <a:lnTo>
                    <a:pt x="45720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0" name="Freeform: Shape 5"/>
            <p:cNvSpPr/>
            <p:nvPr/>
          </p:nvSpPr>
          <p:spPr>
            <a:xfrm>
              <a:off x="2769121" y="1924705"/>
              <a:ext cx="1378149" cy="1218352"/>
            </a:xfrm>
            <a:custGeom>
              <a:avLst/>
              <a:gdLst>
                <a:gd name="connsiteX0" fmla="*/ 1287192 w 3003132"/>
                <a:gd name="connsiteY0" fmla="*/ 0 h 2654916"/>
                <a:gd name="connsiteX1" fmla="*/ 2574383 w 3003132"/>
                <a:gd name="connsiteY1" fmla="*/ 693056 h 2654916"/>
                <a:gd name="connsiteX2" fmla="*/ 2574384 w 3003132"/>
                <a:gd name="connsiteY2" fmla="*/ 693056 h 2654916"/>
                <a:gd name="connsiteX3" fmla="*/ 2574384 w 3003132"/>
                <a:gd name="connsiteY3" fmla="*/ 853922 h 2654916"/>
                <a:gd name="connsiteX4" fmla="*/ 2638074 w 3003132"/>
                <a:gd name="connsiteY4" fmla="*/ 860343 h 2654916"/>
                <a:gd name="connsiteX5" fmla="*/ 3003132 w 3003132"/>
                <a:gd name="connsiteY5" fmla="*/ 1308254 h 2654916"/>
                <a:gd name="connsiteX6" fmla="*/ 2638074 w 3003132"/>
                <a:gd name="connsiteY6" fmla="*/ 1756166 h 2654916"/>
                <a:gd name="connsiteX7" fmla="*/ 2574384 w 3003132"/>
                <a:gd name="connsiteY7" fmla="*/ 1762586 h 2654916"/>
                <a:gd name="connsiteX8" fmla="*/ 2574384 w 3003132"/>
                <a:gd name="connsiteY8" fmla="*/ 1961860 h 2654916"/>
                <a:gd name="connsiteX9" fmla="*/ 2574383 w 3003132"/>
                <a:gd name="connsiteY9" fmla="*/ 1961860 h 2654916"/>
                <a:gd name="connsiteX10" fmla="*/ 1287192 w 3003132"/>
                <a:gd name="connsiteY10" fmla="*/ 2654916 h 2654916"/>
                <a:gd name="connsiteX11" fmla="*/ 0 w 3003132"/>
                <a:gd name="connsiteY11" fmla="*/ 1961860 h 2654916"/>
                <a:gd name="connsiteX12" fmla="*/ 1 w 3003132"/>
                <a:gd name="connsiteY12" fmla="*/ 1961860 h 2654916"/>
                <a:gd name="connsiteX13" fmla="*/ 1 w 3003132"/>
                <a:gd name="connsiteY13" fmla="*/ 693056 h 2654916"/>
                <a:gd name="connsiteX14" fmla="*/ 0 w 3003132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3132" h="265491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853922"/>
                  </a:lnTo>
                  <a:lnTo>
                    <a:pt x="2638074" y="860343"/>
                  </a:lnTo>
                  <a:cubicBezTo>
                    <a:pt x="2846412" y="902975"/>
                    <a:pt x="3003132" y="1087312"/>
                    <a:pt x="3003132" y="1308254"/>
                  </a:cubicBezTo>
                  <a:cubicBezTo>
                    <a:pt x="3003132" y="1529196"/>
                    <a:pt x="2846412" y="1713533"/>
                    <a:pt x="2638074" y="1756166"/>
                  </a:cubicBezTo>
                  <a:lnTo>
                    <a:pt x="2574384" y="176258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1" name="Freeform: Shape 6"/>
            <p:cNvSpPr/>
            <p:nvPr/>
          </p:nvSpPr>
          <p:spPr>
            <a:xfrm>
              <a:off x="3364221" y="2771844"/>
              <a:ext cx="1181395" cy="1309640"/>
            </a:xfrm>
            <a:custGeom>
              <a:avLst/>
              <a:gdLst>
                <a:gd name="connsiteX0" fmla="*/ 1920719 w 2574384"/>
                <a:gd name="connsiteY0" fmla="*/ 0 h 2853844"/>
                <a:gd name="connsiteX1" fmla="*/ 2377919 w 2574384"/>
                <a:gd name="connsiteY1" fmla="*/ 457200 h 2853844"/>
                <a:gd name="connsiteX2" fmla="*/ 2299837 w 2574384"/>
                <a:gd name="connsiteY2" fmla="*/ 712825 h 2853844"/>
                <a:gd name="connsiteX3" fmla="*/ 2281934 w 2574384"/>
                <a:gd name="connsiteY3" fmla="*/ 734523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1287192 w 2574384"/>
                <a:gd name="connsiteY13" fmla="*/ 198928 h 2853844"/>
                <a:gd name="connsiteX14" fmla="*/ 1490412 w 2574384"/>
                <a:gd name="connsiteY14" fmla="*/ 308347 h 2853844"/>
                <a:gd name="connsiteX15" fmla="*/ 1499448 w 2574384"/>
                <a:gd name="connsiteY15" fmla="*/ 279237 h 2853844"/>
                <a:gd name="connsiteX16" fmla="*/ 192071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1920719" y="0"/>
                  </a:moveTo>
                  <a:cubicBezTo>
                    <a:pt x="2173224" y="0"/>
                    <a:pt x="2377919" y="204695"/>
                    <a:pt x="2377919" y="457200"/>
                  </a:cubicBezTo>
                  <a:cubicBezTo>
                    <a:pt x="2377919" y="551890"/>
                    <a:pt x="2349134" y="639856"/>
                    <a:pt x="2299837" y="712825"/>
                  </a:cubicBezTo>
                  <a:lnTo>
                    <a:pt x="2281934" y="734523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1287192" y="198928"/>
                  </a:lnTo>
                  <a:lnTo>
                    <a:pt x="1490412" y="308347"/>
                  </a:lnTo>
                  <a:lnTo>
                    <a:pt x="1499448" y="279237"/>
                  </a:lnTo>
                  <a:cubicBezTo>
                    <a:pt x="1568855" y="115141"/>
                    <a:pt x="1731340" y="0"/>
                    <a:pt x="1920719" y="0"/>
                  </a:cubicBez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2" name="Freeform: Shape 7"/>
            <p:cNvSpPr/>
            <p:nvPr/>
          </p:nvSpPr>
          <p:spPr>
            <a:xfrm>
              <a:off x="4584940" y="2771844"/>
              <a:ext cx="1181395" cy="1309640"/>
            </a:xfrm>
            <a:custGeom>
              <a:avLst/>
              <a:gdLst>
                <a:gd name="connsiteX0" fmla="*/ 651909 w 2574384"/>
                <a:gd name="connsiteY0" fmla="*/ 0 h 2853844"/>
                <a:gd name="connsiteX1" fmla="*/ 1073180 w 2574384"/>
                <a:gd name="connsiteY1" fmla="*/ 279237 h 2853844"/>
                <a:gd name="connsiteX2" fmla="*/ 1082468 w 2574384"/>
                <a:gd name="connsiteY2" fmla="*/ 309157 h 2853844"/>
                <a:gd name="connsiteX3" fmla="*/ 1287192 w 2574384"/>
                <a:gd name="connsiteY3" fmla="*/ 198928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291234 w 2574384"/>
                <a:gd name="connsiteY13" fmla="*/ 735177 h 2853844"/>
                <a:gd name="connsiteX14" fmla="*/ 272791 w 2574384"/>
                <a:gd name="connsiteY14" fmla="*/ 712825 h 2853844"/>
                <a:gd name="connsiteX15" fmla="*/ 194709 w 2574384"/>
                <a:gd name="connsiteY15" fmla="*/ 457200 h 2853844"/>
                <a:gd name="connsiteX16" fmla="*/ 65190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3" name="Freeform: Shape 8"/>
            <p:cNvSpPr/>
            <p:nvPr/>
          </p:nvSpPr>
          <p:spPr>
            <a:xfrm>
              <a:off x="3630788" y="1471958"/>
              <a:ext cx="914828" cy="806335"/>
            </a:xfrm>
            <a:custGeom>
              <a:avLst/>
              <a:gdLst>
                <a:gd name="connsiteX0" fmla="*/ 1993508 w 1993508"/>
                <a:gd name="connsiteY0" fmla="*/ 0 h 1757088"/>
                <a:gd name="connsiteX1" fmla="*/ 1993508 w 1993508"/>
                <a:gd name="connsiteY1" fmla="*/ 903512 h 1757088"/>
                <a:gd name="connsiteX2" fmla="*/ 1993507 w 1993508"/>
                <a:gd name="connsiteY2" fmla="*/ 903512 h 1757088"/>
                <a:gd name="connsiteX3" fmla="*/ 1726010 w 1993508"/>
                <a:gd name="connsiteY3" fmla="*/ 1047539 h 1757088"/>
                <a:gd name="connsiteX4" fmla="*/ 1766385 w 1993508"/>
                <a:gd name="connsiteY4" fmla="*/ 1121925 h 1757088"/>
                <a:gd name="connsiteX5" fmla="*/ 1802314 w 1993508"/>
                <a:gd name="connsiteY5" fmla="*/ 1299888 h 1757088"/>
                <a:gd name="connsiteX6" fmla="*/ 1345114 w 1993508"/>
                <a:gd name="connsiteY6" fmla="*/ 1757088 h 1757088"/>
                <a:gd name="connsiteX7" fmla="*/ 965996 w 1993508"/>
                <a:gd name="connsiteY7" fmla="*/ 1555513 h 1757088"/>
                <a:gd name="connsiteX8" fmla="*/ 924513 w 1993508"/>
                <a:gd name="connsiteY8" fmla="*/ 1479085 h 1757088"/>
                <a:gd name="connsiteX9" fmla="*/ 706316 w 1993508"/>
                <a:gd name="connsiteY9" fmla="*/ 1596568 h 1757088"/>
                <a:gd name="connsiteX10" fmla="*/ 0 w 1993508"/>
                <a:gd name="connsiteY10" fmla="*/ 1216270 h 1757088"/>
                <a:gd name="connsiteX11" fmla="*/ 3060 w 1993508"/>
                <a:gd name="connsiteY11" fmla="*/ 1209917 h 1757088"/>
                <a:gd name="connsiteX12" fmla="*/ 1803031 w 1993508"/>
                <a:gd name="connsiteY12" fmla="*/ 9618 h 175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3508" h="1757088">
                  <a:moveTo>
                    <a:pt x="1993508" y="0"/>
                  </a:moveTo>
                  <a:lnTo>
                    <a:pt x="1993508" y="903512"/>
                  </a:lnTo>
                  <a:lnTo>
                    <a:pt x="1993507" y="903512"/>
                  </a:lnTo>
                  <a:lnTo>
                    <a:pt x="1726010" y="1047539"/>
                  </a:lnTo>
                  <a:lnTo>
                    <a:pt x="1766385" y="1121925"/>
                  </a:lnTo>
                  <a:cubicBezTo>
                    <a:pt x="1789521" y="1176624"/>
                    <a:pt x="1802314" y="1236762"/>
                    <a:pt x="1802314" y="1299888"/>
                  </a:cubicBezTo>
                  <a:cubicBezTo>
                    <a:pt x="1802314" y="1552393"/>
                    <a:pt x="1597619" y="1757088"/>
                    <a:pt x="1345114" y="1757088"/>
                  </a:cubicBezTo>
                  <a:cubicBezTo>
                    <a:pt x="1187298" y="1757088"/>
                    <a:pt x="1048159" y="1677129"/>
                    <a:pt x="965996" y="1555513"/>
                  </a:cubicBezTo>
                  <a:lnTo>
                    <a:pt x="924513" y="1479085"/>
                  </a:lnTo>
                  <a:lnTo>
                    <a:pt x="706316" y="1596568"/>
                  </a:lnTo>
                  <a:lnTo>
                    <a:pt x="0" y="1216270"/>
                  </a:lnTo>
                  <a:lnTo>
                    <a:pt x="3060" y="1209917"/>
                  </a:lnTo>
                  <a:cubicBezTo>
                    <a:pt x="359655" y="553485"/>
                    <a:pt x="1024331" y="88700"/>
                    <a:pt x="1803031" y="9618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4" name="Freeform: Shape 9"/>
            <p:cNvSpPr/>
            <p:nvPr/>
          </p:nvSpPr>
          <p:spPr>
            <a:xfrm>
              <a:off x="4584940" y="1471796"/>
              <a:ext cx="917390" cy="806498"/>
            </a:xfrm>
            <a:custGeom>
              <a:avLst/>
              <a:gdLst>
                <a:gd name="connsiteX0" fmla="*/ 1 w 1999090"/>
                <a:gd name="connsiteY0" fmla="*/ 0 h 1757443"/>
                <a:gd name="connsiteX1" fmla="*/ 197506 w 1999090"/>
                <a:gd name="connsiteY1" fmla="*/ 9973 h 1757443"/>
                <a:gd name="connsiteX2" fmla="*/ 1997477 w 1999090"/>
                <a:gd name="connsiteY2" fmla="*/ 1210272 h 1757443"/>
                <a:gd name="connsiteX3" fmla="*/ 1999090 w 1999090"/>
                <a:gd name="connsiteY3" fmla="*/ 1213620 h 1757443"/>
                <a:gd name="connsiteX4" fmla="*/ 1287192 w 1999090"/>
                <a:gd name="connsiteY4" fmla="*/ 1596923 h 1757443"/>
                <a:gd name="connsiteX5" fmla="*/ 1071715 w 1999090"/>
                <a:gd name="connsiteY5" fmla="*/ 1480905 h 1757443"/>
                <a:gd name="connsiteX6" fmla="*/ 1031027 w 1999090"/>
                <a:gd name="connsiteY6" fmla="*/ 1555868 h 1757443"/>
                <a:gd name="connsiteX7" fmla="*/ 651909 w 1999090"/>
                <a:gd name="connsiteY7" fmla="*/ 1757443 h 1757443"/>
                <a:gd name="connsiteX8" fmla="*/ 194709 w 1999090"/>
                <a:gd name="connsiteY8" fmla="*/ 1300243 h 1757443"/>
                <a:gd name="connsiteX9" fmla="*/ 230638 w 1999090"/>
                <a:gd name="connsiteY9" fmla="*/ 1122280 h 1757443"/>
                <a:gd name="connsiteX10" fmla="*/ 270218 w 1999090"/>
                <a:gd name="connsiteY10" fmla="*/ 1049359 h 1757443"/>
                <a:gd name="connsiteX11" fmla="*/ 0 w 1999090"/>
                <a:gd name="connsiteY11" fmla="*/ 903867 h 1757443"/>
                <a:gd name="connsiteX12" fmla="*/ 1 w 1999090"/>
                <a:gd name="connsiteY12" fmla="*/ 903867 h 175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9090" h="1757443">
                  <a:moveTo>
                    <a:pt x="1" y="0"/>
                  </a:moveTo>
                  <a:lnTo>
                    <a:pt x="197506" y="9973"/>
                  </a:lnTo>
                  <a:cubicBezTo>
                    <a:pt x="976206" y="89055"/>
                    <a:pt x="1640882" y="553840"/>
                    <a:pt x="1997477" y="1210272"/>
                  </a:cubicBezTo>
                  <a:lnTo>
                    <a:pt x="1999090" y="1213620"/>
                  </a:lnTo>
                  <a:lnTo>
                    <a:pt x="1287192" y="1596923"/>
                  </a:lnTo>
                  <a:lnTo>
                    <a:pt x="1071715" y="1480905"/>
                  </a:lnTo>
                  <a:lnTo>
                    <a:pt x="1031027" y="1555868"/>
                  </a:lnTo>
                  <a:cubicBezTo>
                    <a:pt x="948865" y="1677484"/>
                    <a:pt x="809725" y="1757443"/>
                    <a:pt x="651909" y="1757443"/>
                  </a:cubicBezTo>
                  <a:cubicBezTo>
                    <a:pt x="399404" y="1757443"/>
                    <a:pt x="194709" y="1552748"/>
                    <a:pt x="194709" y="1300243"/>
                  </a:cubicBezTo>
                  <a:cubicBezTo>
                    <a:pt x="194709" y="1237117"/>
                    <a:pt x="207502" y="1176979"/>
                    <a:pt x="230638" y="1122280"/>
                  </a:cubicBezTo>
                  <a:lnTo>
                    <a:pt x="270218" y="1049359"/>
                  </a:lnTo>
                  <a:lnTo>
                    <a:pt x="0" y="903867"/>
                  </a:lnTo>
                  <a:lnTo>
                    <a:pt x="1" y="903867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5" name="Freeform: Shape 10"/>
            <p:cNvSpPr/>
            <p:nvPr/>
          </p:nvSpPr>
          <p:spPr>
            <a:xfrm>
              <a:off x="4973457" y="2062263"/>
              <a:ext cx="656432" cy="943237"/>
            </a:xfrm>
            <a:custGeom>
              <a:avLst/>
              <a:gdLst>
                <a:gd name="connsiteX0" fmla="*/ 1187673 w 1430435"/>
                <a:gd name="connsiteY0" fmla="*/ 0 h 2055413"/>
                <a:gd name="connsiteX1" fmla="*/ 1248402 w 1430435"/>
                <a:gd name="connsiteY1" fmla="*/ 126065 h 2055413"/>
                <a:gd name="connsiteX2" fmla="*/ 1430435 w 1430435"/>
                <a:gd name="connsiteY2" fmla="*/ 1027706 h 2055413"/>
                <a:gd name="connsiteX3" fmla="*/ 1248402 w 1430435"/>
                <a:gd name="connsiteY3" fmla="*/ 1929347 h 2055413"/>
                <a:gd name="connsiteX4" fmla="*/ 1187673 w 1430435"/>
                <a:gd name="connsiteY4" fmla="*/ 2055413 h 2055413"/>
                <a:gd name="connsiteX5" fmla="*/ 457200 w 1430435"/>
                <a:gd name="connsiteY5" fmla="*/ 1662108 h 2055413"/>
                <a:gd name="connsiteX6" fmla="*/ 457201 w 1430435"/>
                <a:gd name="connsiteY6" fmla="*/ 1662108 h 2055413"/>
                <a:gd name="connsiteX7" fmla="*/ 457201 w 1430435"/>
                <a:gd name="connsiteY7" fmla="*/ 1484906 h 2055413"/>
                <a:gd name="connsiteX8" fmla="*/ 457200 w 1430435"/>
                <a:gd name="connsiteY8" fmla="*/ 1484906 h 2055413"/>
                <a:gd name="connsiteX9" fmla="*/ 0 w 1430435"/>
                <a:gd name="connsiteY9" fmla="*/ 1027706 h 2055413"/>
                <a:gd name="connsiteX10" fmla="*/ 457200 w 1430435"/>
                <a:gd name="connsiteY10" fmla="*/ 570506 h 2055413"/>
                <a:gd name="connsiteX11" fmla="*/ 457201 w 1430435"/>
                <a:gd name="connsiteY11" fmla="*/ 570506 h 2055413"/>
                <a:gd name="connsiteX12" fmla="*/ 457201 w 1430435"/>
                <a:gd name="connsiteY12" fmla="*/ 393304 h 2055413"/>
                <a:gd name="connsiteX13" fmla="*/ 457200 w 1430435"/>
                <a:gd name="connsiteY13" fmla="*/ 393304 h 2055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30435" h="2055413">
                  <a:moveTo>
                    <a:pt x="1187673" y="0"/>
                  </a:moveTo>
                  <a:lnTo>
                    <a:pt x="1248402" y="126065"/>
                  </a:lnTo>
                  <a:cubicBezTo>
                    <a:pt x="1365618" y="403194"/>
                    <a:pt x="1430435" y="707881"/>
                    <a:pt x="1430435" y="1027706"/>
                  </a:cubicBezTo>
                  <a:cubicBezTo>
                    <a:pt x="1430435" y="1347532"/>
                    <a:pt x="1365618" y="1652219"/>
                    <a:pt x="1248402" y="1929347"/>
                  </a:cubicBezTo>
                  <a:lnTo>
                    <a:pt x="1187673" y="2055413"/>
                  </a:lnTo>
                  <a:lnTo>
                    <a:pt x="457200" y="1662108"/>
                  </a:lnTo>
                  <a:lnTo>
                    <a:pt x="457201" y="1662108"/>
                  </a:lnTo>
                  <a:lnTo>
                    <a:pt x="457201" y="1484906"/>
                  </a:lnTo>
                  <a:lnTo>
                    <a:pt x="457200" y="1484906"/>
                  </a:lnTo>
                  <a:cubicBezTo>
                    <a:pt x="204695" y="1484906"/>
                    <a:pt x="0" y="1280211"/>
                    <a:pt x="0" y="1027706"/>
                  </a:cubicBezTo>
                  <a:cubicBezTo>
                    <a:pt x="0" y="775201"/>
                    <a:pt x="204695" y="570506"/>
                    <a:pt x="457200" y="570506"/>
                  </a:cubicBezTo>
                  <a:lnTo>
                    <a:pt x="457201" y="570506"/>
                  </a:lnTo>
                  <a:lnTo>
                    <a:pt x="457201" y="393304"/>
                  </a:lnTo>
                  <a:lnTo>
                    <a:pt x="457200" y="393304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6" name="Freeform: Shape 11"/>
            <p:cNvSpPr/>
            <p:nvPr/>
          </p:nvSpPr>
          <p:spPr>
            <a:xfrm>
              <a:off x="4584940" y="2771844"/>
              <a:ext cx="917390" cy="824123"/>
            </a:xfrm>
            <a:custGeom>
              <a:avLst/>
              <a:gdLst>
                <a:gd name="connsiteX0" fmla="*/ 651909 w 1999090"/>
                <a:gd name="connsiteY0" fmla="*/ 0 h 1795851"/>
                <a:gd name="connsiteX1" fmla="*/ 1073180 w 1999090"/>
                <a:gd name="connsiteY1" fmla="*/ 279237 h 1795851"/>
                <a:gd name="connsiteX2" fmla="*/ 1082468 w 1999090"/>
                <a:gd name="connsiteY2" fmla="*/ 309157 h 1795851"/>
                <a:gd name="connsiteX3" fmla="*/ 1287192 w 1999090"/>
                <a:gd name="connsiteY3" fmla="*/ 198928 h 1795851"/>
                <a:gd name="connsiteX4" fmla="*/ 1999090 w 1999090"/>
                <a:gd name="connsiteY4" fmla="*/ 582232 h 1795851"/>
                <a:gd name="connsiteX5" fmla="*/ 1997477 w 1999090"/>
                <a:gd name="connsiteY5" fmla="*/ 585580 h 1795851"/>
                <a:gd name="connsiteX6" fmla="*/ 197506 w 1999090"/>
                <a:gd name="connsiteY6" fmla="*/ 1785878 h 1795851"/>
                <a:gd name="connsiteX7" fmla="*/ 1 w 1999090"/>
                <a:gd name="connsiteY7" fmla="*/ 1795851 h 1795851"/>
                <a:gd name="connsiteX8" fmla="*/ 1 w 1999090"/>
                <a:gd name="connsiteY8" fmla="*/ 891985 h 1795851"/>
                <a:gd name="connsiteX9" fmla="*/ 0 w 1999090"/>
                <a:gd name="connsiteY9" fmla="*/ 891985 h 1795851"/>
                <a:gd name="connsiteX10" fmla="*/ 291234 w 1999090"/>
                <a:gd name="connsiteY10" fmla="*/ 735177 h 1795851"/>
                <a:gd name="connsiteX11" fmla="*/ 272791 w 1999090"/>
                <a:gd name="connsiteY11" fmla="*/ 712825 h 1795851"/>
                <a:gd name="connsiteX12" fmla="*/ 194709 w 1999090"/>
                <a:gd name="connsiteY12" fmla="*/ 457200 h 1795851"/>
                <a:gd name="connsiteX13" fmla="*/ 651909 w 1999090"/>
                <a:gd name="connsiteY13" fmla="*/ 0 h 179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9090" h="1795851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1999090" y="582232"/>
                  </a:lnTo>
                  <a:lnTo>
                    <a:pt x="1997477" y="585580"/>
                  </a:lnTo>
                  <a:cubicBezTo>
                    <a:pt x="1640882" y="1242012"/>
                    <a:pt x="976206" y="1706797"/>
                    <a:pt x="197506" y="1785878"/>
                  </a:cubicBezTo>
                  <a:lnTo>
                    <a:pt x="1" y="1795851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7" name="Freeform: Shape 12"/>
            <p:cNvSpPr/>
            <p:nvPr/>
          </p:nvSpPr>
          <p:spPr>
            <a:xfrm>
              <a:off x="3503894" y="2062263"/>
              <a:ext cx="643375" cy="943238"/>
            </a:xfrm>
            <a:custGeom>
              <a:avLst/>
              <a:gdLst>
                <a:gd name="connsiteX0" fmla="*/ 242762 w 1401984"/>
                <a:gd name="connsiteY0" fmla="*/ 0 h 2055414"/>
                <a:gd name="connsiteX1" fmla="*/ 973235 w 1401984"/>
                <a:gd name="connsiteY1" fmla="*/ 393305 h 2055414"/>
                <a:gd name="connsiteX2" fmla="*/ 973236 w 1401984"/>
                <a:gd name="connsiteY2" fmla="*/ 393305 h 2055414"/>
                <a:gd name="connsiteX3" fmla="*/ 973236 w 1401984"/>
                <a:gd name="connsiteY3" fmla="*/ 554171 h 2055414"/>
                <a:gd name="connsiteX4" fmla="*/ 1036926 w 1401984"/>
                <a:gd name="connsiteY4" fmla="*/ 560592 h 2055414"/>
                <a:gd name="connsiteX5" fmla="*/ 1401984 w 1401984"/>
                <a:gd name="connsiteY5" fmla="*/ 1008503 h 2055414"/>
                <a:gd name="connsiteX6" fmla="*/ 1036926 w 1401984"/>
                <a:gd name="connsiteY6" fmla="*/ 1456415 h 2055414"/>
                <a:gd name="connsiteX7" fmla="*/ 973236 w 1401984"/>
                <a:gd name="connsiteY7" fmla="*/ 1462835 h 2055414"/>
                <a:gd name="connsiteX8" fmla="*/ 973236 w 1401984"/>
                <a:gd name="connsiteY8" fmla="*/ 1662109 h 2055414"/>
                <a:gd name="connsiteX9" fmla="*/ 973235 w 1401984"/>
                <a:gd name="connsiteY9" fmla="*/ 1662109 h 2055414"/>
                <a:gd name="connsiteX10" fmla="*/ 242762 w 1401984"/>
                <a:gd name="connsiteY10" fmla="*/ 2055414 h 2055414"/>
                <a:gd name="connsiteX11" fmla="*/ 182033 w 1401984"/>
                <a:gd name="connsiteY11" fmla="*/ 1929348 h 2055414"/>
                <a:gd name="connsiteX12" fmla="*/ 0 w 1401984"/>
                <a:gd name="connsiteY12" fmla="*/ 1027707 h 2055414"/>
                <a:gd name="connsiteX13" fmla="*/ 182033 w 1401984"/>
                <a:gd name="connsiteY13" fmla="*/ 126066 h 205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1984" h="2055414">
                  <a:moveTo>
                    <a:pt x="242762" y="0"/>
                  </a:moveTo>
                  <a:lnTo>
                    <a:pt x="973235" y="393305"/>
                  </a:lnTo>
                  <a:lnTo>
                    <a:pt x="973236" y="393305"/>
                  </a:lnTo>
                  <a:lnTo>
                    <a:pt x="973236" y="554171"/>
                  </a:lnTo>
                  <a:lnTo>
                    <a:pt x="1036926" y="560592"/>
                  </a:lnTo>
                  <a:cubicBezTo>
                    <a:pt x="1245264" y="603224"/>
                    <a:pt x="1401984" y="787561"/>
                    <a:pt x="1401984" y="1008503"/>
                  </a:cubicBezTo>
                  <a:cubicBezTo>
                    <a:pt x="1401984" y="1229445"/>
                    <a:pt x="1245264" y="1413782"/>
                    <a:pt x="1036926" y="1456415"/>
                  </a:cubicBezTo>
                  <a:lnTo>
                    <a:pt x="973236" y="1462835"/>
                  </a:lnTo>
                  <a:lnTo>
                    <a:pt x="973236" y="1662109"/>
                  </a:lnTo>
                  <a:lnTo>
                    <a:pt x="973235" y="1662109"/>
                  </a:lnTo>
                  <a:lnTo>
                    <a:pt x="242762" y="2055414"/>
                  </a:lnTo>
                  <a:lnTo>
                    <a:pt x="182033" y="1929348"/>
                  </a:lnTo>
                  <a:cubicBezTo>
                    <a:pt x="64818" y="1652220"/>
                    <a:pt x="0" y="1347533"/>
                    <a:pt x="0" y="1027707"/>
                  </a:cubicBezTo>
                  <a:cubicBezTo>
                    <a:pt x="0" y="707882"/>
                    <a:pt x="64818" y="403195"/>
                    <a:pt x="182033" y="126066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8" name="Freeform: Shape 13"/>
            <p:cNvSpPr/>
            <p:nvPr/>
          </p:nvSpPr>
          <p:spPr>
            <a:xfrm>
              <a:off x="3630788" y="2771844"/>
              <a:ext cx="914828" cy="823961"/>
            </a:xfrm>
            <a:custGeom>
              <a:avLst/>
              <a:gdLst>
                <a:gd name="connsiteX0" fmla="*/ 1339843 w 1993508"/>
                <a:gd name="connsiteY0" fmla="*/ 0 h 1795496"/>
                <a:gd name="connsiteX1" fmla="*/ 1797043 w 1993508"/>
                <a:gd name="connsiteY1" fmla="*/ 457200 h 1795496"/>
                <a:gd name="connsiteX2" fmla="*/ 1718961 w 1993508"/>
                <a:gd name="connsiteY2" fmla="*/ 712825 h 1795496"/>
                <a:gd name="connsiteX3" fmla="*/ 1701058 w 1993508"/>
                <a:gd name="connsiteY3" fmla="*/ 734523 h 1795496"/>
                <a:gd name="connsiteX4" fmla="*/ 1993507 w 1993508"/>
                <a:gd name="connsiteY4" fmla="*/ 891985 h 1795496"/>
                <a:gd name="connsiteX5" fmla="*/ 1993508 w 1993508"/>
                <a:gd name="connsiteY5" fmla="*/ 891985 h 1795496"/>
                <a:gd name="connsiteX6" fmla="*/ 1993508 w 1993508"/>
                <a:gd name="connsiteY6" fmla="*/ 1795496 h 1795496"/>
                <a:gd name="connsiteX7" fmla="*/ 1803031 w 1993508"/>
                <a:gd name="connsiteY7" fmla="*/ 1785878 h 1795496"/>
                <a:gd name="connsiteX8" fmla="*/ 3060 w 1993508"/>
                <a:gd name="connsiteY8" fmla="*/ 585580 h 1795496"/>
                <a:gd name="connsiteX9" fmla="*/ 0 w 1993508"/>
                <a:gd name="connsiteY9" fmla="*/ 579227 h 1795496"/>
                <a:gd name="connsiteX10" fmla="*/ 706316 w 1993508"/>
                <a:gd name="connsiteY10" fmla="*/ 198928 h 1795496"/>
                <a:gd name="connsiteX11" fmla="*/ 909536 w 1993508"/>
                <a:gd name="connsiteY11" fmla="*/ 308347 h 1795496"/>
                <a:gd name="connsiteX12" fmla="*/ 918572 w 1993508"/>
                <a:gd name="connsiteY12" fmla="*/ 279237 h 1795496"/>
                <a:gd name="connsiteX13" fmla="*/ 1339843 w 1993508"/>
                <a:gd name="connsiteY13" fmla="*/ 0 h 179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3508" h="1795496">
                  <a:moveTo>
                    <a:pt x="1339843" y="0"/>
                  </a:moveTo>
                  <a:cubicBezTo>
                    <a:pt x="1592348" y="0"/>
                    <a:pt x="1797043" y="204695"/>
                    <a:pt x="1797043" y="457200"/>
                  </a:cubicBezTo>
                  <a:cubicBezTo>
                    <a:pt x="1797043" y="551890"/>
                    <a:pt x="1768258" y="639856"/>
                    <a:pt x="1718961" y="712825"/>
                  </a:cubicBezTo>
                  <a:lnTo>
                    <a:pt x="1701058" y="734523"/>
                  </a:lnTo>
                  <a:lnTo>
                    <a:pt x="1993507" y="891985"/>
                  </a:lnTo>
                  <a:lnTo>
                    <a:pt x="1993508" y="891985"/>
                  </a:lnTo>
                  <a:lnTo>
                    <a:pt x="1993508" y="1795496"/>
                  </a:lnTo>
                  <a:lnTo>
                    <a:pt x="1803031" y="1785878"/>
                  </a:lnTo>
                  <a:cubicBezTo>
                    <a:pt x="1024331" y="1706797"/>
                    <a:pt x="359655" y="1242012"/>
                    <a:pt x="3060" y="585580"/>
                  </a:cubicBezTo>
                  <a:lnTo>
                    <a:pt x="0" y="579227"/>
                  </a:lnTo>
                  <a:lnTo>
                    <a:pt x="706316" y="198928"/>
                  </a:lnTo>
                  <a:lnTo>
                    <a:pt x="909536" y="308347"/>
                  </a:lnTo>
                  <a:lnTo>
                    <a:pt x="918572" y="279237"/>
                  </a:lnTo>
                  <a:cubicBezTo>
                    <a:pt x="987979" y="115141"/>
                    <a:pt x="1150464" y="0"/>
                    <a:pt x="1339843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9" name="Freeform: Shape 14"/>
            <p:cNvSpPr/>
            <p:nvPr/>
          </p:nvSpPr>
          <p:spPr>
            <a:xfrm>
              <a:off x="3655133" y="2395170"/>
              <a:ext cx="265857" cy="259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9" extrusionOk="0">
                  <a:moveTo>
                    <a:pt x="7530" y="4197"/>
                  </a:moveTo>
                  <a:lnTo>
                    <a:pt x="6680" y="3701"/>
                  </a:lnTo>
                  <a:lnTo>
                    <a:pt x="6189" y="4560"/>
                  </a:lnTo>
                  <a:lnTo>
                    <a:pt x="7040" y="5056"/>
                  </a:lnTo>
                  <a:cubicBezTo>
                    <a:pt x="7040" y="5056"/>
                    <a:pt x="7530" y="4197"/>
                    <a:pt x="7530" y="4197"/>
                  </a:cubicBezTo>
                  <a:close/>
                  <a:moveTo>
                    <a:pt x="8512" y="2479"/>
                  </a:moveTo>
                  <a:lnTo>
                    <a:pt x="7662" y="1984"/>
                  </a:lnTo>
                  <a:lnTo>
                    <a:pt x="7171" y="2843"/>
                  </a:lnTo>
                  <a:lnTo>
                    <a:pt x="8021" y="3339"/>
                  </a:lnTo>
                  <a:cubicBezTo>
                    <a:pt x="8021" y="3339"/>
                    <a:pt x="8512" y="2479"/>
                    <a:pt x="8512" y="2479"/>
                  </a:cubicBezTo>
                  <a:close/>
                  <a:moveTo>
                    <a:pt x="20618" y="8428"/>
                  </a:moveTo>
                  <a:lnTo>
                    <a:pt x="982" y="8428"/>
                  </a:lnTo>
                  <a:lnTo>
                    <a:pt x="982" y="6445"/>
                  </a:lnTo>
                  <a:lnTo>
                    <a:pt x="20618" y="6445"/>
                  </a:lnTo>
                  <a:cubicBezTo>
                    <a:pt x="20618" y="6445"/>
                    <a:pt x="20618" y="8428"/>
                    <a:pt x="20618" y="8428"/>
                  </a:cubicBezTo>
                  <a:close/>
                  <a:moveTo>
                    <a:pt x="18655" y="20327"/>
                  </a:moveTo>
                  <a:lnTo>
                    <a:pt x="2945" y="20327"/>
                  </a:lnTo>
                  <a:lnTo>
                    <a:pt x="2945" y="9420"/>
                  </a:lnTo>
                  <a:lnTo>
                    <a:pt x="18655" y="9420"/>
                  </a:lnTo>
                  <a:cubicBezTo>
                    <a:pt x="18655" y="9420"/>
                    <a:pt x="18655" y="20327"/>
                    <a:pt x="18655" y="20327"/>
                  </a:cubicBezTo>
                  <a:close/>
                  <a:moveTo>
                    <a:pt x="6811" y="1488"/>
                  </a:moveTo>
                  <a:cubicBezTo>
                    <a:pt x="7083" y="1014"/>
                    <a:pt x="7683" y="851"/>
                    <a:pt x="8153" y="1125"/>
                  </a:cubicBezTo>
                  <a:lnTo>
                    <a:pt x="9854" y="2117"/>
                  </a:lnTo>
                  <a:lnTo>
                    <a:pt x="7946" y="5454"/>
                  </a:lnTo>
                  <a:lnTo>
                    <a:pt x="5759" y="5454"/>
                  </a:lnTo>
                  <a:lnTo>
                    <a:pt x="5698" y="5419"/>
                  </a:lnTo>
                  <a:lnTo>
                    <a:pt x="5678" y="5454"/>
                  </a:lnTo>
                  <a:lnTo>
                    <a:pt x="4545" y="5454"/>
                  </a:lnTo>
                  <a:cubicBezTo>
                    <a:pt x="4545" y="5454"/>
                    <a:pt x="6811" y="1488"/>
                    <a:pt x="6811" y="1488"/>
                  </a:cubicBezTo>
                  <a:close/>
                  <a:moveTo>
                    <a:pt x="15577" y="5454"/>
                  </a:moveTo>
                  <a:lnTo>
                    <a:pt x="9079" y="5454"/>
                  </a:lnTo>
                  <a:lnTo>
                    <a:pt x="10704" y="2612"/>
                  </a:lnTo>
                  <a:cubicBezTo>
                    <a:pt x="10704" y="2612"/>
                    <a:pt x="15577" y="5454"/>
                    <a:pt x="15577" y="5454"/>
                  </a:cubicBezTo>
                  <a:close/>
                  <a:moveTo>
                    <a:pt x="15930" y="2759"/>
                  </a:moveTo>
                  <a:cubicBezTo>
                    <a:pt x="16454" y="2617"/>
                    <a:pt x="16991" y="2931"/>
                    <a:pt x="17132" y="3460"/>
                  </a:cubicBezTo>
                  <a:lnTo>
                    <a:pt x="17661" y="5454"/>
                  </a:lnTo>
                  <a:lnTo>
                    <a:pt x="17540" y="5454"/>
                  </a:lnTo>
                  <a:lnTo>
                    <a:pt x="16279" y="4718"/>
                  </a:lnTo>
                  <a:lnTo>
                    <a:pt x="16438" y="4674"/>
                  </a:lnTo>
                  <a:lnTo>
                    <a:pt x="16184" y="3716"/>
                  </a:lnTo>
                  <a:lnTo>
                    <a:pt x="15236" y="3973"/>
                  </a:lnTo>
                  <a:lnTo>
                    <a:pt x="15279" y="4135"/>
                  </a:lnTo>
                  <a:lnTo>
                    <a:pt x="14076" y="3434"/>
                  </a:lnTo>
                  <a:lnTo>
                    <a:pt x="14033" y="3272"/>
                  </a:lnTo>
                  <a:cubicBezTo>
                    <a:pt x="14033" y="3272"/>
                    <a:pt x="15930" y="2759"/>
                    <a:pt x="15930" y="2759"/>
                  </a:cubicBezTo>
                  <a:close/>
                  <a:moveTo>
                    <a:pt x="20618" y="5454"/>
                  </a:moveTo>
                  <a:lnTo>
                    <a:pt x="18678" y="5454"/>
                  </a:lnTo>
                  <a:lnTo>
                    <a:pt x="18081" y="3203"/>
                  </a:lnTo>
                  <a:cubicBezTo>
                    <a:pt x="17800" y="2145"/>
                    <a:pt x="16724" y="1518"/>
                    <a:pt x="15676" y="1801"/>
                  </a:cubicBezTo>
                  <a:lnTo>
                    <a:pt x="12671" y="2615"/>
                  </a:lnTo>
                  <a:lnTo>
                    <a:pt x="8644" y="266"/>
                  </a:lnTo>
                  <a:cubicBezTo>
                    <a:pt x="7704" y="-281"/>
                    <a:pt x="6504" y="44"/>
                    <a:pt x="5961" y="992"/>
                  </a:cubicBezTo>
                  <a:lnTo>
                    <a:pt x="3410" y="5454"/>
                  </a:lnTo>
                  <a:lnTo>
                    <a:pt x="982" y="5454"/>
                  </a:lnTo>
                  <a:cubicBezTo>
                    <a:pt x="440" y="5454"/>
                    <a:pt x="0" y="5898"/>
                    <a:pt x="0" y="6445"/>
                  </a:cubicBezTo>
                  <a:lnTo>
                    <a:pt x="0" y="8428"/>
                  </a:lnTo>
                  <a:cubicBezTo>
                    <a:pt x="0" y="8977"/>
                    <a:pt x="440" y="9420"/>
                    <a:pt x="982" y="9420"/>
                  </a:cubicBezTo>
                  <a:lnTo>
                    <a:pt x="1964" y="9420"/>
                  </a:lnTo>
                  <a:lnTo>
                    <a:pt x="1964" y="20327"/>
                  </a:lnTo>
                  <a:cubicBezTo>
                    <a:pt x="1964" y="20875"/>
                    <a:pt x="2403" y="21319"/>
                    <a:pt x="2945" y="21319"/>
                  </a:cubicBezTo>
                  <a:lnTo>
                    <a:pt x="18655" y="21319"/>
                  </a:lnTo>
                  <a:cubicBezTo>
                    <a:pt x="19197" y="21319"/>
                    <a:pt x="19636" y="20875"/>
                    <a:pt x="19636" y="20327"/>
                  </a:cubicBezTo>
                  <a:lnTo>
                    <a:pt x="19636" y="9420"/>
                  </a:lnTo>
                  <a:lnTo>
                    <a:pt x="20618" y="9420"/>
                  </a:lnTo>
                  <a:cubicBezTo>
                    <a:pt x="21160" y="9420"/>
                    <a:pt x="21600" y="8977"/>
                    <a:pt x="21600" y="8428"/>
                  </a:cubicBezTo>
                  <a:lnTo>
                    <a:pt x="21600" y="6445"/>
                  </a:lnTo>
                  <a:cubicBezTo>
                    <a:pt x="21600" y="5898"/>
                    <a:pt x="21160" y="5454"/>
                    <a:pt x="20618" y="5454"/>
                  </a:cubicBezTo>
                  <a:moveTo>
                    <a:pt x="7855" y="12395"/>
                  </a:moveTo>
                  <a:lnTo>
                    <a:pt x="13745" y="12395"/>
                  </a:lnTo>
                  <a:lnTo>
                    <a:pt x="13745" y="13386"/>
                  </a:lnTo>
                  <a:lnTo>
                    <a:pt x="7855" y="13386"/>
                  </a:lnTo>
                  <a:cubicBezTo>
                    <a:pt x="7855" y="13386"/>
                    <a:pt x="7855" y="12395"/>
                    <a:pt x="7855" y="12395"/>
                  </a:cubicBezTo>
                  <a:close/>
                  <a:moveTo>
                    <a:pt x="7855" y="14378"/>
                  </a:moveTo>
                  <a:lnTo>
                    <a:pt x="13745" y="14378"/>
                  </a:lnTo>
                  <a:cubicBezTo>
                    <a:pt x="14288" y="14378"/>
                    <a:pt x="14727" y="13934"/>
                    <a:pt x="14727" y="13386"/>
                  </a:cubicBezTo>
                  <a:lnTo>
                    <a:pt x="14727" y="12395"/>
                  </a:lnTo>
                  <a:cubicBezTo>
                    <a:pt x="14727" y="11847"/>
                    <a:pt x="14288" y="11403"/>
                    <a:pt x="13745" y="11403"/>
                  </a:cubicBezTo>
                  <a:lnTo>
                    <a:pt x="7855" y="11403"/>
                  </a:lnTo>
                  <a:cubicBezTo>
                    <a:pt x="7312" y="11403"/>
                    <a:pt x="6873" y="11847"/>
                    <a:pt x="6873" y="12395"/>
                  </a:cubicBezTo>
                  <a:lnTo>
                    <a:pt x="6873" y="13386"/>
                  </a:lnTo>
                  <a:cubicBezTo>
                    <a:pt x="6873" y="13934"/>
                    <a:pt x="7312" y="14378"/>
                    <a:pt x="7855" y="14378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0" name="Freeform: Shape 15"/>
            <p:cNvSpPr/>
            <p:nvPr/>
          </p:nvSpPr>
          <p:spPr>
            <a:xfrm>
              <a:off x="4850358" y="3078917"/>
              <a:ext cx="217519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600" y="6076"/>
                  </a:moveTo>
                  <a:cubicBezTo>
                    <a:pt x="14428" y="7109"/>
                    <a:pt x="12685" y="7649"/>
                    <a:pt x="10071" y="7803"/>
                  </a:cubicBezTo>
                  <a:cubicBezTo>
                    <a:pt x="9806" y="7259"/>
                    <a:pt x="9160" y="6873"/>
                    <a:pt x="8400" y="6873"/>
                  </a:cubicBezTo>
                  <a:cubicBezTo>
                    <a:pt x="7640" y="6873"/>
                    <a:pt x="6994" y="7259"/>
                    <a:pt x="6729" y="7803"/>
                  </a:cubicBezTo>
                  <a:cubicBezTo>
                    <a:pt x="4115" y="7649"/>
                    <a:pt x="2372" y="7109"/>
                    <a:pt x="1200" y="6076"/>
                  </a:cubicBezTo>
                  <a:lnTo>
                    <a:pt x="1200" y="5891"/>
                  </a:lnTo>
                  <a:cubicBezTo>
                    <a:pt x="1200" y="5349"/>
                    <a:pt x="1738" y="4909"/>
                    <a:pt x="2400" y="4909"/>
                  </a:cubicBezTo>
                  <a:lnTo>
                    <a:pt x="14400" y="4909"/>
                  </a:lnTo>
                  <a:cubicBezTo>
                    <a:pt x="15062" y="4909"/>
                    <a:pt x="15600" y="5349"/>
                    <a:pt x="15600" y="5891"/>
                  </a:cubicBezTo>
                  <a:cubicBezTo>
                    <a:pt x="15600" y="5891"/>
                    <a:pt x="15600" y="6076"/>
                    <a:pt x="15600" y="6076"/>
                  </a:cubicBezTo>
                  <a:close/>
                  <a:moveTo>
                    <a:pt x="7800" y="8346"/>
                  </a:moveTo>
                  <a:cubicBezTo>
                    <a:pt x="7800" y="8074"/>
                    <a:pt x="8069" y="7855"/>
                    <a:pt x="8400" y="7855"/>
                  </a:cubicBezTo>
                  <a:cubicBezTo>
                    <a:pt x="8731" y="7855"/>
                    <a:pt x="9000" y="8074"/>
                    <a:pt x="9000" y="8346"/>
                  </a:cubicBezTo>
                  <a:cubicBezTo>
                    <a:pt x="9000" y="8617"/>
                    <a:pt x="8731" y="8836"/>
                    <a:pt x="8400" y="8836"/>
                  </a:cubicBezTo>
                  <a:cubicBezTo>
                    <a:pt x="8069" y="8836"/>
                    <a:pt x="7800" y="8617"/>
                    <a:pt x="7800" y="8346"/>
                  </a:cubicBezTo>
                  <a:moveTo>
                    <a:pt x="15600" y="19636"/>
                  </a:moveTo>
                  <a:cubicBezTo>
                    <a:pt x="15600" y="20179"/>
                    <a:pt x="15062" y="20619"/>
                    <a:pt x="14400" y="20619"/>
                  </a:cubicBezTo>
                  <a:lnTo>
                    <a:pt x="2400" y="20619"/>
                  </a:lnTo>
                  <a:cubicBezTo>
                    <a:pt x="1738" y="20619"/>
                    <a:pt x="1200" y="20179"/>
                    <a:pt x="1200" y="19636"/>
                  </a:cubicBezTo>
                  <a:lnTo>
                    <a:pt x="1200" y="7318"/>
                  </a:lnTo>
                  <a:cubicBezTo>
                    <a:pt x="2658" y="8244"/>
                    <a:pt x="4301" y="8666"/>
                    <a:pt x="6693" y="8790"/>
                  </a:cubicBezTo>
                  <a:cubicBezTo>
                    <a:pt x="6924" y="9385"/>
                    <a:pt x="7597" y="9819"/>
                    <a:pt x="8400" y="9819"/>
                  </a:cubicBezTo>
                  <a:cubicBezTo>
                    <a:pt x="9203" y="9819"/>
                    <a:pt x="9875" y="9385"/>
                    <a:pt x="10108" y="8790"/>
                  </a:cubicBezTo>
                  <a:cubicBezTo>
                    <a:pt x="12499" y="8666"/>
                    <a:pt x="14142" y="8244"/>
                    <a:pt x="15600" y="7318"/>
                  </a:cubicBezTo>
                  <a:cubicBezTo>
                    <a:pt x="15600" y="7318"/>
                    <a:pt x="15600" y="19636"/>
                    <a:pt x="15600" y="19636"/>
                  </a:cubicBezTo>
                  <a:close/>
                  <a:moveTo>
                    <a:pt x="14400" y="3927"/>
                  </a:moveTo>
                  <a:lnTo>
                    <a:pt x="2400" y="3927"/>
                  </a:lnTo>
                  <a:cubicBezTo>
                    <a:pt x="1075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1075" y="21600"/>
                    <a:pt x="2400" y="21600"/>
                  </a:cubicBezTo>
                  <a:lnTo>
                    <a:pt x="14400" y="21600"/>
                  </a:lnTo>
                  <a:cubicBezTo>
                    <a:pt x="15725" y="21600"/>
                    <a:pt x="16800" y="20721"/>
                    <a:pt x="16800" y="19636"/>
                  </a:cubicBezTo>
                  <a:lnTo>
                    <a:pt x="16800" y="5891"/>
                  </a:lnTo>
                  <a:cubicBezTo>
                    <a:pt x="16800" y="4806"/>
                    <a:pt x="15725" y="3927"/>
                    <a:pt x="14400" y="3927"/>
                  </a:cubicBezTo>
                  <a:moveTo>
                    <a:pt x="5400" y="17673"/>
                  </a:moveTo>
                  <a:lnTo>
                    <a:pt x="4200" y="17673"/>
                  </a:lnTo>
                  <a:cubicBezTo>
                    <a:pt x="3869" y="17673"/>
                    <a:pt x="3600" y="17893"/>
                    <a:pt x="3600" y="18164"/>
                  </a:cubicBezTo>
                  <a:cubicBezTo>
                    <a:pt x="3600" y="18435"/>
                    <a:pt x="3869" y="18655"/>
                    <a:pt x="4200" y="18655"/>
                  </a:cubicBezTo>
                  <a:lnTo>
                    <a:pt x="5400" y="18655"/>
                  </a:lnTo>
                  <a:cubicBezTo>
                    <a:pt x="5731" y="18655"/>
                    <a:pt x="6000" y="18435"/>
                    <a:pt x="6000" y="18164"/>
                  </a:cubicBezTo>
                  <a:cubicBezTo>
                    <a:pt x="6000" y="17893"/>
                    <a:pt x="5731" y="17673"/>
                    <a:pt x="5400" y="17673"/>
                  </a:cubicBezTo>
                  <a:moveTo>
                    <a:pt x="6600" y="15709"/>
                  </a:move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lnTo>
                    <a:pt x="6600" y="16691"/>
                  </a:lnTo>
                  <a:cubicBezTo>
                    <a:pt x="6931" y="16691"/>
                    <a:pt x="7200" y="16472"/>
                    <a:pt x="7200" y="16200"/>
                  </a:cubicBezTo>
                  <a:cubicBezTo>
                    <a:pt x="7200" y="15929"/>
                    <a:pt x="6931" y="15709"/>
                    <a:pt x="6600" y="15709"/>
                  </a:cubicBezTo>
                  <a:moveTo>
                    <a:pt x="19200" y="0"/>
                  </a:moveTo>
                  <a:lnTo>
                    <a:pt x="7200" y="0"/>
                  </a:lnTo>
                  <a:cubicBezTo>
                    <a:pt x="5875" y="0"/>
                    <a:pt x="4800" y="879"/>
                    <a:pt x="4800" y="1964"/>
                  </a:cubicBezTo>
                  <a:lnTo>
                    <a:pt x="4800" y="2455"/>
                  </a:lnTo>
                  <a:cubicBezTo>
                    <a:pt x="4800" y="2726"/>
                    <a:pt x="5069" y="2945"/>
                    <a:pt x="5400" y="2945"/>
                  </a:cubicBezTo>
                  <a:cubicBezTo>
                    <a:pt x="5731" y="2945"/>
                    <a:pt x="6000" y="2726"/>
                    <a:pt x="6000" y="2455"/>
                  </a:cubicBezTo>
                  <a:lnTo>
                    <a:pt x="6000" y="1964"/>
                  </a:lnTo>
                  <a:cubicBezTo>
                    <a:pt x="6000" y="1422"/>
                    <a:pt x="6538" y="982"/>
                    <a:pt x="7200" y="982"/>
                  </a:cubicBez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lnTo>
                    <a:pt x="20400" y="15709"/>
                  </a:lnTo>
                  <a:cubicBezTo>
                    <a:pt x="20400" y="16252"/>
                    <a:pt x="19862" y="16691"/>
                    <a:pt x="19200" y="16691"/>
                  </a:cubicBezTo>
                  <a:lnTo>
                    <a:pt x="18600" y="16691"/>
                  </a:lnTo>
                  <a:cubicBezTo>
                    <a:pt x="18269" y="16691"/>
                    <a:pt x="18000" y="16911"/>
                    <a:pt x="18000" y="17182"/>
                  </a:cubicBezTo>
                  <a:cubicBezTo>
                    <a:pt x="18000" y="17453"/>
                    <a:pt x="18269" y="17673"/>
                    <a:pt x="18600" y="17673"/>
                  </a:cubicBezTo>
                  <a:lnTo>
                    <a:pt x="19200" y="17673"/>
                  </a:lnTo>
                  <a:cubicBezTo>
                    <a:pt x="20525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1" name="Freeform: Shape 16"/>
            <p:cNvSpPr/>
            <p:nvPr/>
          </p:nvSpPr>
          <p:spPr>
            <a:xfrm>
              <a:off x="4850358" y="1762062"/>
              <a:ext cx="265857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2" name="Freeform: Shape 17"/>
            <p:cNvSpPr/>
            <p:nvPr/>
          </p:nvSpPr>
          <p:spPr>
            <a:xfrm>
              <a:off x="5221860" y="2406014"/>
              <a:ext cx="265857" cy="241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161"/>
                  </a:moveTo>
                  <a:lnTo>
                    <a:pt x="13745" y="2161"/>
                  </a:lnTo>
                  <a:cubicBezTo>
                    <a:pt x="11782" y="2160"/>
                    <a:pt x="11782" y="0"/>
                    <a:pt x="9818" y="0"/>
                  </a:cubicBezTo>
                  <a:lnTo>
                    <a:pt x="5891" y="0"/>
                  </a:lnTo>
                  <a:cubicBezTo>
                    <a:pt x="4806" y="0"/>
                    <a:pt x="3927" y="967"/>
                    <a:pt x="3927" y="2161"/>
                  </a:cubicBezTo>
                  <a:lnTo>
                    <a:pt x="3927" y="2700"/>
                  </a:lnTo>
                  <a:cubicBezTo>
                    <a:pt x="3927" y="2999"/>
                    <a:pt x="4147" y="3240"/>
                    <a:pt x="4418" y="3240"/>
                  </a:cubicBezTo>
                  <a:cubicBezTo>
                    <a:pt x="4690" y="3240"/>
                    <a:pt x="4909" y="2999"/>
                    <a:pt x="4909" y="2700"/>
                  </a:cubicBezTo>
                  <a:lnTo>
                    <a:pt x="4909" y="2161"/>
                  </a:lnTo>
                  <a:cubicBezTo>
                    <a:pt x="4909" y="1564"/>
                    <a:pt x="5348" y="1080"/>
                    <a:pt x="5891" y="1080"/>
                  </a:cubicBezTo>
                  <a:lnTo>
                    <a:pt x="9818" y="1080"/>
                  </a:lnTo>
                  <a:cubicBezTo>
                    <a:pt x="11291" y="1080"/>
                    <a:pt x="11291" y="3239"/>
                    <a:pt x="13744" y="3240"/>
                  </a:cubicBezTo>
                  <a:lnTo>
                    <a:pt x="19636" y="3240"/>
                  </a:lnTo>
                  <a:cubicBezTo>
                    <a:pt x="20178" y="3240"/>
                    <a:pt x="20618" y="3724"/>
                    <a:pt x="20618" y="4321"/>
                  </a:cubicBezTo>
                  <a:lnTo>
                    <a:pt x="20618" y="15120"/>
                  </a:lnTo>
                  <a:cubicBezTo>
                    <a:pt x="20618" y="15717"/>
                    <a:pt x="20178" y="16200"/>
                    <a:pt x="19636" y="16200"/>
                  </a:cubicBezTo>
                  <a:lnTo>
                    <a:pt x="19145" y="16200"/>
                  </a:lnTo>
                  <a:cubicBezTo>
                    <a:pt x="18874" y="16200"/>
                    <a:pt x="18655" y="16442"/>
                    <a:pt x="18655" y="16740"/>
                  </a:cubicBezTo>
                  <a:cubicBezTo>
                    <a:pt x="18655" y="17039"/>
                    <a:pt x="18874" y="17280"/>
                    <a:pt x="19145" y="17280"/>
                  </a:cubicBezTo>
                  <a:lnTo>
                    <a:pt x="19636" y="17280"/>
                  </a:lnTo>
                  <a:cubicBezTo>
                    <a:pt x="20721" y="17280"/>
                    <a:pt x="21600" y="16314"/>
                    <a:pt x="21600" y="15120"/>
                  </a:cubicBezTo>
                  <a:lnTo>
                    <a:pt x="21600" y="4321"/>
                  </a:lnTo>
                  <a:cubicBezTo>
                    <a:pt x="21600" y="3127"/>
                    <a:pt x="20721" y="2161"/>
                    <a:pt x="19636" y="2161"/>
                  </a:cubicBezTo>
                  <a:moveTo>
                    <a:pt x="16691" y="9720"/>
                  </a:moveTo>
                  <a:lnTo>
                    <a:pt x="982" y="9720"/>
                  </a:lnTo>
                  <a:lnTo>
                    <a:pt x="982" y="6481"/>
                  </a:lnTo>
                  <a:cubicBezTo>
                    <a:pt x="982" y="5884"/>
                    <a:pt x="1421" y="5400"/>
                    <a:pt x="1964" y="5400"/>
                  </a:cubicBezTo>
                  <a:lnTo>
                    <a:pt x="5891" y="5400"/>
                  </a:lnTo>
                  <a:cubicBezTo>
                    <a:pt x="7364" y="5400"/>
                    <a:pt x="7364" y="7560"/>
                    <a:pt x="9818" y="7560"/>
                  </a:cubicBezTo>
                  <a:lnTo>
                    <a:pt x="15709" y="7560"/>
                  </a:lnTo>
                  <a:cubicBezTo>
                    <a:pt x="16251" y="7560"/>
                    <a:pt x="16691" y="8044"/>
                    <a:pt x="16691" y="8641"/>
                  </a:cubicBezTo>
                  <a:cubicBezTo>
                    <a:pt x="16691" y="8641"/>
                    <a:pt x="16691" y="9720"/>
                    <a:pt x="16691" y="9720"/>
                  </a:cubicBezTo>
                  <a:close/>
                  <a:moveTo>
                    <a:pt x="16691" y="19440"/>
                  </a:moveTo>
                  <a:cubicBezTo>
                    <a:pt x="16691" y="20037"/>
                    <a:pt x="16251" y="20520"/>
                    <a:pt x="15709" y="20520"/>
                  </a:cubicBezTo>
                  <a:lnTo>
                    <a:pt x="1964" y="20520"/>
                  </a:lnTo>
                  <a:cubicBezTo>
                    <a:pt x="1421" y="20520"/>
                    <a:pt x="982" y="20037"/>
                    <a:pt x="982" y="19440"/>
                  </a:cubicBezTo>
                  <a:lnTo>
                    <a:pt x="982" y="10801"/>
                  </a:lnTo>
                  <a:lnTo>
                    <a:pt x="16691" y="10801"/>
                  </a:lnTo>
                  <a:cubicBezTo>
                    <a:pt x="16691" y="10801"/>
                    <a:pt x="16691" y="19440"/>
                    <a:pt x="16691" y="19440"/>
                  </a:cubicBezTo>
                  <a:close/>
                  <a:moveTo>
                    <a:pt x="15709" y="6481"/>
                  </a:moveTo>
                  <a:lnTo>
                    <a:pt x="9818" y="6481"/>
                  </a:lnTo>
                  <a:cubicBezTo>
                    <a:pt x="7855" y="6480"/>
                    <a:pt x="7855" y="4320"/>
                    <a:pt x="5891" y="4320"/>
                  </a:cubicBezTo>
                  <a:lnTo>
                    <a:pt x="1964" y="4320"/>
                  </a:lnTo>
                  <a:cubicBezTo>
                    <a:pt x="879" y="4320"/>
                    <a:pt x="0" y="5287"/>
                    <a:pt x="0" y="6481"/>
                  </a:cubicBezTo>
                  <a:lnTo>
                    <a:pt x="0" y="19440"/>
                  </a:lnTo>
                  <a:cubicBezTo>
                    <a:pt x="0" y="20634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634"/>
                    <a:pt x="17673" y="19440"/>
                  </a:cubicBezTo>
                  <a:lnTo>
                    <a:pt x="17673" y="8641"/>
                  </a:lnTo>
                  <a:cubicBezTo>
                    <a:pt x="17673" y="7447"/>
                    <a:pt x="16794" y="6481"/>
                    <a:pt x="15709" y="6481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3" name="Freeform: Shape 18"/>
            <p:cNvSpPr/>
            <p:nvPr/>
          </p:nvSpPr>
          <p:spPr>
            <a:xfrm>
              <a:off x="4014342" y="1762062"/>
              <a:ext cx="265857" cy="24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4" name="Freeform: Shape 19"/>
            <p:cNvSpPr/>
            <p:nvPr/>
          </p:nvSpPr>
          <p:spPr>
            <a:xfrm>
              <a:off x="4013415" y="3075072"/>
              <a:ext cx="265858" cy="217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3600"/>
                  </a:moveTo>
                  <a:lnTo>
                    <a:pt x="1964" y="3600"/>
                  </a:lnTo>
                  <a:lnTo>
                    <a:pt x="1964" y="1200"/>
                  </a:lnTo>
                  <a:lnTo>
                    <a:pt x="19636" y="1200"/>
                  </a:lnTo>
                  <a:cubicBezTo>
                    <a:pt x="19636" y="1200"/>
                    <a:pt x="19636" y="3600"/>
                    <a:pt x="19636" y="3600"/>
                  </a:cubicBezTo>
                  <a:close/>
                  <a:moveTo>
                    <a:pt x="17182" y="6000"/>
                  </a:moveTo>
                  <a:lnTo>
                    <a:pt x="17182" y="4800"/>
                  </a:lnTo>
                  <a:lnTo>
                    <a:pt x="19145" y="4800"/>
                  </a:lnTo>
                  <a:lnTo>
                    <a:pt x="19145" y="6000"/>
                  </a:lnTo>
                  <a:cubicBezTo>
                    <a:pt x="19145" y="6662"/>
                    <a:pt x="18705" y="7200"/>
                    <a:pt x="18164" y="7200"/>
                  </a:cubicBezTo>
                  <a:cubicBezTo>
                    <a:pt x="17621" y="7200"/>
                    <a:pt x="17182" y="6662"/>
                    <a:pt x="17182" y="6000"/>
                  </a:cubicBezTo>
                  <a:moveTo>
                    <a:pt x="14236" y="6000"/>
                  </a:moveTo>
                  <a:lnTo>
                    <a:pt x="14236" y="4800"/>
                  </a:lnTo>
                  <a:lnTo>
                    <a:pt x="16200" y="4800"/>
                  </a:lnTo>
                  <a:lnTo>
                    <a:pt x="16200" y="6000"/>
                  </a:lnTo>
                  <a:cubicBezTo>
                    <a:pt x="16200" y="6662"/>
                    <a:pt x="15760" y="7200"/>
                    <a:pt x="15218" y="7200"/>
                  </a:cubicBezTo>
                  <a:cubicBezTo>
                    <a:pt x="14675" y="7200"/>
                    <a:pt x="14236" y="6662"/>
                    <a:pt x="14236" y="6000"/>
                  </a:cubicBezTo>
                  <a:moveTo>
                    <a:pt x="11291" y="6000"/>
                  </a:moveTo>
                  <a:lnTo>
                    <a:pt x="11291" y="4800"/>
                  </a:lnTo>
                  <a:lnTo>
                    <a:pt x="13255" y="4800"/>
                  </a:lnTo>
                  <a:lnTo>
                    <a:pt x="13255" y="6000"/>
                  </a:lnTo>
                  <a:cubicBezTo>
                    <a:pt x="13255" y="6662"/>
                    <a:pt x="12814" y="7200"/>
                    <a:pt x="12273" y="7200"/>
                  </a:cubicBezTo>
                  <a:cubicBezTo>
                    <a:pt x="11730" y="7200"/>
                    <a:pt x="11291" y="6662"/>
                    <a:pt x="11291" y="6000"/>
                  </a:cubicBezTo>
                  <a:moveTo>
                    <a:pt x="8345" y="6000"/>
                  </a:moveTo>
                  <a:lnTo>
                    <a:pt x="8345" y="4800"/>
                  </a:lnTo>
                  <a:lnTo>
                    <a:pt x="10309" y="4800"/>
                  </a:lnTo>
                  <a:lnTo>
                    <a:pt x="10309" y="6000"/>
                  </a:lnTo>
                  <a:cubicBezTo>
                    <a:pt x="10309" y="6662"/>
                    <a:pt x="9869" y="7200"/>
                    <a:pt x="9327" y="7200"/>
                  </a:cubicBezTo>
                  <a:cubicBezTo>
                    <a:pt x="8785" y="7200"/>
                    <a:pt x="8345" y="6662"/>
                    <a:pt x="8345" y="6000"/>
                  </a:cubicBezTo>
                  <a:moveTo>
                    <a:pt x="5400" y="6000"/>
                  </a:moveTo>
                  <a:lnTo>
                    <a:pt x="5400" y="4800"/>
                  </a:lnTo>
                  <a:lnTo>
                    <a:pt x="7364" y="4800"/>
                  </a:lnTo>
                  <a:lnTo>
                    <a:pt x="7364" y="6000"/>
                  </a:lnTo>
                  <a:cubicBezTo>
                    <a:pt x="7364" y="6662"/>
                    <a:pt x="6924" y="7200"/>
                    <a:pt x="6382" y="7200"/>
                  </a:cubicBezTo>
                  <a:cubicBezTo>
                    <a:pt x="5839" y="7200"/>
                    <a:pt x="5400" y="6662"/>
                    <a:pt x="5400" y="6000"/>
                  </a:cubicBezTo>
                  <a:moveTo>
                    <a:pt x="2455" y="6000"/>
                  </a:moveTo>
                  <a:lnTo>
                    <a:pt x="2455" y="4800"/>
                  </a:lnTo>
                  <a:lnTo>
                    <a:pt x="4418" y="4800"/>
                  </a:lnTo>
                  <a:lnTo>
                    <a:pt x="4418" y="6000"/>
                  </a:lnTo>
                  <a:cubicBezTo>
                    <a:pt x="4418" y="6662"/>
                    <a:pt x="3978" y="7200"/>
                    <a:pt x="3436" y="7200"/>
                  </a:cubicBezTo>
                  <a:cubicBezTo>
                    <a:pt x="2894" y="7200"/>
                    <a:pt x="2455" y="6662"/>
                    <a:pt x="2455" y="6000"/>
                  </a:cubicBezTo>
                  <a:moveTo>
                    <a:pt x="19636" y="20400"/>
                  </a:moveTo>
                  <a:lnTo>
                    <a:pt x="12764" y="20400"/>
                  </a:lnTo>
                  <a:lnTo>
                    <a:pt x="12764" y="13800"/>
                  </a:lnTo>
                  <a:cubicBezTo>
                    <a:pt x="12764" y="13469"/>
                    <a:pt x="12544" y="13200"/>
                    <a:pt x="12273" y="13200"/>
                  </a:cubicBezTo>
                  <a:lnTo>
                    <a:pt x="9327" y="13200"/>
                  </a:lnTo>
                  <a:cubicBezTo>
                    <a:pt x="9056" y="13200"/>
                    <a:pt x="8836" y="13469"/>
                    <a:pt x="8836" y="13800"/>
                  </a:cubicBezTo>
                  <a:lnTo>
                    <a:pt x="8836" y="20400"/>
                  </a:lnTo>
                  <a:lnTo>
                    <a:pt x="1964" y="20400"/>
                  </a:lnTo>
                  <a:lnTo>
                    <a:pt x="1964" y="7573"/>
                  </a:lnTo>
                  <a:cubicBezTo>
                    <a:pt x="2324" y="8076"/>
                    <a:pt x="2847" y="8400"/>
                    <a:pt x="3436" y="8400"/>
                  </a:cubicBezTo>
                  <a:cubicBezTo>
                    <a:pt x="4026" y="8400"/>
                    <a:pt x="4549" y="8076"/>
                    <a:pt x="4909" y="7573"/>
                  </a:cubicBezTo>
                  <a:cubicBezTo>
                    <a:pt x="5269" y="8076"/>
                    <a:pt x="5792" y="8400"/>
                    <a:pt x="6382" y="8400"/>
                  </a:cubicBezTo>
                  <a:cubicBezTo>
                    <a:pt x="6971" y="8400"/>
                    <a:pt x="7495" y="8076"/>
                    <a:pt x="7855" y="7573"/>
                  </a:cubicBezTo>
                  <a:cubicBezTo>
                    <a:pt x="8215" y="8076"/>
                    <a:pt x="8738" y="8400"/>
                    <a:pt x="9327" y="8400"/>
                  </a:cubicBezTo>
                  <a:cubicBezTo>
                    <a:pt x="9917" y="8400"/>
                    <a:pt x="10440" y="8076"/>
                    <a:pt x="10800" y="7573"/>
                  </a:cubicBezTo>
                  <a:cubicBezTo>
                    <a:pt x="11160" y="8076"/>
                    <a:pt x="11683" y="8400"/>
                    <a:pt x="12273" y="8400"/>
                  </a:cubicBezTo>
                  <a:cubicBezTo>
                    <a:pt x="12862" y="8400"/>
                    <a:pt x="13385" y="8076"/>
                    <a:pt x="13745" y="7573"/>
                  </a:cubicBezTo>
                  <a:cubicBezTo>
                    <a:pt x="14105" y="8076"/>
                    <a:pt x="14629" y="8400"/>
                    <a:pt x="15218" y="8400"/>
                  </a:cubicBezTo>
                  <a:cubicBezTo>
                    <a:pt x="15808" y="8400"/>
                    <a:pt x="16331" y="8076"/>
                    <a:pt x="16691" y="7573"/>
                  </a:cubicBezTo>
                  <a:cubicBezTo>
                    <a:pt x="17051" y="8076"/>
                    <a:pt x="17574" y="8400"/>
                    <a:pt x="18164" y="8400"/>
                  </a:cubicBezTo>
                  <a:cubicBezTo>
                    <a:pt x="18753" y="8400"/>
                    <a:pt x="19276" y="8076"/>
                    <a:pt x="19636" y="7573"/>
                  </a:cubicBezTo>
                  <a:cubicBezTo>
                    <a:pt x="19636" y="7573"/>
                    <a:pt x="19636" y="20400"/>
                    <a:pt x="19636" y="20400"/>
                  </a:cubicBezTo>
                  <a:close/>
                  <a:moveTo>
                    <a:pt x="11782" y="20400"/>
                  </a:moveTo>
                  <a:lnTo>
                    <a:pt x="9818" y="20400"/>
                  </a:lnTo>
                  <a:lnTo>
                    <a:pt x="9818" y="14400"/>
                  </a:lnTo>
                  <a:lnTo>
                    <a:pt x="11782" y="14400"/>
                  </a:lnTo>
                  <a:cubicBezTo>
                    <a:pt x="11782" y="14400"/>
                    <a:pt x="11782" y="20400"/>
                    <a:pt x="11782" y="20400"/>
                  </a:cubicBezTo>
                  <a:close/>
                  <a:moveTo>
                    <a:pt x="21109" y="20400"/>
                  </a:moveTo>
                  <a:lnTo>
                    <a:pt x="20618" y="20400"/>
                  </a:lnTo>
                  <a:lnTo>
                    <a:pt x="20618" y="4800"/>
                  </a:lnTo>
                  <a:lnTo>
                    <a:pt x="21109" y="4800"/>
                  </a:lnTo>
                  <a:cubicBezTo>
                    <a:pt x="21380" y="4800"/>
                    <a:pt x="21600" y="4532"/>
                    <a:pt x="21600" y="4200"/>
                  </a:cubicBezTo>
                  <a:cubicBezTo>
                    <a:pt x="21600" y="3868"/>
                    <a:pt x="21380" y="3600"/>
                    <a:pt x="21109" y="3600"/>
                  </a:cubicBezTo>
                  <a:lnTo>
                    <a:pt x="20618" y="3600"/>
                  </a:lnTo>
                  <a:lnTo>
                    <a:pt x="20618" y="1200"/>
                  </a:lnTo>
                  <a:cubicBezTo>
                    <a:pt x="20618" y="538"/>
                    <a:pt x="20178" y="0"/>
                    <a:pt x="19636" y="0"/>
                  </a:cubicBezTo>
                  <a:lnTo>
                    <a:pt x="1964" y="0"/>
                  </a:lnTo>
                  <a:cubicBezTo>
                    <a:pt x="1421" y="0"/>
                    <a:pt x="982" y="538"/>
                    <a:pt x="982" y="1200"/>
                  </a:cubicBezTo>
                  <a:lnTo>
                    <a:pt x="982" y="3600"/>
                  </a:lnTo>
                  <a:lnTo>
                    <a:pt x="491" y="3600"/>
                  </a:lnTo>
                  <a:cubicBezTo>
                    <a:pt x="220" y="3600"/>
                    <a:pt x="0" y="3868"/>
                    <a:pt x="0" y="4200"/>
                  </a:cubicBezTo>
                  <a:cubicBezTo>
                    <a:pt x="0" y="4532"/>
                    <a:pt x="220" y="4800"/>
                    <a:pt x="491" y="4800"/>
                  </a:cubicBezTo>
                  <a:lnTo>
                    <a:pt x="982" y="4800"/>
                  </a:lnTo>
                  <a:lnTo>
                    <a:pt x="982" y="20400"/>
                  </a:lnTo>
                  <a:lnTo>
                    <a:pt x="491" y="20400"/>
                  </a:lnTo>
                  <a:cubicBezTo>
                    <a:pt x="220" y="20400"/>
                    <a:pt x="0" y="20669"/>
                    <a:pt x="0" y="21000"/>
                  </a:cubicBezTo>
                  <a:cubicBezTo>
                    <a:pt x="0" y="21332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cubicBezTo>
                    <a:pt x="21600" y="20669"/>
                    <a:pt x="21380" y="20400"/>
                    <a:pt x="21109" y="20400"/>
                  </a:cubicBezTo>
                  <a:moveTo>
                    <a:pt x="16691" y="16800"/>
                  </a:moveTo>
                  <a:lnTo>
                    <a:pt x="14727" y="16800"/>
                  </a:lnTo>
                  <a:lnTo>
                    <a:pt x="14727" y="14400"/>
                  </a:lnTo>
                  <a:lnTo>
                    <a:pt x="16691" y="14400"/>
                  </a:lnTo>
                  <a:cubicBezTo>
                    <a:pt x="16691" y="14400"/>
                    <a:pt x="16691" y="16800"/>
                    <a:pt x="16691" y="16800"/>
                  </a:cubicBezTo>
                  <a:close/>
                  <a:moveTo>
                    <a:pt x="17182" y="13200"/>
                  </a:moveTo>
                  <a:lnTo>
                    <a:pt x="14236" y="13200"/>
                  </a:lnTo>
                  <a:cubicBezTo>
                    <a:pt x="13965" y="13200"/>
                    <a:pt x="13745" y="13469"/>
                    <a:pt x="13745" y="13800"/>
                  </a:cubicBezTo>
                  <a:lnTo>
                    <a:pt x="13745" y="17400"/>
                  </a:lnTo>
                  <a:cubicBezTo>
                    <a:pt x="13745" y="17732"/>
                    <a:pt x="13965" y="18000"/>
                    <a:pt x="14236" y="18000"/>
                  </a:cubicBezTo>
                  <a:lnTo>
                    <a:pt x="17182" y="18000"/>
                  </a:lnTo>
                  <a:cubicBezTo>
                    <a:pt x="17453" y="18000"/>
                    <a:pt x="17673" y="17732"/>
                    <a:pt x="17673" y="17400"/>
                  </a:cubicBezTo>
                  <a:lnTo>
                    <a:pt x="17673" y="13800"/>
                  </a:lnTo>
                  <a:cubicBezTo>
                    <a:pt x="17673" y="13469"/>
                    <a:pt x="17453" y="13200"/>
                    <a:pt x="17182" y="13200"/>
                  </a:cubicBezTo>
                  <a:moveTo>
                    <a:pt x="6873" y="16800"/>
                  </a:moveTo>
                  <a:lnTo>
                    <a:pt x="4909" y="16800"/>
                  </a:lnTo>
                  <a:lnTo>
                    <a:pt x="4909" y="14400"/>
                  </a:lnTo>
                  <a:lnTo>
                    <a:pt x="6873" y="14400"/>
                  </a:lnTo>
                  <a:cubicBezTo>
                    <a:pt x="6873" y="14400"/>
                    <a:pt x="6873" y="16800"/>
                    <a:pt x="6873" y="16800"/>
                  </a:cubicBezTo>
                  <a:close/>
                  <a:moveTo>
                    <a:pt x="7364" y="13200"/>
                  </a:moveTo>
                  <a:lnTo>
                    <a:pt x="4418" y="13200"/>
                  </a:lnTo>
                  <a:cubicBezTo>
                    <a:pt x="4147" y="13200"/>
                    <a:pt x="3927" y="13469"/>
                    <a:pt x="3927" y="13800"/>
                  </a:cubicBezTo>
                  <a:lnTo>
                    <a:pt x="3927" y="17400"/>
                  </a:lnTo>
                  <a:cubicBezTo>
                    <a:pt x="3927" y="17732"/>
                    <a:pt x="4147" y="18000"/>
                    <a:pt x="4418" y="18000"/>
                  </a:cubicBezTo>
                  <a:lnTo>
                    <a:pt x="7364" y="18000"/>
                  </a:lnTo>
                  <a:cubicBezTo>
                    <a:pt x="7635" y="18000"/>
                    <a:pt x="7855" y="17732"/>
                    <a:pt x="7855" y="17400"/>
                  </a:cubicBezTo>
                  <a:lnTo>
                    <a:pt x="7855" y="13800"/>
                  </a:lnTo>
                  <a:cubicBezTo>
                    <a:pt x="7855" y="13469"/>
                    <a:pt x="7635" y="13200"/>
                    <a:pt x="7364" y="1320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5" name="TextBox 26"/>
            <p:cNvSpPr txBox="1"/>
            <p:nvPr/>
          </p:nvSpPr>
          <p:spPr>
            <a:xfrm>
              <a:off x="5116215" y="123875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6" name="TextBox 27"/>
            <p:cNvSpPr txBox="1"/>
            <p:nvPr/>
          </p:nvSpPr>
          <p:spPr>
            <a:xfrm>
              <a:off x="3569665" y="123618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5766335" y="2292022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8" name="TextBox 29"/>
            <p:cNvSpPr txBox="1"/>
            <p:nvPr/>
          </p:nvSpPr>
          <p:spPr>
            <a:xfrm>
              <a:off x="3003167" y="2292021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06</a:t>
              </a:r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3648653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05</a:t>
              </a:r>
            </a:p>
          </p:txBody>
        </p:sp>
        <p:sp>
          <p:nvSpPr>
            <p:cNvPr id="70" name="TextBox 31"/>
            <p:cNvSpPr txBox="1"/>
            <p:nvPr/>
          </p:nvSpPr>
          <p:spPr>
            <a:xfrm>
              <a:off x="5116215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67616" y="1933506"/>
            <a:ext cx="11539790" cy="4300657"/>
            <a:chOff x="137056" y="1127542"/>
            <a:chExt cx="8654839" cy="3225491"/>
          </a:xfrm>
        </p:grpSpPr>
        <p:sp>
          <p:nvSpPr>
            <p:cNvPr id="72" name="Rectangle 20"/>
            <p:cNvSpPr/>
            <p:nvPr/>
          </p:nvSpPr>
          <p:spPr>
            <a:xfrm>
              <a:off x="5919578" y="1138635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多模态论文数据与标签</a:t>
              </a:r>
            </a:p>
          </p:txBody>
        </p:sp>
        <p:sp>
          <p:nvSpPr>
            <p:cNvPr id="73" name="Rectangle 21"/>
            <p:cNvSpPr/>
            <p:nvPr/>
          </p:nvSpPr>
          <p:spPr>
            <a:xfrm>
              <a:off x="6431031" y="2141161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知识库与可检索事实支撑</a:t>
              </a:r>
            </a:p>
          </p:txBody>
        </p:sp>
        <p:sp>
          <p:nvSpPr>
            <p:cNvPr id="74" name="Rectangle 22"/>
            <p:cNvSpPr/>
            <p:nvPr/>
          </p:nvSpPr>
          <p:spPr>
            <a:xfrm>
              <a:off x="5863825" y="3351682"/>
              <a:ext cx="2759317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大模型评阅主流程与策略优化</a:t>
              </a:r>
            </a:p>
          </p:txBody>
        </p:sp>
        <p:sp>
          <p:nvSpPr>
            <p:cNvPr id="75" name="Rectangle 23"/>
            <p:cNvSpPr/>
            <p:nvPr/>
          </p:nvSpPr>
          <p:spPr>
            <a:xfrm>
              <a:off x="721277" y="1127542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问题与目标</a:t>
              </a:r>
            </a:p>
          </p:txBody>
        </p:sp>
        <p:sp>
          <p:nvSpPr>
            <p:cNvPr id="76" name="Rectangle 24"/>
            <p:cNvSpPr/>
            <p:nvPr/>
          </p:nvSpPr>
          <p:spPr>
            <a:xfrm>
              <a:off x="208473" y="2200555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系统与</a:t>
              </a:r>
              <a:r>
                <a:rPr lang="en-US" altLang="zh-CN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nanobot</a:t>
              </a:r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编排</a:t>
              </a:r>
            </a:p>
          </p:txBody>
        </p:sp>
        <p:sp>
          <p:nvSpPr>
            <p:cNvPr id="77" name="Rectangle 25"/>
            <p:cNvSpPr/>
            <p:nvPr/>
          </p:nvSpPr>
          <p:spPr>
            <a:xfrm>
              <a:off x="137056" y="3351685"/>
              <a:ext cx="3011985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可解释输出与评审报告结构化交付</a:t>
              </a:r>
            </a:p>
          </p:txBody>
        </p:sp>
        <p:sp>
          <p:nvSpPr>
            <p:cNvPr id="78" name="TextBox 36"/>
            <p:cNvSpPr txBox="1"/>
            <p:nvPr/>
          </p:nvSpPr>
          <p:spPr>
            <a:xfrm>
              <a:off x="5919578" y="1471959"/>
              <a:ext cx="2360864" cy="4602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构建论文多模态要素抽取，设计评阅标签与结构化字段，建立标注规范与质控。</a:t>
              </a:r>
            </a:p>
          </p:txBody>
        </p:sp>
        <p:sp>
          <p:nvSpPr>
            <p:cNvPr id="79" name="TextBox 38"/>
            <p:cNvSpPr txBox="1"/>
            <p:nvPr/>
          </p:nvSpPr>
          <p:spPr>
            <a:xfrm>
              <a:off x="6431031" y="2474487"/>
              <a:ext cx="2303622" cy="87576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将优秀论文片段、评阅样例、术语表等组织为可检索知识库，为每个评审维度配置“检索</a:t>
              </a:r>
              <a:r>
                <a:rPr lang="en-US" altLang="zh-CN" dirty="0">
                  <a:sym typeface="+mn-lt"/>
                </a:rPr>
                <a:t>—</a:t>
              </a:r>
              <a:r>
                <a:rPr lang="zh-CN" altLang="en-US" dirty="0">
                  <a:sym typeface="+mn-lt"/>
                </a:rPr>
                <a:t>引用</a:t>
              </a:r>
              <a:r>
                <a:rPr lang="en-US" altLang="zh-CN" dirty="0">
                  <a:sym typeface="+mn-lt"/>
                </a:rPr>
                <a:t>—</a:t>
              </a:r>
              <a:r>
                <a:rPr lang="zh-CN" altLang="en-US" dirty="0">
                  <a:sym typeface="+mn-lt"/>
                </a:rPr>
                <a:t>再生成”的约束策略，让输出尽量“言之有据”。</a:t>
              </a:r>
            </a:p>
          </p:txBody>
        </p:sp>
        <p:sp>
          <p:nvSpPr>
            <p:cNvPr id="80" name="TextBox 39"/>
            <p:cNvSpPr txBox="1"/>
            <p:nvPr/>
          </p:nvSpPr>
          <p:spPr>
            <a:xfrm>
              <a:off x="5863825" y="3685014"/>
              <a:ext cx="2360864" cy="66801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以</a:t>
              </a:r>
              <a:r>
                <a:rPr lang="en-US" altLang="zh-CN" dirty="0">
                  <a:sym typeface="+mn-lt"/>
                </a:rPr>
                <a:t>LLM</a:t>
              </a:r>
              <a:r>
                <a:rPr lang="zh-CN" altLang="en-US" dirty="0">
                  <a:sym typeface="+mn-lt"/>
                </a:rPr>
                <a:t>为核心完成多步评审链，以“专家样例</a:t>
              </a:r>
              <a:r>
                <a:rPr lang="en-US" altLang="zh-CN" dirty="0">
                  <a:sym typeface="+mn-lt"/>
                </a:rPr>
                <a:t>+</a:t>
              </a:r>
              <a:r>
                <a:rPr lang="zh-CN" altLang="en-US" dirty="0">
                  <a:sym typeface="+mn-lt"/>
                </a:rPr>
                <a:t>评审意见”为监督</a:t>
              </a:r>
              <a:r>
                <a:rPr lang="en-US" altLang="zh-CN" dirty="0">
                  <a:sym typeface="+mn-lt"/>
                </a:rPr>
                <a:t>/</a:t>
              </a:r>
              <a:r>
                <a:rPr lang="zh-CN" altLang="en-US" dirty="0">
                  <a:sym typeface="+mn-lt"/>
                </a:rPr>
                <a:t>偏好信号，做策略层面的迭代。</a:t>
              </a:r>
            </a:p>
          </p:txBody>
        </p:sp>
        <p:sp>
          <p:nvSpPr>
            <p:cNvPr id="81" name="TextBox 40"/>
            <p:cNvSpPr txBox="1"/>
            <p:nvPr/>
          </p:nvSpPr>
          <p:spPr>
            <a:xfrm>
              <a:off x="605417" y="3685011"/>
              <a:ext cx="2538054" cy="4602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输出结构化评阅报告（证据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推理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建议），与基线对比，开展定量指标与专家一致性评估。</a:t>
              </a:r>
            </a:p>
          </p:txBody>
        </p:sp>
        <p:sp>
          <p:nvSpPr>
            <p:cNvPr id="82" name="TextBox 41"/>
            <p:cNvSpPr txBox="1"/>
            <p:nvPr/>
          </p:nvSpPr>
          <p:spPr>
            <a:xfrm>
              <a:off x="208473" y="2533881"/>
              <a:ext cx="2360864" cy="66801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实现</a:t>
              </a:r>
              <a:r>
                <a:rPr lang="en-US" altLang="zh-CN" dirty="0">
                  <a:sym typeface="+mn-lt"/>
                </a:rPr>
                <a:t>Web</a:t>
              </a:r>
              <a:r>
                <a:rPr lang="zh-CN" altLang="en-US" dirty="0">
                  <a:sym typeface="+mn-lt"/>
                </a:rPr>
                <a:t>原型与工程化，后续用</a:t>
              </a:r>
              <a:r>
                <a:rPr lang="en-US" altLang="zh-CN" dirty="0">
                  <a:sym typeface="+mn-lt"/>
                </a:rPr>
                <a:t>nanobot</a:t>
              </a:r>
              <a:r>
                <a:rPr lang="zh-CN" altLang="en-US" dirty="0">
                  <a:sym typeface="+mn-lt"/>
                </a:rPr>
                <a:t>把解析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检索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评审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后处理</a:t>
              </a:r>
              <a:r>
                <a:rPr lang="en-US" altLang="zh-CN" dirty="0">
                  <a:sym typeface="+mn-lt"/>
                </a:rPr>
                <a:t>-</a:t>
              </a:r>
              <a:r>
                <a:rPr lang="zh-CN" altLang="en-US" dirty="0">
                  <a:sym typeface="+mn-lt"/>
                </a:rPr>
                <a:t>落库流程编排为可复跑、可维护的智能体工作流。</a:t>
              </a:r>
            </a:p>
          </p:txBody>
        </p:sp>
        <p:sp>
          <p:nvSpPr>
            <p:cNvPr id="83" name="TextBox 42"/>
            <p:cNvSpPr txBox="1"/>
            <p:nvPr/>
          </p:nvSpPr>
          <p:spPr>
            <a:xfrm>
              <a:off x="365663" y="1460867"/>
              <a:ext cx="2716479" cy="46027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defTabSz="913765">
                <a:lnSpc>
                  <a:spcPct val="150000"/>
                </a:lnSpc>
                <a:defRPr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r"/>
              <a:r>
                <a:rPr lang="zh-CN" altLang="en-US" sz="1200" dirty="0">
                  <a:sym typeface="+mn-lt"/>
                </a:rPr>
                <a:t>辅助性智能评审（初筛</a:t>
              </a:r>
              <a:r>
                <a:rPr lang="en-US" altLang="zh-CN" sz="1200" dirty="0">
                  <a:sym typeface="+mn-lt"/>
                </a:rPr>
                <a:t>+</a:t>
              </a:r>
              <a:r>
                <a:rPr lang="zh-CN" altLang="en-US" sz="1200" dirty="0">
                  <a:sym typeface="+mn-lt"/>
                </a:rPr>
                <a:t>结构化评阅</a:t>
              </a:r>
              <a:r>
                <a:rPr lang="en-US" altLang="zh-CN" sz="1200" dirty="0">
                  <a:sym typeface="+mn-lt"/>
                </a:rPr>
                <a:t>+</a:t>
              </a:r>
              <a:r>
                <a:rPr lang="zh-CN" altLang="en-US" sz="1200" dirty="0">
                  <a:sym typeface="+mn-lt"/>
                </a:rPr>
                <a:t>证据与建议），强调与人类专家流程对齐，而非单一生成式打分。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7FD2015-596A-6949-5B3E-AD4D962416A2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C325EAF-35B0-CEF3-B686-2A15F361C7EC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3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C5B15D7B-34EB-982A-F3F9-368EFBBF0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2.1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研究内容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74324" y="2152735"/>
            <a:ext cx="2173778" cy="3273256"/>
            <a:chOff x="515938" y="1892469"/>
            <a:chExt cx="2519464" cy="3793787"/>
          </a:xfrm>
        </p:grpSpPr>
        <p:sp>
          <p:nvSpPr>
            <p:cNvPr id="33" name="任意多边形: 形状 32"/>
            <p:cNvSpPr/>
            <p:nvPr/>
          </p:nvSpPr>
          <p:spPr>
            <a:xfrm>
              <a:off x="51593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51593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15938" y="3224167"/>
              <a:ext cx="2491798" cy="2087175"/>
              <a:chOff x="1039343" y="2843628"/>
              <a:chExt cx="2491798" cy="208717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039343" y="3370147"/>
                <a:ext cx="2491798" cy="1560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开发软件工程硕士论文智能评价原型，实现论文上传、自动评阅、报告生成与结果导出。</a:t>
                </a: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338807" y="2843628"/>
                <a:ext cx="1892869" cy="4591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系统目标</a:t>
                </a:r>
              </a:p>
            </p:txBody>
          </p:sp>
        </p:grpSp>
        <p:sp>
          <p:nvSpPr>
            <p:cNvPr id="36" name="椭圆 29"/>
            <p:cNvSpPr/>
            <p:nvPr/>
          </p:nvSpPr>
          <p:spPr>
            <a:xfrm>
              <a:off x="1415747" y="2113554"/>
              <a:ext cx="719846" cy="719846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630718" y="2152735"/>
            <a:ext cx="2173779" cy="3273256"/>
            <a:chOff x="3396157" y="1892469"/>
            <a:chExt cx="2519465" cy="3793787"/>
          </a:xfrm>
        </p:grpSpPr>
        <p:sp>
          <p:nvSpPr>
            <p:cNvPr id="40" name="任意多边形: 形状 39"/>
            <p:cNvSpPr/>
            <p:nvPr/>
          </p:nvSpPr>
          <p:spPr>
            <a:xfrm>
              <a:off x="339615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7F7F7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339615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3396157" y="3224167"/>
              <a:ext cx="2491798" cy="2082431"/>
              <a:chOff x="1039342" y="2843628"/>
              <a:chExt cx="2491798" cy="2082431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1039342" y="3365404"/>
                <a:ext cx="2491798" cy="1560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形成“</a:t>
                </a:r>
                <a:r>
                  <a:rPr lang="en-US" altLang="zh-CN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 + RAG + </a:t>
                </a: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策略优化”的评审方法，在创新性、逻辑性、规范性等维度提升评价一致性。</a:t>
                </a: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338806" y="2843628"/>
                <a:ext cx="1892869" cy="4591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方法目标</a:t>
                </a:r>
              </a:p>
            </p:txBody>
          </p:sp>
        </p:grpSp>
        <p:sp>
          <p:nvSpPr>
            <p:cNvPr id="43" name="椭圆 30"/>
            <p:cNvSpPr/>
            <p:nvPr/>
          </p:nvSpPr>
          <p:spPr>
            <a:xfrm>
              <a:off x="4295967" y="2143066"/>
              <a:ext cx="719846" cy="660823"/>
            </a:xfrm>
            <a:custGeom>
              <a:avLst/>
              <a:gdLst>
                <a:gd name="connsiteX0" fmla="*/ 117399 w 337212"/>
                <a:gd name="connsiteY0" fmla="*/ 192088 h 309563"/>
                <a:gd name="connsiteX1" fmla="*/ 130099 w 337212"/>
                <a:gd name="connsiteY1" fmla="*/ 196036 h 309563"/>
                <a:gd name="connsiteX2" fmla="*/ 130099 w 337212"/>
                <a:gd name="connsiteY2" fmla="*/ 278941 h 309563"/>
                <a:gd name="connsiteX3" fmla="*/ 117399 w 337212"/>
                <a:gd name="connsiteY3" fmla="*/ 292101 h 309563"/>
                <a:gd name="connsiteX4" fmla="*/ 176137 w 337212"/>
                <a:gd name="connsiteY4" fmla="*/ 187325 h 309563"/>
                <a:gd name="connsiteX5" fmla="*/ 187250 w 337212"/>
                <a:gd name="connsiteY5" fmla="*/ 191271 h 309563"/>
                <a:gd name="connsiteX6" fmla="*/ 187250 w 337212"/>
                <a:gd name="connsiteY6" fmla="*/ 267562 h 309563"/>
                <a:gd name="connsiteX7" fmla="*/ 176137 w 337212"/>
                <a:gd name="connsiteY7" fmla="*/ 279400 h 309563"/>
                <a:gd name="connsiteX8" fmla="*/ 176137 w 337212"/>
                <a:gd name="connsiteY8" fmla="*/ 187325 h 309563"/>
                <a:gd name="connsiteX9" fmla="*/ 231699 w 337212"/>
                <a:gd name="connsiteY9" fmla="*/ 180975 h 309563"/>
                <a:gd name="connsiteX10" fmla="*/ 239637 w 337212"/>
                <a:gd name="connsiteY10" fmla="*/ 184982 h 309563"/>
                <a:gd name="connsiteX11" fmla="*/ 239637 w 337212"/>
                <a:gd name="connsiteY11" fmla="*/ 254429 h 309563"/>
                <a:gd name="connsiteX12" fmla="*/ 231699 w 337212"/>
                <a:gd name="connsiteY12" fmla="*/ 265113 h 309563"/>
                <a:gd name="connsiteX13" fmla="*/ 277737 w 337212"/>
                <a:gd name="connsiteY13" fmla="*/ 177800 h 309563"/>
                <a:gd name="connsiteX14" fmla="*/ 287262 w 337212"/>
                <a:gd name="connsiteY14" fmla="*/ 180398 h 309563"/>
                <a:gd name="connsiteX15" fmla="*/ 287262 w 337212"/>
                <a:gd name="connsiteY15" fmla="*/ 238847 h 309563"/>
                <a:gd name="connsiteX16" fmla="*/ 277737 w 337212"/>
                <a:gd name="connsiteY16" fmla="*/ 249238 h 309563"/>
                <a:gd name="connsiteX17" fmla="*/ 280912 w 337212"/>
                <a:gd name="connsiteY17" fmla="*/ 92075 h 309563"/>
                <a:gd name="connsiteX18" fmla="*/ 307493 w 337212"/>
                <a:gd name="connsiteY18" fmla="*/ 92075 h 309563"/>
                <a:gd name="connsiteX19" fmla="*/ 315468 w 337212"/>
                <a:gd name="connsiteY19" fmla="*/ 97314 h 309563"/>
                <a:gd name="connsiteX20" fmla="*/ 336733 w 337212"/>
                <a:gd name="connsiteY20" fmla="*/ 158869 h 309563"/>
                <a:gd name="connsiteX21" fmla="*/ 331417 w 337212"/>
                <a:gd name="connsiteY21" fmla="*/ 169347 h 309563"/>
                <a:gd name="connsiteX22" fmla="*/ 320784 w 337212"/>
                <a:gd name="connsiteY22" fmla="*/ 164108 h 309563"/>
                <a:gd name="connsiteX23" fmla="*/ 314139 w 337212"/>
                <a:gd name="connsiteY23" fmla="*/ 145772 h 309563"/>
                <a:gd name="connsiteX24" fmla="*/ 314139 w 337212"/>
                <a:gd name="connsiteY24" fmla="*/ 238761 h 309563"/>
                <a:gd name="connsiteX25" fmla="*/ 304835 w 337212"/>
                <a:gd name="connsiteY25" fmla="*/ 249238 h 309563"/>
                <a:gd name="connsiteX26" fmla="*/ 294203 w 337212"/>
                <a:gd name="connsiteY26" fmla="*/ 238761 h 309563"/>
                <a:gd name="connsiteX27" fmla="*/ 294203 w 337212"/>
                <a:gd name="connsiteY27" fmla="*/ 179824 h 309563"/>
                <a:gd name="connsiteX28" fmla="*/ 288886 w 337212"/>
                <a:gd name="connsiteY28" fmla="*/ 179824 h 309563"/>
                <a:gd name="connsiteX29" fmla="*/ 294203 w 337212"/>
                <a:gd name="connsiteY29" fmla="*/ 178515 h 309563"/>
                <a:gd name="connsiteX30" fmla="*/ 304835 w 337212"/>
                <a:gd name="connsiteY30" fmla="*/ 157560 h 309563"/>
                <a:gd name="connsiteX31" fmla="*/ 280912 w 337212"/>
                <a:gd name="connsiteY31" fmla="*/ 92075 h 309563"/>
                <a:gd name="connsiteX32" fmla="*/ 231699 w 337212"/>
                <a:gd name="connsiteY32" fmla="*/ 82550 h 309563"/>
                <a:gd name="connsiteX33" fmla="*/ 243745 w 337212"/>
                <a:gd name="connsiteY33" fmla="*/ 82550 h 309563"/>
                <a:gd name="connsiteX34" fmla="*/ 262484 w 337212"/>
                <a:gd name="connsiteY34" fmla="*/ 82550 h 309563"/>
                <a:gd name="connsiteX35" fmla="*/ 273192 w 337212"/>
                <a:gd name="connsiteY35" fmla="*/ 89117 h 309563"/>
                <a:gd name="connsiteX36" fmla="*/ 297285 w 337212"/>
                <a:gd name="connsiteY36" fmla="*/ 160041 h 309563"/>
                <a:gd name="connsiteX37" fmla="*/ 291931 w 337212"/>
                <a:gd name="connsiteY37" fmla="*/ 171861 h 309563"/>
                <a:gd name="connsiteX38" fmla="*/ 279885 w 337212"/>
                <a:gd name="connsiteY38" fmla="*/ 166608 h 309563"/>
                <a:gd name="connsiteX39" fmla="*/ 271854 w 337212"/>
                <a:gd name="connsiteY39" fmla="*/ 144280 h 309563"/>
                <a:gd name="connsiteX40" fmla="*/ 271854 w 337212"/>
                <a:gd name="connsiteY40" fmla="*/ 253292 h 309563"/>
                <a:gd name="connsiteX41" fmla="*/ 259807 w 337212"/>
                <a:gd name="connsiteY41" fmla="*/ 265113 h 309563"/>
                <a:gd name="connsiteX42" fmla="*/ 247761 w 337212"/>
                <a:gd name="connsiteY42" fmla="*/ 253292 h 309563"/>
                <a:gd name="connsiteX43" fmla="*/ 247761 w 337212"/>
                <a:gd name="connsiteY43" fmla="*/ 183682 h 309563"/>
                <a:gd name="connsiteX44" fmla="*/ 258469 w 337212"/>
                <a:gd name="connsiteY44" fmla="*/ 160041 h 309563"/>
                <a:gd name="connsiteX45" fmla="*/ 231699 w 337212"/>
                <a:gd name="connsiteY45" fmla="*/ 82550 h 309563"/>
                <a:gd name="connsiteX46" fmla="*/ 177724 w 337212"/>
                <a:gd name="connsiteY46" fmla="*/ 77788 h 309563"/>
                <a:gd name="connsiteX47" fmla="*/ 214510 w 337212"/>
                <a:gd name="connsiteY47" fmla="*/ 77788 h 309563"/>
                <a:gd name="connsiteX48" fmla="*/ 225021 w 337212"/>
                <a:gd name="connsiteY48" fmla="*/ 85643 h 309563"/>
                <a:gd name="connsiteX49" fmla="*/ 252610 w 337212"/>
                <a:gd name="connsiteY49" fmla="*/ 162884 h 309563"/>
                <a:gd name="connsiteX50" fmla="*/ 246041 w 337212"/>
                <a:gd name="connsiteY50" fmla="*/ 175976 h 309563"/>
                <a:gd name="connsiteX51" fmla="*/ 231590 w 337212"/>
                <a:gd name="connsiteY51" fmla="*/ 169430 h 309563"/>
                <a:gd name="connsiteX52" fmla="*/ 223707 w 337212"/>
                <a:gd name="connsiteY52" fmla="*/ 145865 h 309563"/>
                <a:gd name="connsiteX53" fmla="*/ 223707 w 337212"/>
                <a:gd name="connsiteY53" fmla="*/ 266309 h 309563"/>
                <a:gd name="connsiteX54" fmla="*/ 210569 w 337212"/>
                <a:gd name="connsiteY54" fmla="*/ 279401 h 309563"/>
                <a:gd name="connsiteX55" fmla="*/ 198745 w 337212"/>
                <a:gd name="connsiteY55" fmla="*/ 266309 h 309563"/>
                <a:gd name="connsiteX56" fmla="*/ 198745 w 337212"/>
                <a:gd name="connsiteY56" fmla="*/ 189068 h 309563"/>
                <a:gd name="connsiteX57" fmla="*/ 197759 w 337212"/>
                <a:gd name="connsiteY57" fmla="*/ 189068 h 309563"/>
                <a:gd name="connsiteX58" fmla="*/ 194803 w 337212"/>
                <a:gd name="connsiteY58" fmla="*/ 189068 h 309563"/>
                <a:gd name="connsiteX59" fmla="*/ 206628 w 337212"/>
                <a:gd name="connsiteY59" fmla="*/ 178595 h 309563"/>
                <a:gd name="connsiteX60" fmla="*/ 206628 w 337212"/>
                <a:gd name="connsiteY60" fmla="*/ 162884 h 309563"/>
                <a:gd name="connsiteX61" fmla="*/ 177724 w 337212"/>
                <a:gd name="connsiteY61" fmla="*/ 79097 h 309563"/>
                <a:gd name="connsiteX62" fmla="*/ 177724 w 337212"/>
                <a:gd name="connsiteY62" fmla="*/ 77788 h 309563"/>
                <a:gd name="connsiteX63" fmla="*/ 120574 w 337212"/>
                <a:gd name="connsiteY63" fmla="*/ 73025 h 309563"/>
                <a:gd name="connsiteX64" fmla="*/ 157008 w 337212"/>
                <a:gd name="connsiteY64" fmla="*/ 73025 h 309563"/>
                <a:gd name="connsiteX65" fmla="*/ 168720 w 337212"/>
                <a:gd name="connsiteY65" fmla="*/ 80953 h 309563"/>
                <a:gd name="connsiteX66" fmla="*/ 197347 w 337212"/>
                <a:gd name="connsiteY66" fmla="*/ 166840 h 309563"/>
                <a:gd name="connsiteX67" fmla="*/ 190840 w 337212"/>
                <a:gd name="connsiteY67" fmla="*/ 181375 h 309563"/>
                <a:gd name="connsiteX68" fmla="*/ 176527 w 337212"/>
                <a:gd name="connsiteY68" fmla="*/ 173447 h 309563"/>
                <a:gd name="connsiteX69" fmla="*/ 167418 w 337212"/>
                <a:gd name="connsiteY69" fmla="*/ 148341 h 309563"/>
                <a:gd name="connsiteX70" fmla="*/ 167418 w 337212"/>
                <a:gd name="connsiteY70" fmla="*/ 279153 h 309563"/>
                <a:gd name="connsiteX71" fmla="*/ 153105 w 337212"/>
                <a:gd name="connsiteY71" fmla="*/ 293688 h 309563"/>
                <a:gd name="connsiteX72" fmla="*/ 140093 w 337212"/>
                <a:gd name="connsiteY72" fmla="*/ 279153 h 309563"/>
                <a:gd name="connsiteX73" fmla="*/ 140093 w 337212"/>
                <a:gd name="connsiteY73" fmla="*/ 195909 h 309563"/>
                <a:gd name="connsiteX74" fmla="*/ 133586 w 337212"/>
                <a:gd name="connsiteY74" fmla="*/ 195909 h 309563"/>
                <a:gd name="connsiteX75" fmla="*/ 138791 w 337212"/>
                <a:gd name="connsiteY75" fmla="*/ 194588 h 309563"/>
                <a:gd name="connsiteX76" fmla="*/ 151804 w 337212"/>
                <a:gd name="connsiteY76" fmla="*/ 166840 h 309563"/>
                <a:gd name="connsiteX77" fmla="*/ 120574 w 337212"/>
                <a:gd name="connsiteY77" fmla="*/ 73025 h 309563"/>
                <a:gd name="connsiteX78" fmla="*/ 46220 w 337212"/>
                <a:gd name="connsiteY78" fmla="*/ 66675 h 309563"/>
                <a:gd name="connsiteX79" fmla="*/ 72821 w 337212"/>
                <a:gd name="connsiteY79" fmla="*/ 66675 h 309563"/>
                <a:gd name="connsiteX80" fmla="*/ 98092 w 337212"/>
                <a:gd name="connsiteY80" fmla="*/ 66675 h 309563"/>
                <a:gd name="connsiteX81" fmla="*/ 111393 w 337212"/>
                <a:gd name="connsiteY81" fmla="*/ 74595 h 309563"/>
                <a:gd name="connsiteX82" fmla="*/ 143315 w 337212"/>
                <a:gd name="connsiteY82" fmla="*/ 169638 h 309563"/>
                <a:gd name="connsiteX83" fmla="*/ 135334 w 337212"/>
                <a:gd name="connsiteY83" fmla="*/ 185479 h 309563"/>
                <a:gd name="connsiteX84" fmla="*/ 119374 w 337212"/>
                <a:gd name="connsiteY84" fmla="*/ 177559 h 309563"/>
                <a:gd name="connsiteX85" fmla="*/ 108733 w 337212"/>
                <a:gd name="connsiteY85" fmla="*/ 148518 h 309563"/>
                <a:gd name="connsiteX86" fmla="*/ 108733 w 337212"/>
                <a:gd name="connsiteY86" fmla="*/ 295043 h 309563"/>
                <a:gd name="connsiteX87" fmla="*/ 94102 w 337212"/>
                <a:gd name="connsiteY87" fmla="*/ 309563 h 309563"/>
                <a:gd name="connsiteX88" fmla="*/ 78141 w 337212"/>
                <a:gd name="connsiteY88" fmla="*/ 295043 h 309563"/>
                <a:gd name="connsiteX89" fmla="*/ 78141 w 337212"/>
                <a:gd name="connsiteY89" fmla="*/ 202640 h 309563"/>
                <a:gd name="connsiteX90" fmla="*/ 66171 w 337212"/>
                <a:gd name="connsiteY90" fmla="*/ 202640 h 309563"/>
                <a:gd name="connsiteX91" fmla="*/ 66171 w 337212"/>
                <a:gd name="connsiteY91" fmla="*/ 295043 h 309563"/>
                <a:gd name="connsiteX92" fmla="*/ 50210 w 337212"/>
                <a:gd name="connsiteY92" fmla="*/ 309563 h 309563"/>
                <a:gd name="connsiteX93" fmla="*/ 35579 w 337212"/>
                <a:gd name="connsiteY93" fmla="*/ 295043 h 309563"/>
                <a:gd name="connsiteX94" fmla="*/ 35579 w 337212"/>
                <a:gd name="connsiteY94" fmla="*/ 148518 h 309563"/>
                <a:gd name="connsiteX95" fmla="*/ 24938 w 337212"/>
                <a:gd name="connsiteY95" fmla="*/ 177559 h 309563"/>
                <a:gd name="connsiteX96" fmla="*/ 8978 w 337212"/>
                <a:gd name="connsiteY96" fmla="*/ 185479 h 309563"/>
                <a:gd name="connsiteX97" fmla="*/ 997 w 337212"/>
                <a:gd name="connsiteY97" fmla="*/ 169638 h 309563"/>
                <a:gd name="connsiteX98" fmla="*/ 32919 w 337212"/>
                <a:gd name="connsiteY98" fmla="*/ 74595 h 309563"/>
                <a:gd name="connsiteX99" fmla="*/ 46220 w 337212"/>
                <a:gd name="connsiteY99" fmla="*/ 66675 h 309563"/>
                <a:gd name="connsiteX100" fmla="*/ 289643 w 337212"/>
                <a:gd name="connsiteY100" fmla="*/ 49213 h 309563"/>
                <a:gd name="connsiteX101" fmla="*/ 309487 w 337212"/>
                <a:gd name="connsiteY101" fmla="*/ 68263 h 309563"/>
                <a:gd name="connsiteX102" fmla="*/ 289643 w 337212"/>
                <a:gd name="connsiteY102" fmla="*/ 87313 h 309563"/>
                <a:gd name="connsiteX103" fmla="*/ 269799 w 337212"/>
                <a:gd name="connsiteY103" fmla="*/ 68263 h 309563"/>
                <a:gd name="connsiteX104" fmla="*/ 271122 w 337212"/>
                <a:gd name="connsiteY104" fmla="*/ 68263 h 309563"/>
                <a:gd name="connsiteX105" fmla="*/ 272445 w 337212"/>
                <a:gd name="connsiteY105" fmla="*/ 59373 h 309563"/>
                <a:gd name="connsiteX106" fmla="*/ 289643 w 337212"/>
                <a:gd name="connsiteY106" fmla="*/ 49213 h 309563"/>
                <a:gd name="connsiteX107" fmla="*/ 244544 w 337212"/>
                <a:gd name="connsiteY107" fmla="*/ 33338 h 309563"/>
                <a:gd name="connsiteX108" fmla="*/ 266625 w 337212"/>
                <a:gd name="connsiteY108" fmla="*/ 55699 h 309563"/>
                <a:gd name="connsiteX109" fmla="*/ 244544 w 337212"/>
                <a:gd name="connsiteY109" fmla="*/ 79376 h 309563"/>
                <a:gd name="connsiteX110" fmla="*/ 223762 w 337212"/>
                <a:gd name="connsiteY110" fmla="*/ 63592 h 309563"/>
                <a:gd name="connsiteX111" fmla="*/ 226360 w 337212"/>
                <a:gd name="connsiteY111" fmla="*/ 49123 h 309563"/>
                <a:gd name="connsiteX112" fmla="*/ 226360 w 337212"/>
                <a:gd name="connsiteY112" fmla="*/ 43861 h 309563"/>
                <a:gd name="connsiteX113" fmla="*/ 244544 w 337212"/>
                <a:gd name="connsiteY113" fmla="*/ 33338 h 309563"/>
                <a:gd name="connsiteX114" fmla="*/ 192806 w 337212"/>
                <a:gd name="connsiteY114" fmla="*/ 23813 h 309563"/>
                <a:gd name="connsiteX115" fmla="*/ 217412 w 337212"/>
                <a:gd name="connsiteY115" fmla="*/ 48420 h 309563"/>
                <a:gd name="connsiteX116" fmla="*/ 192806 w 337212"/>
                <a:gd name="connsiteY116" fmla="*/ 73026 h 309563"/>
                <a:gd name="connsiteX117" fmla="*/ 168199 w 337212"/>
                <a:gd name="connsiteY117" fmla="*/ 51010 h 309563"/>
                <a:gd name="connsiteX118" fmla="*/ 170789 w 337212"/>
                <a:gd name="connsiteY118" fmla="*/ 39354 h 309563"/>
                <a:gd name="connsiteX119" fmla="*/ 170789 w 337212"/>
                <a:gd name="connsiteY119" fmla="*/ 38059 h 309563"/>
                <a:gd name="connsiteX120" fmla="*/ 192806 w 337212"/>
                <a:gd name="connsiteY120" fmla="*/ 23813 h 309563"/>
                <a:gd name="connsiteX121" fmla="*/ 133275 w 337212"/>
                <a:gd name="connsiteY121" fmla="*/ 12700 h 309563"/>
                <a:gd name="connsiteX122" fmla="*/ 160262 w 337212"/>
                <a:gd name="connsiteY122" fmla="*/ 39029 h 309563"/>
                <a:gd name="connsiteX123" fmla="*/ 133275 w 337212"/>
                <a:gd name="connsiteY123" fmla="*/ 66675 h 309563"/>
                <a:gd name="connsiteX124" fmla="*/ 106287 w 337212"/>
                <a:gd name="connsiteY124" fmla="*/ 48245 h 309563"/>
                <a:gd name="connsiteX125" fmla="*/ 111685 w 337212"/>
                <a:gd name="connsiteY125" fmla="*/ 29814 h 309563"/>
                <a:gd name="connsiteX126" fmla="*/ 110335 w 337212"/>
                <a:gd name="connsiteY126" fmla="*/ 23232 h 309563"/>
                <a:gd name="connsiteX127" fmla="*/ 133275 w 337212"/>
                <a:gd name="connsiteY127" fmla="*/ 12700 h 309563"/>
                <a:gd name="connsiteX128" fmla="*/ 72809 w 337212"/>
                <a:gd name="connsiteY128" fmla="*/ 0 h 309563"/>
                <a:gd name="connsiteX129" fmla="*/ 101525 w 337212"/>
                <a:gd name="connsiteY129" fmla="*/ 30163 h 309563"/>
                <a:gd name="connsiteX130" fmla="*/ 72809 w 337212"/>
                <a:gd name="connsiteY130" fmla="*/ 60325 h 309563"/>
                <a:gd name="connsiteX131" fmla="*/ 42787 w 337212"/>
                <a:gd name="connsiteY131" fmla="*/ 30163 h 309563"/>
                <a:gd name="connsiteX132" fmla="*/ 72809 w 337212"/>
                <a:gd name="connsiteY132" fmla="*/ 0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37212" h="309563">
                  <a:moveTo>
                    <a:pt x="117399" y="192088"/>
                  </a:moveTo>
                  <a:cubicBezTo>
                    <a:pt x="121632" y="194720"/>
                    <a:pt x="125866" y="196036"/>
                    <a:pt x="130099" y="196036"/>
                  </a:cubicBezTo>
                  <a:cubicBezTo>
                    <a:pt x="130099" y="196036"/>
                    <a:pt x="130099" y="196036"/>
                    <a:pt x="130099" y="278941"/>
                  </a:cubicBezTo>
                  <a:cubicBezTo>
                    <a:pt x="130099" y="285521"/>
                    <a:pt x="124455" y="290785"/>
                    <a:pt x="117399" y="292101"/>
                  </a:cubicBezTo>
                  <a:close/>
                  <a:moveTo>
                    <a:pt x="176137" y="187325"/>
                  </a:moveTo>
                  <a:cubicBezTo>
                    <a:pt x="179841" y="189956"/>
                    <a:pt x="183546" y="191271"/>
                    <a:pt x="187250" y="191271"/>
                  </a:cubicBezTo>
                  <a:cubicBezTo>
                    <a:pt x="187250" y="191271"/>
                    <a:pt x="187250" y="191271"/>
                    <a:pt x="187250" y="267562"/>
                  </a:cubicBezTo>
                  <a:cubicBezTo>
                    <a:pt x="187250" y="274139"/>
                    <a:pt x="182311" y="279400"/>
                    <a:pt x="176137" y="279400"/>
                  </a:cubicBezTo>
                  <a:cubicBezTo>
                    <a:pt x="176137" y="279400"/>
                    <a:pt x="176137" y="279400"/>
                    <a:pt x="176137" y="187325"/>
                  </a:cubicBezTo>
                  <a:close/>
                  <a:moveTo>
                    <a:pt x="231699" y="180975"/>
                  </a:moveTo>
                  <a:cubicBezTo>
                    <a:pt x="233967" y="183646"/>
                    <a:pt x="236235" y="183646"/>
                    <a:pt x="239637" y="184982"/>
                  </a:cubicBezTo>
                  <a:cubicBezTo>
                    <a:pt x="239637" y="184982"/>
                    <a:pt x="239637" y="184982"/>
                    <a:pt x="239637" y="254429"/>
                  </a:cubicBezTo>
                  <a:cubicBezTo>
                    <a:pt x="239637" y="259771"/>
                    <a:pt x="236235" y="263778"/>
                    <a:pt x="231699" y="265113"/>
                  </a:cubicBezTo>
                  <a:close/>
                  <a:moveTo>
                    <a:pt x="277737" y="177800"/>
                  </a:moveTo>
                  <a:cubicBezTo>
                    <a:pt x="280458" y="179099"/>
                    <a:pt x="283180" y="180398"/>
                    <a:pt x="287262" y="180398"/>
                  </a:cubicBezTo>
                  <a:cubicBezTo>
                    <a:pt x="287262" y="180398"/>
                    <a:pt x="287262" y="180398"/>
                    <a:pt x="287262" y="238847"/>
                  </a:cubicBezTo>
                  <a:cubicBezTo>
                    <a:pt x="287262" y="244043"/>
                    <a:pt x="283180" y="247939"/>
                    <a:pt x="277737" y="249238"/>
                  </a:cubicBezTo>
                  <a:close/>
                  <a:moveTo>
                    <a:pt x="280912" y="92075"/>
                  </a:moveTo>
                  <a:cubicBezTo>
                    <a:pt x="282241" y="92075"/>
                    <a:pt x="306164" y="92075"/>
                    <a:pt x="307493" y="92075"/>
                  </a:cubicBezTo>
                  <a:cubicBezTo>
                    <a:pt x="311481" y="92075"/>
                    <a:pt x="314139" y="94694"/>
                    <a:pt x="315468" y="97314"/>
                  </a:cubicBezTo>
                  <a:cubicBezTo>
                    <a:pt x="315468" y="97314"/>
                    <a:pt x="315468" y="97314"/>
                    <a:pt x="336733" y="158869"/>
                  </a:cubicBezTo>
                  <a:cubicBezTo>
                    <a:pt x="338062" y="162798"/>
                    <a:pt x="336733" y="168037"/>
                    <a:pt x="331417" y="169347"/>
                  </a:cubicBezTo>
                  <a:cubicBezTo>
                    <a:pt x="327430" y="170657"/>
                    <a:pt x="322113" y="168037"/>
                    <a:pt x="320784" y="164108"/>
                  </a:cubicBezTo>
                  <a:cubicBezTo>
                    <a:pt x="320784" y="164108"/>
                    <a:pt x="320784" y="164108"/>
                    <a:pt x="314139" y="145772"/>
                  </a:cubicBezTo>
                  <a:cubicBezTo>
                    <a:pt x="314139" y="145772"/>
                    <a:pt x="314139" y="145772"/>
                    <a:pt x="314139" y="238761"/>
                  </a:cubicBezTo>
                  <a:cubicBezTo>
                    <a:pt x="314139" y="243999"/>
                    <a:pt x="310152" y="249238"/>
                    <a:pt x="304835" y="249238"/>
                  </a:cubicBezTo>
                  <a:cubicBezTo>
                    <a:pt x="299519" y="249238"/>
                    <a:pt x="294203" y="243999"/>
                    <a:pt x="294203" y="238761"/>
                  </a:cubicBezTo>
                  <a:cubicBezTo>
                    <a:pt x="294203" y="238761"/>
                    <a:pt x="294203" y="238761"/>
                    <a:pt x="294203" y="179824"/>
                  </a:cubicBezTo>
                  <a:cubicBezTo>
                    <a:pt x="294203" y="179824"/>
                    <a:pt x="294203" y="179824"/>
                    <a:pt x="288886" y="179824"/>
                  </a:cubicBezTo>
                  <a:cubicBezTo>
                    <a:pt x="291545" y="179824"/>
                    <a:pt x="292874" y="179824"/>
                    <a:pt x="294203" y="178515"/>
                  </a:cubicBezTo>
                  <a:cubicBezTo>
                    <a:pt x="302177" y="175895"/>
                    <a:pt x="307493" y="166727"/>
                    <a:pt x="304835" y="157560"/>
                  </a:cubicBezTo>
                  <a:cubicBezTo>
                    <a:pt x="304835" y="157560"/>
                    <a:pt x="304835" y="157560"/>
                    <a:pt x="280912" y="92075"/>
                  </a:cubicBezTo>
                  <a:close/>
                  <a:moveTo>
                    <a:pt x="231699" y="82550"/>
                  </a:moveTo>
                  <a:cubicBezTo>
                    <a:pt x="235715" y="82550"/>
                    <a:pt x="239730" y="82550"/>
                    <a:pt x="243745" y="82550"/>
                  </a:cubicBezTo>
                  <a:cubicBezTo>
                    <a:pt x="253115" y="82550"/>
                    <a:pt x="262484" y="82550"/>
                    <a:pt x="262484" y="82550"/>
                  </a:cubicBezTo>
                  <a:cubicBezTo>
                    <a:pt x="267838" y="82550"/>
                    <a:pt x="271854" y="85177"/>
                    <a:pt x="273192" y="89117"/>
                  </a:cubicBezTo>
                  <a:cubicBezTo>
                    <a:pt x="273192" y="89117"/>
                    <a:pt x="273192" y="89117"/>
                    <a:pt x="297285" y="160041"/>
                  </a:cubicBezTo>
                  <a:cubicBezTo>
                    <a:pt x="299962" y="165294"/>
                    <a:pt x="297285" y="170548"/>
                    <a:pt x="291931" y="171861"/>
                  </a:cubicBezTo>
                  <a:cubicBezTo>
                    <a:pt x="286577" y="174488"/>
                    <a:pt x="281223" y="170548"/>
                    <a:pt x="279885" y="166608"/>
                  </a:cubicBezTo>
                  <a:cubicBezTo>
                    <a:pt x="279885" y="166608"/>
                    <a:pt x="279885" y="166608"/>
                    <a:pt x="271854" y="144280"/>
                  </a:cubicBezTo>
                  <a:cubicBezTo>
                    <a:pt x="271854" y="144280"/>
                    <a:pt x="271854" y="144280"/>
                    <a:pt x="271854" y="253292"/>
                  </a:cubicBezTo>
                  <a:cubicBezTo>
                    <a:pt x="271854" y="259859"/>
                    <a:pt x="266500" y="265113"/>
                    <a:pt x="259807" y="265113"/>
                  </a:cubicBezTo>
                  <a:cubicBezTo>
                    <a:pt x="253115" y="265113"/>
                    <a:pt x="247761" y="259859"/>
                    <a:pt x="247761" y="253292"/>
                  </a:cubicBezTo>
                  <a:cubicBezTo>
                    <a:pt x="247761" y="253292"/>
                    <a:pt x="247761" y="253292"/>
                    <a:pt x="247761" y="183682"/>
                  </a:cubicBezTo>
                  <a:cubicBezTo>
                    <a:pt x="257130" y="179742"/>
                    <a:pt x="262484" y="169235"/>
                    <a:pt x="258469" y="160041"/>
                  </a:cubicBezTo>
                  <a:cubicBezTo>
                    <a:pt x="258469" y="160041"/>
                    <a:pt x="258469" y="160041"/>
                    <a:pt x="231699" y="82550"/>
                  </a:cubicBezTo>
                  <a:close/>
                  <a:moveTo>
                    <a:pt x="177724" y="77788"/>
                  </a:moveTo>
                  <a:cubicBezTo>
                    <a:pt x="177724" y="77788"/>
                    <a:pt x="213196" y="77788"/>
                    <a:pt x="214510" y="77788"/>
                  </a:cubicBezTo>
                  <a:cubicBezTo>
                    <a:pt x="219765" y="77788"/>
                    <a:pt x="223707" y="80406"/>
                    <a:pt x="225021" y="85643"/>
                  </a:cubicBezTo>
                  <a:cubicBezTo>
                    <a:pt x="225021" y="85643"/>
                    <a:pt x="225021" y="85643"/>
                    <a:pt x="252610" y="162884"/>
                  </a:cubicBezTo>
                  <a:cubicBezTo>
                    <a:pt x="253924" y="168121"/>
                    <a:pt x="251296" y="174667"/>
                    <a:pt x="246041" y="175976"/>
                  </a:cubicBezTo>
                  <a:cubicBezTo>
                    <a:pt x="239472" y="178595"/>
                    <a:pt x="234217" y="175976"/>
                    <a:pt x="231590" y="169430"/>
                  </a:cubicBezTo>
                  <a:cubicBezTo>
                    <a:pt x="231590" y="169430"/>
                    <a:pt x="231590" y="169430"/>
                    <a:pt x="223707" y="145865"/>
                  </a:cubicBezTo>
                  <a:cubicBezTo>
                    <a:pt x="223707" y="145865"/>
                    <a:pt x="223707" y="145865"/>
                    <a:pt x="223707" y="266309"/>
                  </a:cubicBezTo>
                  <a:cubicBezTo>
                    <a:pt x="223707" y="272855"/>
                    <a:pt x="218452" y="279401"/>
                    <a:pt x="210569" y="279401"/>
                  </a:cubicBezTo>
                  <a:cubicBezTo>
                    <a:pt x="204000" y="279401"/>
                    <a:pt x="198745" y="272855"/>
                    <a:pt x="198745" y="266309"/>
                  </a:cubicBezTo>
                  <a:cubicBezTo>
                    <a:pt x="198745" y="266309"/>
                    <a:pt x="198745" y="266309"/>
                    <a:pt x="198745" y="189068"/>
                  </a:cubicBezTo>
                  <a:cubicBezTo>
                    <a:pt x="198745" y="189068"/>
                    <a:pt x="198745" y="189068"/>
                    <a:pt x="197759" y="189068"/>
                  </a:cubicBezTo>
                  <a:lnTo>
                    <a:pt x="194803" y="189068"/>
                  </a:lnTo>
                  <a:cubicBezTo>
                    <a:pt x="200059" y="187759"/>
                    <a:pt x="204000" y="183831"/>
                    <a:pt x="206628" y="178595"/>
                  </a:cubicBezTo>
                  <a:cubicBezTo>
                    <a:pt x="209255" y="173358"/>
                    <a:pt x="209255" y="168121"/>
                    <a:pt x="206628" y="162884"/>
                  </a:cubicBezTo>
                  <a:cubicBezTo>
                    <a:pt x="206628" y="162884"/>
                    <a:pt x="206628" y="162884"/>
                    <a:pt x="177724" y="79097"/>
                  </a:cubicBezTo>
                  <a:cubicBezTo>
                    <a:pt x="177724" y="79097"/>
                    <a:pt x="177724" y="77788"/>
                    <a:pt x="177724" y="77788"/>
                  </a:cubicBezTo>
                  <a:close/>
                  <a:moveTo>
                    <a:pt x="120574" y="73025"/>
                  </a:moveTo>
                  <a:cubicBezTo>
                    <a:pt x="120574" y="73025"/>
                    <a:pt x="157008" y="73025"/>
                    <a:pt x="157008" y="73025"/>
                  </a:cubicBezTo>
                  <a:cubicBezTo>
                    <a:pt x="162213" y="73025"/>
                    <a:pt x="167418" y="75668"/>
                    <a:pt x="168720" y="80953"/>
                  </a:cubicBezTo>
                  <a:cubicBezTo>
                    <a:pt x="168720" y="80953"/>
                    <a:pt x="168720" y="80953"/>
                    <a:pt x="197347" y="166840"/>
                  </a:cubicBezTo>
                  <a:cubicBezTo>
                    <a:pt x="199949" y="172125"/>
                    <a:pt x="197347" y="178732"/>
                    <a:pt x="190840" y="181375"/>
                  </a:cubicBezTo>
                  <a:cubicBezTo>
                    <a:pt x="184334" y="184017"/>
                    <a:pt x="177828" y="180053"/>
                    <a:pt x="176527" y="173447"/>
                  </a:cubicBezTo>
                  <a:lnTo>
                    <a:pt x="167418" y="148341"/>
                  </a:lnTo>
                  <a:cubicBezTo>
                    <a:pt x="167418" y="148341"/>
                    <a:pt x="167418" y="148341"/>
                    <a:pt x="167418" y="279153"/>
                  </a:cubicBezTo>
                  <a:cubicBezTo>
                    <a:pt x="167418" y="287081"/>
                    <a:pt x="160912" y="293688"/>
                    <a:pt x="153105" y="293688"/>
                  </a:cubicBezTo>
                  <a:cubicBezTo>
                    <a:pt x="145297" y="293688"/>
                    <a:pt x="140093" y="287081"/>
                    <a:pt x="140093" y="279153"/>
                  </a:cubicBezTo>
                  <a:cubicBezTo>
                    <a:pt x="140093" y="279153"/>
                    <a:pt x="140093" y="279153"/>
                    <a:pt x="140093" y="195909"/>
                  </a:cubicBezTo>
                  <a:cubicBezTo>
                    <a:pt x="140093" y="195909"/>
                    <a:pt x="140093" y="195909"/>
                    <a:pt x="133586" y="195909"/>
                  </a:cubicBezTo>
                  <a:cubicBezTo>
                    <a:pt x="134888" y="195909"/>
                    <a:pt x="136189" y="195909"/>
                    <a:pt x="138791" y="194588"/>
                  </a:cubicBezTo>
                  <a:cubicBezTo>
                    <a:pt x="150502" y="190624"/>
                    <a:pt x="155707" y="177411"/>
                    <a:pt x="151804" y="166840"/>
                  </a:cubicBezTo>
                  <a:cubicBezTo>
                    <a:pt x="151804" y="166840"/>
                    <a:pt x="151804" y="166840"/>
                    <a:pt x="120574" y="73025"/>
                  </a:cubicBezTo>
                  <a:close/>
                  <a:moveTo>
                    <a:pt x="46220" y="66675"/>
                  </a:moveTo>
                  <a:cubicBezTo>
                    <a:pt x="47550" y="66675"/>
                    <a:pt x="59520" y="66675"/>
                    <a:pt x="72821" y="66675"/>
                  </a:cubicBezTo>
                  <a:cubicBezTo>
                    <a:pt x="84792" y="66675"/>
                    <a:pt x="96762" y="66675"/>
                    <a:pt x="98092" y="66675"/>
                  </a:cubicBezTo>
                  <a:cubicBezTo>
                    <a:pt x="103413" y="66675"/>
                    <a:pt x="108733" y="69315"/>
                    <a:pt x="111393" y="74595"/>
                  </a:cubicBezTo>
                  <a:cubicBezTo>
                    <a:pt x="111393" y="74595"/>
                    <a:pt x="111393" y="74595"/>
                    <a:pt x="143315" y="169638"/>
                  </a:cubicBezTo>
                  <a:cubicBezTo>
                    <a:pt x="145975" y="176239"/>
                    <a:pt x="143315" y="184159"/>
                    <a:pt x="135334" y="185479"/>
                  </a:cubicBezTo>
                  <a:cubicBezTo>
                    <a:pt x="128684" y="188119"/>
                    <a:pt x="122034" y="184159"/>
                    <a:pt x="119374" y="177559"/>
                  </a:cubicBezTo>
                  <a:cubicBezTo>
                    <a:pt x="119374" y="177559"/>
                    <a:pt x="119374" y="177559"/>
                    <a:pt x="108733" y="148518"/>
                  </a:cubicBezTo>
                  <a:cubicBezTo>
                    <a:pt x="108733" y="148518"/>
                    <a:pt x="108733" y="148518"/>
                    <a:pt x="108733" y="295043"/>
                  </a:cubicBezTo>
                  <a:cubicBezTo>
                    <a:pt x="108733" y="302963"/>
                    <a:pt x="102083" y="309563"/>
                    <a:pt x="94102" y="309563"/>
                  </a:cubicBezTo>
                  <a:cubicBezTo>
                    <a:pt x="84792" y="309563"/>
                    <a:pt x="78141" y="302963"/>
                    <a:pt x="78141" y="295043"/>
                  </a:cubicBezTo>
                  <a:cubicBezTo>
                    <a:pt x="78141" y="295043"/>
                    <a:pt x="78141" y="295043"/>
                    <a:pt x="78141" y="202640"/>
                  </a:cubicBezTo>
                  <a:cubicBezTo>
                    <a:pt x="78141" y="202640"/>
                    <a:pt x="78141" y="202640"/>
                    <a:pt x="66171" y="202640"/>
                  </a:cubicBezTo>
                  <a:cubicBezTo>
                    <a:pt x="66171" y="202640"/>
                    <a:pt x="66171" y="202640"/>
                    <a:pt x="66171" y="295043"/>
                  </a:cubicBezTo>
                  <a:cubicBezTo>
                    <a:pt x="66171" y="302963"/>
                    <a:pt x="59520" y="309563"/>
                    <a:pt x="50210" y="309563"/>
                  </a:cubicBezTo>
                  <a:cubicBezTo>
                    <a:pt x="42229" y="309563"/>
                    <a:pt x="35579" y="302963"/>
                    <a:pt x="35579" y="295043"/>
                  </a:cubicBezTo>
                  <a:cubicBezTo>
                    <a:pt x="35579" y="295043"/>
                    <a:pt x="35579" y="295043"/>
                    <a:pt x="35579" y="148518"/>
                  </a:cubicBezTo>
                  <a:cubicBezTo>
                    <a:pt x="35579" y="148518"/>
                    <a:pt x="35579" y="148518"/>
                    <a:pt x="24938" y="177559"/>
                  </a:cubicBezTo>
                  <a:cubicBezTo>
                    <a:pt x="22278" y="184159"/>
                    <a:pt x="15628" y="188119"/>
                    <a:pt x="8978" y="185479"/>
                  </a:cubicBezTo>
                  <a:cubicBezTo>
                    <a:pt x="997" y="184159"/>
                    <a:pt x="-1663" y="176239"/>
                    <a:pt x="997" y="169638"/>
                  </a:cubicBezTo>
                  <a:cubicBezTo>
                    <a:pt x="997" y="169638"/>
                    <a:pt x="997" y="169638"/>
                    <a:pt x="32919" y="74595"/>
                  </a:cubicBezTo>
                  <a:cubicBezTo>
                    <a:pt x="35579" y="69315"/>
                    <a:pt x="40899" y="66675"/>
                    <a:pt x="46220" y="66675"/>
                  </a:cubicBezTo>
                  <a:close/>
                  <a:moveTo>
                    <a:pt x="289643" y="49213"/>
                  </a:moveTo>
                  <a:cubicBezTo>
                    <a:pt x="301549" y="49213"/>
                    <a:pt x="309487" y="58103"/>
                    <a:pt x="309487" y="68263"/>
                  </a:cubicBezTo>
                  <a:cubicBezTo>
                    <a:pt x="309487" y="79693"/>
                    <a:pt x="300227" y="87313"/>
                    <a:pt x="289643" y="87313"/>
                  </a:cubicBezTo>
                  <a:cubicBezTo>
                    <a:pt x="280383" y="87313"/>
                    <a:pt x="269799" y="79693"/>
                    <a:pt x="269799" y="68263"/>
                  </a:cubicBezTo>
                  <a:cubicBezTo>
                    <a:pt x="269799" y="68263"/>
                    <a:pt x="271122" y="68263"/>
                    <a:pt x="271122" y="68263"/>
                  </a:cubicBezTo>
                  <a:cubicBezTo>
                    <a:pt x="271122" y="65723"/>
                    <a:pt x="272445" y="63183"/>
                    <a:pt x="272445" y="59373"/>
                  </a:cubicBezTo>
                  <a:cubicBezTo>
                    <a:pt x="276414" y="54293"/>
                    <a:pt x="283028" y="49213"/>
                    <a:pt x="289643" y="49213"/>
                  </a:cubicBezTo>
                  <a:close/>
                  <a:moveTo>
                    <a:pt x="244544" y="33338"/>
                  </a:moveTo>
                  <a:cubicBezTo>
                    <a:pt x="257533" y="33338"/>
                    <a:pt x="266625" y="43861"/>
                    <a:pt x="266625" y="55699"/>
                  </a:cubicBezTo>
                  <a:cubicBezTo>
                    <a:pt x="266625" y="68853"/>
                    <a:pt x="256234" y="79376"/>
                    <a:pt x="244544" y="79376"/>
                  </a:cubicBezTo>
                  <a:cubicBezTo>
                    <a:pt x="235452" y="79376"/>
                    <a:pt x="226360" y="72799"/>
                    <a:pt x="223762" y="63592"/>
                  </a:cubicBezTo>
                  <a:cubicBezTo>
                    <a:pt x="225061" y="59645"/>
                    <a:pt x="226360" y="54384"/>
                    <a:pt x="226360" y="49123"/>
                  </a:cubicBezTo>
                  <a:cubicBezTo>
                    <a:pt x="226360" y="47807"/>
                    <a:pt x="226360" y="46492"/>
                    <a:pt x="226360" y="43861"/>
                  </a:cubicBezTo>
                  <a:cubicBezTo>
                    <a:pt x="230256" y="37284"/>
                    <a:pt x="236751" y="33338"/>
                    <a:pt x="244544" y="33338"/>
                  </a:cubicBezTo>
                  <a:close/>
                  <a:moveTo>
                    <a:pt x="192806" y="23813"/>
                  </a:moveTo>
                  <a:cubicBezTo>
                    <a:pt x="205756" y="23813"/>
                    <a:pt x="217412" y="35469"/>
                    <a:pt x="217412" y="48420"/>
                  </a:cubicBezTo>
                  <a:cubicBezTo>
                    <a:pt x="217412" y="62665"/>
                    <a:pt x="205756" y="73026"/>
                    <a:pt x="192806" y="73026"/>
                  </a:cubicBezTo>
                  <a:cubicBezTo>
                    <a:pt x="179855" y="73026"/>
                    <a:pt x="169494" y="63961"/>
                    <a:pt x="168199" y="51010"/>
                  </a:cubicBezTo>
                  <a:cubicBezTo>
                    <a:pt x="169494" y="48420"/>
                    <a:pt x="170789" y="44534"/>
                    <a:pt x="170789" y="39354"/>
                  </a:cubicBezTo>
                  <a:cubicBezTo>
                    <a:pt x="170789" y="39354"/>
                    <a:pt x="170789" y="39354"/>
                    <a:pt x="170789" y="38059"/>
                  </a:cubicBezTo>
                  <a:cubicBezTo>
                    <a:pt x="174674" y="30288"/>
                    <a:pt x="182445" y="23813"/>
                    <a:pt x="192806" y="23813"/>
                  </a:cubicBezTo>
                  <a:close/>
                  <a:moveTo>
                    <a:pt x="133275" y="12700"/>
                  </a:moveTo>
                  <a:cubicBezTo>
                    <a:pt x="148118" y="12700"/>
                    <a:pt x="160262" y="24548"/>
                    <a:pt x="160262" y="39029"/>
                  </a:cubicBezTo>
                  <a:cubicBezTo>
                    <a:pt x="160262" y="54827"/>
                    <a:pt x="148118" y="66675"/>
                    <a:pt x="133275" y="66675"/>
                  </a:cubicBezTo>
                  <a:cubicBezTo>
                    <a:pt x="121130" y="66675"/>
                    <a:pt x="110335" y="60093"/>
                    <a:pt x="106287" y="48245"/>
                  </a:cubicBezTo>
                  <a:cubicBezTo>
                    <a:pt x="108986" y="42979"/>
                    <a:pt x="111685" y="36396"/>
                    <a:pt x="111685" y="29814"/>
                  </a:cubicBezTo>
                  <a:cubicBezTo>
                    <a:pt x="111685" y="27181"/>
                    <a:pt x="110335" y="25865"/>
                    <a:pt x="110335" y="23232"/>
                  </a:cubicBezTo>
                  <a:cubicBezTo>
                    <a:pt x="115733" y="16649"/>
                    <a:pt x="123829" y="12700"/>
                    <a:pt x="133275" y="12700"/>
                  </a:cubicBezTo>
                  <a:close/>
                  <a:moveTo>
                    <a:pt x="72809" y="0"/>
                  </a:moveTo>
                  <a:cubicBezTo>
                    <a:pt x="88472" y="0"/>
                    <a:pt x="101525" y="14426"/>
                    <a:pt x="101525" y="30163"/>
                  </a:cubicBezTo>
                  <a:cubicBezTo>
                    <a:pt x="101525" y="47211"/>
                    <a:pt x="87167" y="60325"/>
                    <a:pt x="72809" y="60325"/>
                  </a:cubicBezTo>
                  <a:cubicBezTo>
                    <a:pt x="57145" y="60325"/>
                    <a:pt x="42787" y="47211"/>
                    <a:pt x="42787" y="30163"/>
                  </a:cubicBezTo>
                  <a:cubicBezTo>
                    <a:pt x="42787" y="14426"/>
                    <a:pt x="55840" y="0"/>
                    <a:pt x="7280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87114" y="2152735"/>
            <a:ext cx="2173778" cy="3273256"/>
            <a:chOff x="6276378" y="1892469"/>
            <a:chExt cx="2519464" cy="3793787"/>
          </a:xfrm>
        </p:grpSpPr>
        <p:sp>
          <p:nvSpPr>
            <p:cNvPr id="47" name="任意多边形: 形状 46"/>
            <p:cNvSpPr/>
            <p:nvPr/>
          </p:nvSpPr>
          <p:spPr>
            <a:xfrm>
              <a:off x="627637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627637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6304044" y="3224167"/>
              <a:ext cx="2491798" cy="2082428"/>
              <a:chOff x="1053176" y="2843628"/>
              <a:chExt cx="2491798" cy="2082428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053176" y="3365404"/>
                <a:ext cx="2491798" cy="1560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建设高质量多模态数据集与标注规范，建立可复用的数据处理、质控与迭代机制。</a:t>
                </a: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1338807" y="2843628"/>
                <a:ext cx="1892869" cy="4591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数据目标</a:t>
                </a:r>
              </a:p>
            </p:txBody>
          </p:sp>
        </p:grpSp>
        <p:sp>
          <p:nvSpPr>
            <p:cNvPr id="50" name="椭圆 31"/>
            <p:cNvSpPr/>
            <p:nvPr/>
          </p:nvSpPr>
          <p:spPr>
            <a:xfrm>
              <a:off x="7176186" y="2113555"/>
              <a:ext cx="719846" cy="719843"/>
            </a:xfrm>
            <a:custGeom>
              <a:avLst/>
              <a:gdLst>
                <a:gd name="connsiteX0" fmla="*/ 199497 w 331788"/>
                <a:gd name="connsiteY0" fmla="*/ 265112 h 331787"/>
                <a:gd name="connsiteX1" fmla="*/ 209798 w 331788"/>
                <a:gd name="connsiteY1" fmla="*/ 279217 h 331787"/>
                <a:gd name="connsiteX2" fmla="*/ 238126 w 331788"/>
                <a:gd name="connsiteY2" fmla="*/ 315118 h 331787"/>
                <a:gd name="connsiteX3" fmla="*/ 166018 w 331788"/>
                <a:gd name="connsiteY3" fmla="*/ 331787 h 331787"/>
                <a:gd name="connsiteX4" fmla="*/ 122238 w 331788"/>
                <a:gd name="connsiteY4" fmla="*/ 325376 h 331787"/>
                <a:gd name="connsiteX5" fmla="*/ 199497 w 331788"/>
                <a:gd name="connsiteY5" fmla="*/ 265112 h 331787"/>
                <a:gd name="connsiteX6" fmla="*/ 190500 w 331788"/>
                <a:gd name="connsiteY6" fmla="*/ 228600 h 331787"/>
                <a:gd name="connsiteX7" fmla="*/ 201490 w 331788"/>
                <a:gd name="connsiteY7" fmla="*/ 228600 h 331787"/>
                <a:gd name="connsiteX8" fmla="*/ 206375 w 331788"/>
                <a:gd name="connsiteY8" fmla="*/ 236394 h 331787"/>
                <a:gd name="connsiteX9" fmla="*/ 200269 w 331788"/>
                <a:gd name="connsiteY9" fmla="*/ 242888 h 331787"/>
                <a:gd name="connsiteX10" fmla="*/ 190500 w 331788"/>
                <a:gd name="connsiteY10" fmla="*/ 228600 h 331787"/>
                <a:gd name="connsiteX11" fmla="*/ 146452 w 331788"/>
                <a:gd name="connsiteY11" fmla="*/ 228600 h 331787"/>
                <a:gd name="connsiteX12" fmla="*/ 164590 w 331788"/>
                <a:gd name="connsiteY12" fmla="*/ 229897 h 331787"/>
                <a:gd name="connsiteX13" fmla="*/ 165885 w 331788"/>
                <a:gd name="connsiteY13" fmla="*/ 229897 h 331787"/>
                <a:gd name="connsiteX14" fmla="*/ 173659 w 331788"/>
                <a:gd name="connsiteY14" fmla="*/ 229897 h 331787"/>
                <a:gd name="connsiteX15" fmla="*/ 190501 w 331788"/>
                <a:gd name="connsiteY15" fmla="*/ 253240 h 331787"/>
                <a:gd name="connsiteX16" fmla="*/ 103699 w 331788"/>
                <a:gd name="connsiteY16" fmla="*/ 320675 h 331787"/>
                <a:gd name="connsiteX17" fmla="*/ 77788 w 331788"/>
                <a:gd name="connsiteY17" fmla="*/ 306410 h 331787"/>
                <a:gd name="connsiteX18" fmla="*/ 112768 w 331788"/>
                <a:gd name="connsiteY18" fmla="*/ 244162 h 331787"/>
                <a:gd name="connsiteX19" fmla="*/ 121837 w 331788"/>
                <a:gd name="connsiteY19" fmla="*/ 245459 h 331787"/>
                <a:gd name="connsiteX20" fmla="*/ 146452 w 331788"/>
                <a:gd name="connsiteY20" fmla="*/ 228600 h 331787"/>
                <a:gd name="connsiteX21" fmla="*/ 323851 w 331788"/>
                <a:gd name="connsiteY21" fmla="*/ 217487 h 331787"/>
                <a:gd name="connsiteX22" fmla="*/ 249631 w 331788"/>
                <a:gd name="connsiteY22" fmla="*/ 307975 h 331787"/>
                <a:gd name="connsiteX23" fmla="*/ 207963 w 331788"/>
                <a:gd name="connsiteY23" fmla="*/ 253682 h 331787"/>
                <a:gd name="connsiteX24" fmla="*/ 218380 w 331788"/>
                <a:gd name="connsiteY24" fmla="*/ 243341 h 331787"/>
                <a:gd name="connsiteX25" fmla="*/ 227495 w 331788"/>
                <a:gd name="connsiteY25" fmla="*/ 244634 h 331787"/>
                <a:gd name="connsiteX26" fmla="*/ 253537 w 331788"/>
                <a:gd name="connsiteY26" fmla="*/ 225243 h 331787"/>
                <a:gd name="connsiteX27" fmla="*/ 323851 w 331788"/>
                <a:gd name="connsiteY27" fmla="*/ 217487 h 331787"/>
                <a:gd name="connsiteX28" fmla="*/ 3175 w 331788"/>
                <a:gd name="connsiteY28" fmla="*/ 196850 h 331787"/>
                <a:gd name="connsiteX29" fmla="*/ 93642 w 331788"/>
                <a:gd name="connsiteY29" fmla="*/ 222902 h 331787"/>
                <a:gd name="connsiteX30" fmla="*/ 100013 w 331788"/>
                <a:gd name="connsiteY30" fmla="*/ 235927 h 331787"/>
                <a:gd name="connsiteX31" fmla="*/ 65610 w 331788"/>
                <a:gd name="connsiteY31" fmla="*/ 298450 h 331787"/>
                <a:gd name="connsiteX32" fmla="*/ 3175 w 331788"/>
                <a:gd name="connsiteY32" fmla="*/ 196850 h 331787"/>
                <a:gd name="connsiteX33" fmla="*/ 146517 w 331788"/>
                <a:gd name="connsiteY33" fmla="*/ 192087 h 331787"/>
                <a:gd name="connsiteX34" fmla="*/ 163513 w 331788"/>
                <a:gd name="connsiteY34" fmla="*/ 215900 h 331787"/>
                <a:gd name="connsiteX35" fmla="*/ 147825 w 331788"/>
                <a:gd name="connsiteY35" fmla="*/ 214577 h 331787"/>
                <a:gd name="connsiteX36" fmla="*/ 141288 w 331788"/>
                <a:gd name="connsiteY36" fmla="*/ 200025 h 331787"/>
                <a:gd name="connsiteX37" fmla="*/ 146517 w 331788"/>
                <a:gd name="connsiteY37" fmla="*/ 192087 h 331787"/>
                <a:gd name="connsiteX38" fmla="*/ 277877 w 331788"/>
                <a:gd name="connsiteY38" fmla="*/ 160337 h 331787"/>
                <a:gd name="connsiteX39" fmla="*/ 314326 w 331788"/>
                <a:gd name="connsiteY39" fmla="*/ 204624 h 331787"/>
                <a:gd name="connsiteX40" fmla="*/ 253143 w 331788"/>
                <a:gd name="connsiteY40" fmla="*/ 211137 h 331787"/>
                <a:gd name="connsiteX41" fmla="*/ 249238 w 331788"/>
                <a:gd name="connsiteY41" fmla="*/ 203322 h 331787"/>
                <a:gd name="connsiteX42" fmla="*/ 277877 w 331788"/>
                <a:gd name="connsiteY42" fmla="*/ 160337 h 331787"/>
                <a:gd name="connsiteX43" fmla="*/ 290513 w 331788"/>
                <a:gd name="connsiteY43" fmla="*/ 153987 h 331787"/>
                <a:gd name="connsiteX44" fmla="*/ 331788 w 331788"/>
                <a:gd name="connsiteY44" fmla="*/ 167061 h 331787"/>
                <a:gd name="connsiteX45" fmla="*/ 329125 w 331788"/>
                <a:gd name="connsiteY45" fmla="*/ 198437 h 331787"/>
                <a:gd name="connsiteX46" fmla="*/ 290513 w 331788"/>
                <a:gd name="connsiteY46" fmla="*/ 153987 h 331787"/>
                <a:gd name="connsiteX47" fmla="*/ 113341 w 331788"/>
                <a:gd name="connsiteY47" fmla="*/ 139700 h 331787"/>
                <a:gd name="connsiteX48" fmla="*/ 130085 w 331788"/>
                <a:gd name="connsiteY48" fmla="*/ 169324 h 331787"/>
                <a:gd name="connsiteX49" fmla="*/ 136525 w 331788"/>
                <a:gd name="connsiteY49" fmla="*/ 178340 h 331787"/>
                <a:gd name="connsiteX50" fmla="*/ 128797 w 331788"/>
                <a:gd name="connsiteY50" fmla="*/ 191219 h 331787"/>
                <a:gd name="connsiteX51" fmla="*/ 121069 w 331788"/>
                <a:gd name="connsiteY51" fmla="*/ 189932 h 331787"/>
                <a:gd name="connsiteX52" fmla="*/ 95310 w 331788"/>
                <a:gd name="connsiteY52" fmla="*/ 207963 h 331787"/>
                <a:gd name="connsiteX53" fmla="*/ 1288 w 331788"/>
                <a:gd name="connsiteY53" fmla="*/ 179628 h 331787"/>
                <a:gd name="connsiteX54" fmla="*/ 0 w 331788"/>
                <a:gd name="connsiteY54" fmla="*/ 165460 h 331787"/>
                <a:gd name="connsiteX55" fmla="*/ 1288 w 331788"/>
                <a:gd name="connsiteY55" fmla="*/ 151292 h 331787"/>
                <a:gd name="connsiteX56" fmla="*/ 113341 w 331788"/>
                <a:gd name="connsiteY56" fmla="*/ 139700 h 331787"/>
                <a:gd name="connsiteX57" fmla="*/ 186315 w 331788"/>
                <a:gd name="connsiteY57" fmla="*/ 138112 h 331787"/>
                <a:gd name="connsiteX58" fmla="*/ 268288 w 331788"/>
                <a:gd name="connsiteY58" fmla="*/ 149780 h 331787"/>
                <a:gd name="connsiteX59" fmla="*/ 238829 w 331788"/>
                <a:gd name="connsiteY59" fmla="*/ 193860 h 331787"/>
                <a:gd name="connsiteX60" fmla="*/ 227301 w 331788"/>
                <a:gd name="connsiteY60" fmla="*/ 191267 h 331787"/>
                <a:gd name="connsiteX61" fmla="*/ 200404 w 331788"/>
                <a:gd name="connsiteY61" fmla="*/ 214604 h 331787"/>
                <a:gd name="connsiteX62" fmla="*/ 179911 w 331788"/>
                <a:gd name="connsiteY62" fmla="*/ 215900 h 331787"/>
                <a:gd name="connsiteX63" fmla="*/ 155575 w 331788"/>
                <a:gd name="connsiteY63" fmla="*/ 179599 h 331787"/>
                <a:gd name="connsiteX64" fmla="*/ 173507 w 331788"/>
                <a:gd name="connsiteY64" fmla="*/ 154966 h 331787"/>
                <a:gd name="connsiteX65" fmla="*/ 186315 w 331788"/>
                <a:gd name="connsiteY65" fmla="*/ 138112 h 331787"/>
                <a:gd name="connsiteX66" fmla="*/ 168276 w 331788"/>
                <a:gd name="connsiteY66" fmla="*/ 138112 h 331787"/>
                <a:gd name="connsiteX67" fmla="*/ 161661 w 331788"/>
                <a:gd name="connsiteY67" fmla="*/ 145566 h 331787"/>
                <a:gd name="connsiteX68" fmla="*/ 145786 w 331788"/>
                <a:gd name="connsiteY68" fmla="*/ 166687 h 331787"/>
                <a:gd name="connsiteX69" fmla="*/ 141817 w 331788"/>
                <a:gd name="connsiteY69" fmla="*/ 161718 h 331787"/>
                <a:gd name="connsiteX70" fmla="*/ 128588 w 331788"/>
                <a:gd name="connsiteY70" fmla="*/ 139354 h 331787"/>
                <a:gd name="connsiteX71" fmla="*/ 168276 w 331788"/>
                <a:gd name="connsiteY71" fmla="*/ 138112 h 331787"/>
                <a:gd name="connsiteX72" fmla="*/ 220028 w 331788"/>
                <a:gd name="connsiteY72" fmla="*/ 103187 h 331787"/>
                <a:gd name="connsiteX73" fmla="*/ 232728 w 331788"/>
                <a:gd name="connsiteY73" fmla="*/ 105784 h 331787"/>
                <a:gd name="connsiteX74" fmla="*/ 237808 w 331788"/>
                <a:gd name="connsiteY74" fmla="*/ 105784 h 331787"/>
                <a:gd name="connsiteX75" fmla="*/ 246698 w 331788"/>
                <a:gd name="connsiteY75" fmla="*/ 118773 h 331787"/>
                <a:gd name="connsiteX76" fmla="*/ 255588 w 331788"/>
                <a:gd name="connsiteY76" fmla="*/ 131762 h 331787"/>
                <a:gd name="connsiteX77" fmla="*/ 198438 w 331788"/>
                <a:gd name="connsiteY77" fmla="*/ 125267 h 331787"/>
                <a:gd name="connsiteX78" fmla="*/ 220028 w 331788"/>
                <a:gd name="connsiteY78" fmla="*/ 103187 h 331787"/>
                <a:gd name="connsiteX79" fmla="*/ 317236 w 331788"/>
                <a:gd name="connsiteY79" fmla="*/ 98425 h 331787"/>
                <a:gd name="connsiteX80" fmla="*/ 331788 w 331788"/>
                <a:gd name="connsiteY80" fmla="*/ 152400 h 331787"/>
                <a:gd name="connsiteX81" fmla="*/ 292100 w 331788"/>
                <a:gd name="connsiteY81" fmla="*/ 140552 h 331787"/>
                <a:gd name="connsiteX82" fmla="*/ 317236 w 331788"/>
                <a:gd name="connsiteY82" fmla="*/ 98425 h 331787"/>
                <a:gd name="connsiteX83" fmla="*/ 286068 w 331788"/>
                <a:gd name="connsiteY83" fmla="*/ 52387 h 331787"/>
                <a:gd name="connsiteX84" fmla="*/ 309563 w 331788"/>
                <a:gd name="connsiteY84" fmla="*/ 84748 h 331787"/>
                <a:gd name="connsiteX85" fmla="*/ 278236 w 331788"/>
                <a:gd name="connsiteY85" fmla="*/ 136525 h 331787"/>
                <a:gd name="connsiteX86" fmla="*/ 276931 w 331788"/>
                <a:gd name="connsiteY86" fmla="*/ 136525 h 331787"/>
                <a:gd name="connsiteX87" fmla="*/ 258657 w 331788"/>
                <a:gd name="connsiteY87" fmla="*/ 110636 h 331787"/>
                <a:gd name="connsiteX88" fmla="*/ 250825 w 331788"/>
                <a:gd name="connsiteY88" fmla="*/ 98986 h 331787"/>
                <a:gd name="connsiteX89" fmla="*/ 259962 w 331788"/>
                <a:gd name="connsiteY89" fmla="*/ 78275 h 331787"/>
                <a:gd name="connsiteX90" fmla="*/ 258657 w 331788"/>
                <a:gd name="connsiteY90" fmla="*/ 70509 h 331787"/>
                <a:gd name="connsiteX91" fmla="*/ 286068 w 331788"/>
                <a:gd name="connsiteY91" fmla="*/ 52387 h 331787"/>
                <a:gd name="connsiteX92" fmla="*/ 73025 w 331788"/>
                <a:gd name="connsiteY92" fmla="*/ 28575 h 331787"/>
                <a:gd name="connsiteX93" fmla="*/ 107950 w 331788"/>
                <a:gd name="connsiteY93" fmla="*/ 126377 h 331787"/>
                <a:gd name="connsiteX94" fmla="*/ 3175 w 331788"/>
                <a:gd name="connsiteY94" fmla="*/ 138113 h 331787"/>
                <a:gd name="connsiteX95" fmla="*/ 73025 w 331788"/>
                <a:gd name="connsiteY95" fmla="*/ 28575 h 331787"/>
                <a:gd name="connsiteX96" fmla="*/ 203200 w 331788"/>
                <a:gd name="connsiteY96" fmla="*/ 4762 h 331787"/>
                <a:gd name="connsiteX97" fmla="*/ 274638 w 331788"/>
                <a:gd name="connsiteY97" fmla="*/ 41817 h 331787"/>
                <a:gd name="connsiteX98" fmla="*/ 251258 w 331788"/>
                <a:gd name="connsiteY98" fmla="*/ 57150 h 331787"/>
                <a:gd name="connsiteX99" fmla="*/ 233074 w 331788"/>
                <a:gd name="connsiteY99" fmla="*/ 50761 h 331787"/>
                <a:gd name="connsiteX100" fmla="*/ 225281 w 331788"/>
                <a:gd name="connsiteY100" fmla="*/ 52039 h 331787"/>
                <a:gd name="connsiteX101" fmla="*/ 203200 w 331788"/>
                <a:gd name="connsiteY101" fmla="*/ 4762 h 331787"/>
                <a:gd name="connsiteX102" fmla="*/ 165260 w 331788"/>
                <a:gd name="connsiteY102" fmla="*/ 0 h 331787"/>
                <a:gd name="connsiteX103" fmla="*/ 185786 w 331788"/>
                <a:gd name="connsiteY103" fmla="*/ 1290 h 331787"/>
                <a:gd name="connsiteX104" fmla="*/ 212725 w 331788"/>
                <a:gd name="connsiteY104" fmla="*/ 59333 h 331787"/>
                <a:gd name="connsiteX105" fmla="*/ 205028 w 331788"/>
                <a:gd name="connsiteY105" fmla="*/ 77390 h 331787"/>
                <a:gd name="connsiteX106" fmla="*/ 208876 w 331788"/>
                <a:gd name="connsiteY106" fmla="*/ 91579 h 331787"/>
                <a:gd name="connsiteX107" fmla="*/ 179371 w 331788"/>
                <a:gd name="connsiteY107" fmla="*/ 122535 h 331787"/>
                <a:gd name="connsiteX108" fmla="*/ 176806 w 331788"/>
                <a:gd name="connsiteY108" fmla="*/ 122535 h 331787"/>
                <a:gd name="connsiteX109" fmla="*/ 122927 w 331788"/>
                <a:gd name="connsiteY109" fmla="*/ 123825 h 331787"/>
                <a:gd name="connsiteX110" fmla="*/ 85725 w 331788"/>
                <a:gd name="connsiteY110" fmla="*/ 20637 h 331787"/>
                <a:gd name="connsiteX111" fmla="*/ 165260 w 331788"/>
                <a:gd name="connsiteY111" fmla="*/ 0 h 33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331788" h="331787">
                  <a:moveTo>
                    <a:pt x="199497" y="265112"/>
                  </a:moveTo>
                  <a:cubicBezTo>
                    <a:pt x="203360" y="270241"/>
                    <a:pt x="205935" y="274088"/>
                    <a:pt x="209798" y="279217"/>
                  </a:cubicBezTo>
                  <a:cubicBezTo>
                    <a:pt x="222674" y="295885"/>
                    <a:pt x="231688" y="307425"/>
                    <a:pt x="238126" y="315118"/>
                  </a:cubicBezTo>
                  <a:cubicBezTo>
                    <a:pt x="216236" y="325376"/>
                    <a:pt x="191771" y="331787"/>
                    <a:pt x="166018" y="331787"/>
                  </a:cubicBezTo>
                  <a:cubicBezTo>
                    <a:pt x="150566" y="331787"/>
                    <a:pt x="136402" y="329223"/>
                    <a:pt x="122238" y="325376"/>
                  </a:cubicBezTo>
                  <a:cubicBezTo>
                    <a:pt x="141553" y="312554"/>
                    <a:pt x="169881" y="293321"/>
                    <a:pt x="199497" y="265112"/>
                  </a:cubicBezTo>
                  <a:close/>
                  <a:moveTo>
                    <a:pt x="190500" y="228600"/>
                  </a:moveTo>
                  <a:cubicBezTo>
                    <a:pt x="194163" y="228600"/>
                    <a:pt x="197827" y="228600"/>
                    <a:pt x="201490" y="228600"/>
                  </a:cubicBezTo>
                  <a:cubicBezTo>
                    <a:pt x="202712" y="231198"/>
                    <a:pt x="203933" y="233796"/>
                    <a:pt x="206375" y="236394"/>
                  </a:cubicBezTo>
                  <a:cubicBezTo>
                    <a:pt x="203933" y="237693"/>
                    <a:pt x="201490" y="240290"/>
                    <a:pt x="200269" y="242888"/>
                  </a:cubicBezTo>
                  <a:cubicBezTo>
                    <a:pt x="196606" y="237693"/>
                    <a:pt x="194163" y="233796"/>
                    <a:pt x="190500" y="228600"/>
                  </a:cubicBezTo>
                  <a:close/>
                  <a:moveTo>
                    <a:pt x="146452" y="228600"/>
                  </a:moveTo>
                  <a:cubicBezTo>
                    <a:pt x="152930" y="228600"/>
                    <a:pt x="159408" y="229897"/>
                    <a:pt x="164590" y="229897"/>
                  </a:cubicBezTo>
                  <a:cubicBezTo>
                    <a:pt x="164590" y="229897"/>
                    <a:pt x="164590" y="229897"/>
                    <a:pt x="165885" y="229897"/>
                  </a:cubicBezTo>
                  <a:cubicBezTo>
                    <a:pt x="168477" y="229897"/>
                    <a:pt x="171068" y="229897"/>
                    <a:pt x="173659" y="229897"/>
                  </a:cubicBezTo>
                  <a:cubicBezTo>
                    <a:pt x="178841" y="237678"/>
                    <a:pt x="185319" y="245459"/>
                    <a:pt x="190501" y="253240"/>
                  </a:cubicBezTo>
                  <a:cubicBezTo>
                    <a:pt x="156817" y="286958"/>
                    <a:pt x="123132" y="309004"/>
                    <a:pt x="103699" y="320675"/>
                  </a:cubicBezTo>
                  <a:cubicBezTo>
                    <a:pt x="94630" y="316785"/>
                    <a:pt x="85561" y="311597"/>
                    <a:pt x="77788" y="306410"/>
                  </a:cubicBezTo>
                  <a:cubicBezTo>
                    <a:pt x="84266" y="293442"/>
                    <a:pt x="97221" y="271396"/>
                    <a:pt x="112768" y="244162"/>
                  </a:cubicBezTo>
                  <a:cubicBezTo>
                    <a:pt x="115359" y="245459"/>
                    <a:pt x="117950" y="245459"/>
                    <a:pt x="121837" y="245459"/>
                  </a:cubicBezTo>
                  <a:cubicBezTo>
                    <a:pt x="132201" y="245459"/>
                    <a:pt x="142566" y="238975"/>
                    <a:pt x="146452" y="228600"/>
                  </a:cubicBezTo>
                  <a:close/>
                  <a:moveTo>
                    <a:pt x="323851" y="217487"/>
                  </a:moveTo>
                  <a:cubicBezTo>
                    <a:pt x="310830" y="256268"/>
                    <a:pt x="284788" y="287292"/>
                    <a:pt x="249631" y="307975"/>
                  </a:cubicBezTo>
                  <a:cubicBezTo>
                    <a:pt x="240516" y="295048"/>
                    <a:pt x="224890" y="275658"/>
                    <a:pt x="207963" y="253682"/>
                  </a:cubicBezTo>
                  <a:cubicBezTo>
                    <a:pt x="211869" y="249804"/>
                    <a:pt x="214474" y="247219"/>
                    <a:pt x="218380" y="243341"/>
                  </a:cubicBezTo>
                  <a:cubicBezTo>
                    <a:pt x="220984" y="244634"/>
                    <a:pt x="223588" y="244634"/>
                    <a:pt x="227495" y="244634"/>
                  </a:cubicBezTo>
                  <a:cubicBezTo>
                    <a:pt x="239214" y="244634"/>
                    <a:pt x="250933" y="236878"/>
                    <a:pt x="253537" y="225243"/>
                  </a:cubicBezTo>
                  <a:cubicBezTo>
                    <a:pt x="280881" y="222658"/>
                    <a:pt x="304319" y="220073"/>
                    <a:pt x="323851" y="217487"/>
                  </a:cubicBezTo>
                  <a:close/>
                  <a:moveTo>
                    <a:pt x="3175" y="196850"/>
                  </a:moveTo>
                  <a:cubicBezTo>
                    <a:pt x="23562" y="204666"/>
                    <a:pt x="55417" y="215086"/>
                    <a:pt x="93642" y="222902"/>
                  </a:cubicBezTo>
                  <a:cubicBezTo>
                    <a:pt x="94916" y="228112"/>
                    <a:pt x="96190" y="232019"/>
                    <a:pt x="100013" y="235927"/>
                  </a:cubicBezTo>
                  <a:cubicBezTo>
                    <a:pt x="84723" y="261978"/>
                    <a:pt x="71981" y="284122"/>
                    <a:pt x="65610" y="298450"/>
                  </a:cubicBezTo>
                  <a:cubicBezTo>
                    <a:pt x="33755" y="273702"/>
                    <a:pt x="10820" y="237230"/>
                    <a:pt x="3175" y="196850"/>
                  </a:cubicBezTo>
                  <a:close/>
                  <a:moveTo>
                    <a:pt x="146517" y="192087"/>
                  </a:moveTo>
                  <a:cubicBezTo>
                    <a:pt x="151747" y="200025"/>
                    <a:pt x="156976" y="207963"/>
                    <a:pt x="163513" y="215900"/>
                  </a:cubicBezTo>
                  <a:cubicBezTo>
                    <a:pt x="158284" y="215900"/>
                    <a:pt x="153054" y="214577"/>
                    <a:pt x="147825" y="214577"/>
                  </a:cubicBezTo>
                  <a:cubicBezTo>
                    <a:pt x="147825" y="209286"/>
                    <a:pt x="145210" y="203994"/>
                    <a:pt x="141288" y="200025"/>
                  </a:cubicBezTo>
                  <a:cubicBezTo>
                    <a:pt x="142595" y="197379"/>
                    <a:pt x="145210" y="194733"/>
                    <a:pt x="146517" y="192087"/>
                  </a:cubicBezTo>
                  <a:close/>
                  <a:moveTo>
                    <a:pt x="277877" y="160337"/>
                  </a:moveTo>
                  <a:cubicBezTo>
                    <a:pt x="290894" y="175968"/>
                    <a:pt x="302610" y="190296"/>
                    <a:pt x="314326" y="204624"/>
                  </a:cubicBezTo>
                  <a:cubicBezTo>
                    <a:pt x="297403" y="205927"/>
                    <a:pt x="276575" y="208532"/>
                    <a:pt x="253143" y="211137"/>
                  </a:cubicBezTo>
                  <a:cubicBezTo>
                    <a:pt x="251842" y="207230"/>
                    <a:pt x="251842" y="204624"/>
                    <a:pt x="249238" y="203322"/>
                  </a:cubicBezTo>
                  <a:cubicBezTo>
                    <a:pt x="259652" y="188994"/>
                    <a:pt x="270066" y="174665"/>
                    <a:pt x="277877" y="160337"/>
                  </a:cubicBezTo>
                  <a:close/>
                  <a:moveTo>
                    <a:pt x="290513" y="153987"/>
                  </a:moveTo>
                  <a:cubicBezTo>
                    <a:pt x="306490" y="159216"/>
                    <a:pt x="321136" y="163139"/>
                    <a:pt x="331788" y="167061"/>
                  </a:cubicBezTo>
                  <a:cubicBezTo>
                    <a:pt x="331788" y="178827"/>
                    <a:pt x="330457" y="187978"/>
                    <a:pt x="329125" y="198437"/>
                  </a:cubicBezTo>
                  <a:cubicBezTo>
                    <a:pt x="317142" y="185364"/>
                    <a:pt x="303828" y="170983"/>
                    <a:pt x="290513" y="153987"/>
                  </a:cubicBezTo>
                  <a:close/>
                  <a:moveTo>
                    <a:pt x="113341" y="139700"/>
                  </a:moveTo>
                  <a:cubicBezTo>
                    <a:pt x="118493" y="150004"/>
                    <a:pt x="124933" y="160307"/>
                    <a:pt x="130085" y="169324"/>
                  </a:cubicBezTo>
                  <a:cubicBezTo>
                    <a:pt x="132661" y="171900"/>
                    <a:pt x="135237" y="175764"/>
                    <a:pt x="136525" y="178340"/>
                  </a:cubicBezTo>
                  <a:cubicBezTo>
                    <a:pt x="133949" y="183492"/>
                    <a:pt x="131373" y="187356"/>
                    <a:pt x="128797" y="191219"/>
                  </a:cubicBezTo>
                  <a:cubicBezTo>
                    <a:pt x="126221" y="189932"/>
                    <a:pt x="123645" y="189932"/>
                    <a:pt x="121069" y="189932"/>
                  </a:cubicBezTo>
                  <a:cubicBezTo>
                    <a:pt x="109478" y="189932"/>
                    <a:pt x="99174" y="197659"/>
                    <a:pt x="95310" y="207963"/>
                  </a:cubicBezTo>
                  <a:cubicBezTo>
                    <a:pt x="52807" y="200235"/>
                    <a:pt x="19320" y="187356"/>
                    <a:pt x="1288" y="179628"/>
                  </a:cubicBezTo>
                  <a:cubicBezTo>
                    <a:pt x="0" y="174476"/>
                    <a:pt x="0" y="170612"/>
                    <a:pt x="0" y="165460"/>
                  </a:cubicBezTo>
                  <a:cubicBezTo>
                    <a:pt x="0" y="160307"/>
                    <a:pt x="0" y="156444"/>
                    <a:pt x="1288" y="151292"/>
                  </a:cubicBezTo>
                  <a:cubicBezTo>
                    <a:pt x="23183" y="147428"/>
                    <a:pt x="64399" y="142276"/>
                    <a:pt x="113341" y="139700"/>
                  </a:cubicBezTo>
                  <a:close/>
                  <a:moveTo>
                    <a:pt x="186315" y="138112"/>
                  </a:moveTo>
                  <a:cubicBezTo>
                    <a:pt x="215774" y="139408"/>
                    <a:pt x="243952" y="143298"/>
                    <a:pt x="268288" y="149780"/>
                  </a:cubicBezTo>
                  <a:cubicBezTo>
                    <a:pt x="259322" y="164042"/>
                    <a:pt x="249076" y="179599"/>
                    <a:pt x="238829" y="193860"/>
                  </a:cubicBezTo>
                  <a:cubicBezTo>
                    <a:pt x="234986" y="192564"/>
                    <a:pt x="231144" y="191267"/>
                    <a:pt x="227301" y="191267"/>
                  </a:cubicBezTo>
                  <a:cubicBezTo>
                    <a:pt x="213212" y="191267"/>
                    <a:pt x="201685" y="201639"/>
                    <a:pt x="200404" y="214604"/>
                  </a:cubicBezTo>
                  <a:cubicBezTo>
                    <a:pt x="194000" y="214604"/>
                    <a:pt x="186315" y="214604"/>
                    <a:pt x="179911" y="215900"/>
                  </a:cubicBezTo>
                  <a:cubicBezTo>
                    <a:pt x="170945" y="202936"/>
                    <a:pt x="163260" y="191267"/>
                    <a:pt x="155575" y="179599"/>
                  </a:cubicBezTo>
                  <a:cubicBezTo>
                    <a:pt x="160698" y="171820"/>
                    <a:pt x="167102" y="162745"/>
                    <a:pt x="173507" y="154966"/>
                  </a:cubicBezTo>
                  <a:cubicBezTo>
                    <a:pt x="177349" y="148483"/>
                    <a:pt x="182472" y="143298"/>
                    <a:pt x="186315" y="138112"/>
                  </a:cubicBezTo>
                  <a:close/>
                  <a:moveTo>
                    <a:pt x="168276" y="138112"/>
                  </a:moveTo>
                  <a:cubicBezTo>
                    <a:pt x="165630" y="140597"/>
                    <a:pt x="164307" y="143081"/>
                    <a:pt x="161661" y="145566"/>
                  </a:cubicBezTo>
                  <a:cubicBezTo>
                    <a:pt x="156370" y="153020"/>
                    <a:pt x="151078" y="159232"/>
                    <a:pt x="145786" y="166687"/>
                  </a:cubicBezTo>
                  <a:cubicBezTo>
                    <a:pt x="144463" y="165445"/>
                    <a:pt x="143140" y="162960"/>
                    <a:pt x="141817" y="161718"/>
                  </a:cubicBezTo>
                  <a:cubicBezTo>
                    <a:pt x="137849" y="154263"/>
                    <a:pt x="132557" y="146808"/>
                    <a:pt x="128588" y="139354"/>
                  </a:cubicBezTo>
                  <a:cubicBezTo>
                    <a:pt x="141817" y="139354"/>
                    <a:pt x="155047" y="138112"/>
                    <a:pt x="168276" y="138112"/>
                  </a:cubicBezTo>
                  <a:close/>
                  <a:moveTo>
                    <a:pt x="220028" y="103187"/>
                  </a:moveTo>
                  <a:cubicBezTo>
                    <a:pt x="223838" y="104486"/>
                    <a:pt x="227648" y="105784"/>
                    <a:pt x="232728" y="105784"/>
                  </a:cubicBezTo>
                  <a:cubicBezTo>
                    <a:pt x="233998" y="105784"/>
                    <a:pt x="236538" y="105784"/>
                    <a:pt x="237808" y="105784"/>
                  </a:cubicBezTo>
                  <a:cubicBezTo>
                    <a:pt x="241618" y="109681"/>
                    <a:pt x="244158" y="114877"/>
                    <a:pt x="246698" y="118773"/>
                  </a:cubicBezTo>
                  <a:cubicBezTo>
                    <a:pt x="249238" y="122670"/>
                    <a:pt x="253048" y="127865"/>
                    <a:pt x="255588" y="131762"/>
                  </a:cubicBezTo>
                  <a:cubicBezTo>
                    <a:pt x="237808" y="129164"/>
                    <a:pt x="218758" y="126566"/>
                    <a:pt x="198438" y="125267"/>
                  </a:cubicBezTo>
                  <a:cubicBezTo>
                    <a:pt x="206058" y="117474"/>
                    <a:pt x="213678" y="109681"/>
                    <a:pt x="220028" y="103187"/>
                  </a:cubicBezTo>
                  <a:close/>
                  <a:moveTo>
                    <a:pt x="317236" y="98425"/>
                  </a:moveTo>
                  <a:cubicBezTo>
                    <a:pt x="325173" y="115539"/>
                    <a:pt x="329142" y="133969"/>
                    <a:pt x="331788" y="152400"/>
                  </a:cubicBezTo>
                  <a:cubicBezTo>
                    <a:pt x="319882" y="148450"/>
                    <a:pt x="306652" y="144501"/>
                    <a:pt x="292100" y="140552"/>
                  </a:cubicBezTo>
                  <a:cubicBezTo>
                    <a:pt x="301361" y="124754"/>
                    <a:pt x="310621" y="111589"/>
                    <a:pt x="317236" y="98425"/>
                  </a:cubicBezTo>
                  <a:close/>
                  <a:moveTo>
                    <a:pt x="286068" y="52387"/>
                  </a:moveTo>
                  <a:cubicBezTo>
                    <a:pt x="295205" y="61448"/>
                    <a:pt x="303037" y="71803"/>
                    <a:pt x="309563" y="84748"/>
                  </a:cubicBezTo>
                  <a:cubicBezTo>
                    <a:pt x="301731" y="98986"/>
                    <a:pt x="289984" y="117108"/>
                    <a:pt x="278236" y="136525"/>
                  </a:cubicBezTo>
                  <a:cubicBezTo>
                    <a:pt x="278236" y="136525"/>
                    <a:pt x="276931" y="136525"/>
                    <a:pt x="276931" y="136525"/>
                  </a:cubicBezTo>
                  <a:cubicBezTo>
                    <a:pt x="270404" y="127464"/>
                    <a:pt x="265183" y="119697"/>
                    <a:pt x="258657" y="110636"/>
                  </a:cubicBezTo>
                  <a:cubicBezTo>
                    <a:pt x="256046" y="106753"/>
                    <a:pt x="253436" y="102870"/>
                    <a:pt x="250825" y="98986"/>
                  </a:cubicBezTo>
                  <a:cubicBezTo>
                    <a:pt x="256046" y="93809"/>
                    <a:pt x="259962" y="86042"/>
                    <a:pt x="259962" y="78275"/>
                  </a:cubicBezTo>
                  <a:cubicBezTo>
                    <a:pt x="259962" y="75687"/>
                    <a:pt x="259962" y="73098"/>
                    <a:pt x="258657" y="70509"/>
                  </a:cubicBezTo>
                  <a:cubicBezTo>
                    <a:pt x="269099" y="62742"/>
                    <a:pt x="278236" y="57564"/>
                    <a:pt x="286068" y="52387"/>
                  </a:cubicBezTo>
                  <a:close/>
                  <a:moveTo>
                    <a:pt x="73025" y="28575"/>
                  </a:moveTo>
                  <a:cubicBezTo>
                    <a:pt x="79493" y="54655"/>
                    <a:pt x="92428" y="92472"/>
                    <a:pt x="107950" y="126377"/>
                  </a:cubicBezTo>
                  <a:cubicBezTo>
                    <a:pt x="63970" y="128985"/>
                    <a:pt x="25165" y="134201"/>
                    <a:pt x="3175" y="138113"/>
                  </a:cubicBezTo>
                  <a:cubicBezTo>
                    <a:pt x="10936" y="92472"/>
                    <a:pt x="36806" y="53351"/>
                    <a:pt x="73025" y="28575"/>
                  </a:cubicBezTo>
                  <a:close/>
                  <a:moveTo>
                    <a:pt x="203200" y="4762"/>
                  </a:moveTo>
                  <a:cubicBezTo>
                    <a:pt x="230476" y="11151"/>
                    <a:pt x="255155" y="23928"/>
                    <a:pt x="274638" y="41817"/>
                  </a:cubicBezTo>
                  <a:cubicBezTo>
                    <a:pt x="268144" y="45650"/>
                    <a:pt x="260350" y="52039"/>
                    <a:pt x="251258" y="57150"/>
                  </a:cubicBezTo>
                  <a:cubicBezTo>
                    <a:pt x="246063" y="53316"/>
                    <a:pt x="239568" y="50761"/>
                    <a:pt x="233074" y="50761"/>
                  </a:cubicBezTo>
                  <a:cubicBezTo>
                    <a:pt x="230476" y="50761"/>
                    <a:pt x="227879" y="50761"/>
                    <a:pt x="225281" y="52039"/>
                  </a:cubicBezTo>
                  <a:cubicBezTo>
                    <a:pt x="216189" y="34150"/>
                    <a:pt x="208395" y="17539"/>
                    <a:pt x="203200" y="4762"/>
                  </a:cubicBezTo>
                  <a:close/>
                  <a:moveTo>
                    <a:pt x="165260" y="0"/>
                  </a:moveTo>
                  <a:cubicBezTo>
                    <a:pt x="172957" y="0"/>
                    <a:pt x="179371" y="0"/>
                    <a:pt x="185786" y="1290"/>
                  </a:cubicBezTo>
                  <a:cubicBezTo>
                    <a:pt x="192200" y="15478"/>
                    <a:pt x="199897" y="36115"/>
                    <a:pt x="212725" y="59333"/>
                  </a:cubicBezTo>
                  <a:cubicBezTo>
                    <a:pt x="207594" y="63202"/>
                    <a:pt x="205028" y="69651"/>
                    <a:pt x="205028" y="77390"/>
                  </a:cubicBezTo>
                  <a:cubicBezTo>
                    <a:pt x="205028" y="82550"/>
                    <a:pt x="206311" y="87709"/>
                    <a:pt x="208876" y="91579"/>
                  </a:cubicBezTo>
                  <a:cubicBezTo>
                    <a:pt x="198614" y="100608"/>
                    <a:pt x="188351" y="110926"/>
                    <a:pt x="179371" y="122535"/>
                  </a:cubicBezTo>
                  <a:cubicBezTo>
                    <a:pt x="178089" y="122535"/>
                    <a:pt x="178089" y="122535"/>
                    <a:pt x="176806" y="122535"/>
                  </a:cubicBezTo>
                  <a:cubicBezTo>
                    <a:pt x="158846" y="122535"/>
                    <a:pt x="139604" y="123825"/>
                    <a:pt x="122927" y="123825"/>
                  </a:cubicBezTo>
                  <a:cubicBezTo>
                    <a:pt x="104967" y="87709"/>
                    <a:pt x="92139" y="45144"/>
                    <a:pt x="85725" y="20637"/>
                  </a:cubicBezTo>
                  <a:cubicBezTo>
                    <a:pt x="108816" y="7739"/>
                    <a:pt x="135755" y="0"/>
                    <a:pt x="16526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9143510" y="2152735"/>
            <a:ext cx="2173778" cy="3273256"/>
            <a:chOff x="9156599" y="1892469"/>
            <a:chExt cx="2519464" cy="3793787"/>
          </a:xfrm>
        </p:grpSpPr>
        <p:sp>
          <p:nvSpPr>
            <p:cNvPr id="54" name="任意多边形: 形状 53"/>
            <p:cNvSpPr/>
            <p:nvPr/>
          </p:nvSpPr>
          <p:spPr>
            <a:xfrm>
              <a:off x="9156599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9156599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84265" y="3224167"/>
              <a:ext cx="2491798" cy="1708319"/>
              <a:chOff x="1053176" y="2843628"/>
              <a:chExt cx="2491798" cy="1708319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1053176" y="3365404"/>
                <a:ext cx="2491798" cy="1186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实现人机协同评审，提升评阅效率与可解释性，形成可推广的工程化方案。</a:t>
                </a: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338807" y="2843628"/>
                <a:ext cx="1892869" cy="4591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应用目标</a:t>
                </a:r>
              </a:p>
            </p:txBody>
          </p:sp>
        </p:grpSp>
        <p:sp>
          <p:nvSpPr>
            <p:cNvPr id="57" name="椭圆 32"/>
            <p:cNvSpPr/>
            <p:nvPr/>
          </p:nvSpPr>
          <p:spPr>
            <a:xfrm>
              <a:off x="10062411" y="2113554"/>
              <a:ext cx="707837" cy="719846"/>
            </a:xfrm>
            <a:custGeom>
              <a:avLst/>
              <a:gdLst>
                <a:gd name="connsiteX0" fmla="*/ 78191 w 326253"/>
                <a:gd name="connsiteY0" fmla="*/ 141987 h 331788"/>
                <a:gd name="connsiteX1" fmla="*/ 93695 w 326253"/>
                <a:gd name="connsiteY1" fmla="*/ 171683 h 331788"/>
                <a:gd name="connsiteX2" fmla="*/ 80775 w 326253"/>
                <a:gd name="connsiteY2" fmla="*/ 215583 h 331788"/>
                <a:gd name="connsiteX3" fmla="*/ 159586 w 326253"/>
                <a:gd name="connsiteY3" fmla="*/ 183304 h 331788"/>
                <a:gd name="connsiteX4" fmla="*/ 172506 w 326253"/>
                <a:gd name="connsiteY4" fmla="*/ 171683 h 331788"/>
                <a:gd name="connsiteX5" fmla="*/ 194470 w 326253"/>
                <a:gd name="connsiteY5" fmla="*/ 192342 h 331788"/>
                <a:gd name="connsiteX6" fmla="*/ 181550 w 326253"/>
                <a:gd name="connsiteY6" fmla="*/ 285306 h 331788"/>
                <a:gd name="connsiteX7" fmla="*/ 181550 w 326253"/>
                <a:gd name="connsiteY7" fmla="*/ 286597 h 331788"/>
                <a:gd name="connsiteX8" fmla="*/ 194470 w 326253"/>
                <a:gd name="connsiteY8" fmla="*/ 304674 h 331788"/>
                <a:gd name="connsiteX9" fmla="*/ 195762 w 326253"/>
                <a:gd name="connsiteY9" fmla="*/ 304674 h 331788"/>
                <a:gd name="connsiteX10" fmla="*/ 209974 w 326253"/>
                <a:gd name="connsiteY10" fmla="*/ 286597 h 331788"/>
                <a:gd name="connsiteX11" fmla="*/ 209974 w 326253"/>
                <a:gd name="connsiteY11" fmla="*/ 285306 h 331788"/>
                <a:gd name="connsiteX12" fmla="*/ 197054 w 326253"/>
                <a:gd name="connsiteY12" fmla="*/ 192342 h 331788"/>
                <a:gd name="connsiteX13" fmla="*/ 217726 w 326253"/>
                <a:gd name="connsiteY13" fmla="*/ 171683 h 331788"/>
                <a:gd name="connsiteX14" fmla="*/ 230646 w 326253"/>
                <a:gd name="connsiteY14" fmla="*/ 183304 h 331788"/>
                <a:gd name="connsiteX15" fmla="*/ 261654 w 326253"/>
                <a:gd name="connsiteY15" fmla="*/ 196216 h 331788"/>
                <a:gd name="connsiteX16" fmla="*/ 308165 w 326253"/>
                <a:gd name="connsiteY16" fmla="*/ 255609 h 331788"/>
                <a:gd name="connsiteX17" fmla="*/ 324961 w 326253"/>
                <a:gd name="connsiteY17" fmla="*/ 295635 h 331788"/>
                <a:gd name="connsiteX18" fmla="*/ 326253 w 326253"/>
                <a:gd name="connsiteY18" fmla="*/ 304674 h 331788"/>
                <a:gd name="connsiteX19" fmla="*/ 321085 w 326253"/>
                <a:gd name="connsiteY19" fmla="*/ 331788 h 331788"/>
                <a:gd name="connsiteX20" fmla="*/ 271990 w 326253"/>
                <a:gd name="connsiteY20" fmla="*/ 331788 h 331788"/>
                <a:gd name="connsiteX21" fmla="*/ 279742 w 326253"/>
                <a:gd name="connsiteY21" fmla="*/ 304674 h 331788"/>
                <a:gd name="connsiteX22" fmla="*/ 268114 w 326253"/>
                <a:gd name="connsiteY22" fmla="*/ 278850 h 331788"/>
                <a:gd name="connsiteX23" fmla="*/ 268114 w 326253"/>
                <a:gd name="connsiteY23" fmla="*/ 331788 h 331788"/>
                <a:gd name="connsiteX24" fmla="*/ 122119 w 326253"/>
                <a:gd name="connsiteY24" fmla="*/ 331788 h 331788"/>
                <a:gd name="connsiteX25" fmla="*/ 122119 w 326253"/>
                <a:gd name="connsiteY25" fmla="*/ 250445 h 331788"/>
                <a:gd name="connsiteX26" fmla="*/ 56227 w 326253"/>
                <a:gd name="connsiteY26" fmla="*/ 267230 h 331788"/>
                <a:gd name="connsiteX27" fmla="*/ 35555 w 326253"/>
                <a:gd name="connsiteY27" fmla="*/ 256900 h 331788"/>
                <a:gd name="connsiteX28" fmla="*/ 38139 w 326253"/>
                <a:gd name="connsiteY28" fmla="*/ 193633 h 331788"/>
                <a:gd name="connsiteX29" fmla="*/ 49767 w 326253"/>
                <a:gd name="connsiteY29" fmla="*/ 156189 h 331788"/>
                <a:gd name="connsiteX30" fmla="*/ 78191 w 326253"/>
                <a:gd name="connsiteY30" fmla="*/ 141987 h 331788"/>
                <a:gd name="connsiteX31" fmla="*/ 99575 w 326253"/>
                <a:gd name="connsiteY31" fmla="*/ 82184 h 331788"/>
                <a:gd name="connsiteX32" fmla="*/ 116954 w 326253"/>
                <a:gd name="connsiteY32" fmla="*/ 90732 h 331788"/>
                <a:gd name="connsiteX33" fmla="*/ 116954 w 326253"/>
                <a:gd name="connsiteY33" fmla="*/ 95617 h 331788"/>
                <a:gd name="connsiteX34" fmla="*/ 114281 w 326253"/>
                <a:gd name="connsiteY34" fmla="*/ 96838 h 331788"/>
                <a:gd name="connsiteX35" fmla="*/ 112944 w 326253"/>
                <a:gd name="connsiteY35" fmla="*/ 96838 h 331788"/>
                <a:gd name="connsiteX36" fmla="*/ 95565 w 326253"/>
                <a:gd name="connsiteY36" fmla="*/ 87069 h 331788"/>
                <a:gd name="connsiteX37" fmla="*/ 94228 w 326253"/>
                <a:gd name="connsiteY37" fmla="*/ 83405 h 331788"/>
                <a:gd name="connsiteX38" fmla="*/ 99575 w 326253"/>
                <a:gd name="connsiteY38" fmla="*/ 82184 h 331788"/>
                <a:gd name="connsiteX39" fmla="*/ 24452 w 326253"/>
                <a:gd name="connsiteY39" fmla="*/ 82184 h 331788"/>
                <a:gd name="connsiteX40" fmla="*/ 29391 w 326253"/>
                <a:gd name="connsiteY40" fmla="*/ 83405 h 331788"/>
                <a:gd name="connsiteX41" fmla="*/ 28157 w 326253"/>
                <a:gd name="connsiteY41" fmla="*/ 87069 h 331788"/>
                <a:gd name="connsiteX42" fmla="*/ 12105 w 326253"/>
                <a:gd name="connsiteY42" fmla="*/ 96838 h 331788"/>
                <a:gd name="connsiteX43" fmla="*/ 10870 w 326253"/>
                <a:gd name="connsiteY43" fmla="*/ 96838 h 331788"/>
                <a:gd name="connsiteX44" fmla="*/ 7166 w 326253"/>
                <a:gd name="connsiteY44" fmla="*/ 95617 h 331788"/>
                <a:gd name="connsiteX45" fmla="*/ 8400 w 326253"/>
                <a:gd name="connsiteY45" fmla="*/ 90732 h 331788"/>
                <a:gd name="connsiteX46" fmla="*/ 24452 w 326253"/>
                <a:gd name="connsiteY46" fmla="*/ 82184 h 331788"/>
                <a:gd name="connsiteX47" fmla="*/ 59100 w 326253"/>
                <a:gd name="connsiteY47" fmla="*/ 61913 h 331788"/>
                <a:gd name="connsiteX48" fmla="*/ 57739 w 326253"/>
                <a:gd name="connsiteY48" fmla="*/ 63274 h 331788"/>
                <a:gd name="connsiteX49" fmla="*/ 56378 w 326253"/>
                <a:gd name="connsiteY49" fmla="*/ 64635 h 331788"/>
                <a:gd name="connsiteX50" fmla="*/ 61821 w 326253"/>
                <a:gd name="connsiteY50" fmla="*/ 90488 h 331788"/>
                <a:gd name="connsiteX51" fmla="*/ 65903 w 326253"/>
                <a:gd name="connsiteY51" fmla="*/ 64635 h 331788"/>
                <a:gd name="connsiteX52" fmla="*/ 65903 w 326253"/>
                <a:gd name="connsiteY52" fmla="*/ 63274 h 331788"/>
                <a:gd name="connsiteX53" fmla="*/ 64543 w 326253"/>
                <a:gd name="connsiteY53" fmla="*/ 61913 h 331788"/>
                <a:gd name="connsiteX54" fmla="*/ 63182 w 326253"/>
                <a:gd name="connsiteY54" fmla="*/ 63274 h 331788"/>
                <a:gd name="connsiteX55" fmla="*/ 61821 w 326253"/>
                <a:gd name="connsiteY55" fmla="*/ 63274 h 331788"/>
                <a:gd name="connsiteX56" fmla="*/ 60460 w 326253"/>
                <a:gd name="connsiteY56" fmla="*/ 63274 h 331788"/>
                <a:gd name="connsiteX57" fmla="*/ 59100 w 326253"/>
                <a:gd name="connsiteY57" fmla="*/ 61913 h 331788"/>
                <a:gd name="connsiteX58" fmla="*/ 121089 w 326253"/>
                <a:gd name="connsiteY58" fmla="*/ 49213 h 331788"/>
                <a:gd name="connsiteX59" fmla="*/ 124944 w 326253"/>
                <a:gd name="connsiteY59" fmla="*/ 53381 h 331788"/>
                <a:gd name="connsiteX60" fmla="*/ 122374 w 326253"/>
                <a:gd name="connsiteY60" fmla="*/ 57548 h 331788"/>
                <a:gd name="connsiteX61" fmla="*/ 104382 w 326253"/>
                <a:gd name="connsiteY61" fmla="*/ 60326 h 331788"/>
                <a:gd name="connsiteX62" fmla="*/ 103097 w 326253"/>
                <a:gd name="connsiteY62" fmla="*/ 60326 h 331788"/>
                <a:gd name="connsiteX63" fmla="*/ 100526 w 326253"/>
                <a:gd name="connsiteY63" fmla="*/ 57548 h 331788"/>
                <a:gd name="connsiteX64" fmla="*/ 103097 w 326253"/>
                <a:gd name="connsiteY64" fmla="*/ 53381 h 331788"/>
                <a:gd name="connsiteX65" fmla="*/ 121089 w 326253"/>
                <a:gd name="connsiteY65" fmla="*/ 49213 h 331788"/>
                <a:gd name="connsiteX66" fmla="*/ 4308 w 326253"/>
                <a:gd name="connsiteY66" fmla="*/ 49213 h 331788"/>
                <a:gd name="connsiteX67" fmla="*/ 22088 w 326253"/>
                <a:gd name="connsiteY67" fmla="*/ 53381 h 331788"/>
                <a:gd name="connsiteX68" fmla="*/ 24628 w 326253"/>
                <a:gd name="connsiteY68" fmla="*/ 57548 h 331788"/>
                <a:gd name="connsiteX69" fmla="*/ 22088 w 326253"/>
                <a:gd name="connsiteY69" fmla="*/ 60326 h 331788"/>
                <a:gd name="connsiteX70" fmla="*/ 20818 w 326253"/>
                <a:gd name="connsiteY70" fmla="*/ 60326 h 331788"/>
                <a:gd name="connsiteX71" fmla="*/ 3038 w 326253"/>
                <a:gd name="connsiteY71" fmla="*/ 57548 h 331788"/>
                <a:gd name="connsiteX72" fmla="*/ 498 w 326253"/>
                <a:gd name="connsiteY72" fmla="*/ 53381 h 331788"/>
                <a:gd name="connsiteX73" fmla="*/ 4308 w 326253"/>
                <a:gd name="connsiteY73" fmla="*/ 49213 h 331788"/>
                <a:gd name="connsiteX74" fmla="*/ 62728 w 326253"/>
                <a:gd name="connsiteY74" fmla="*/ 41275 h 331788"/>
                <a:gd name="connsiteX75" fmla="*/ 40503 w 326253"/>
                <a:gd name="connsiteY75" fmla="*/ 60552 h 331788"/>
                <a:gd name="connsiteX76" fmla="*/ 47040 w 326253"/>
                <a:gd name="connsiteY76" fmla="*/ 78544 h 331788"/>
                <a:gd name="connsiteX77" fmla="*/ 54884 w 326253"/>
                <a:gd name="connsiteY77" fmla="*/ 95250 h 331788"/>
                <a:gd name="connsiteX78" fmla="*/ 58806 w 326253"/>
                <a:gd name="connsiteY78" fmla="*/ 95250 h 331788"/>
                <a:gd name="connsiteX79" fmla="*/ 53577 w 326253"/>
                <a:gd name="connsiteY79" fmla="*/ 65692 h 331788"/>
                <a:gd name="connsiteX80" fmla="*/ 54884 w 326253"/>
                <a:gd name="connsiteY80" fmla="*/ 60552 h 331788"/>
                <a:gd name="connsiteX81" fmla="*/ 60114 w 326253"/>
                <a:gd name="connsiteY81" fmla="*/ 59267 h 331788"/>
                <a:gd name="connsiteX82" fmla="*/ 62728 w 326253"/>
                <a:gd name="connsiteY82" fmla="*/ 59267 h 331788"/>
                <a:gd name="connsiteX83" fmla="*/ 65343 w 326253"/>
                <a:gd name="connsiteY83" fmla="*/ 59267 h 331788"/>
                <a:gd name="connsiteX84" fmla="*/ 70572 w 326253"/>
                <a:gd name="connsiteY84" fmla="*/ 60552 h 331788"/>
                <a:gd name="connsiteX85" fmla="*/ 71880 w 326253"/>
                <a:gd name="connsiteY85" fmla="*/ 65692 h 331788"/>
                <a:gd name="connsiteX86" fmla="*/ 66650 w 326253"/>
                <a:gd name="connsiteY86" fmla="*/ 95250 h 331788"/>
                <a:gd name="connsiteX87" fmla="*/ 69265 w 326253"/>
                <a:gd name="connsiteY87" fmla="*/ 95250 h 331788"/>
                <a:gd name="connsiteX88" fmla="*/ 77109 w 326253"/>
                <a:gd name="connsiteY88" fmla="*/ 78544 h 331788"/>
                <a:gd name="connsiteX89" fmla="*/ 84953 w 326253"/>
                <a:gd name="connsiteY89" fmla="*/ 60552 h 331788"/>
                <a:gd name="connsiteX90" fmla="*/ 62728 w 326253"/>
                <a:gd name="connsiteY90" fmla="*/ 41275 h 331788"/>
                <a:gd name="connsiteX91" fmla="*/ 62728 w 326253"/>
                <a:gd name="connsiteY91" fmla="*/ 33338 h 331788"/>
                <a:gd name="connsiteX92" fmla="*/ 91303 w 326253"/>
                <a:gd name="connsiteY92" fmla="*/ 60395 h 331788"/>
                <a:gd name="connsiteX93" fmla="*/ 83510 w 326253"/>
                <a:gd name="connsiteY93" fmla="*/ 82298 h 331788"/>
                <a:gd name="connsiteX94" fmla="*/ 77016 w 326253"/>
                <a:gd name="connsiteY94" fmla="*/ 99047 h 331788"/>
                <a:gd name="connsiteX95" fmla="*/ 75717 w 326253"/>
                <a:gd name="connsiteY95" fmla="*/ 111931 h 331788"/>
                <a:gd name="connsiteX96" fmla="*/ 73119 w 326253"/>
                <a:gd name="connsiteY96" fmla="*/ 115796 h 331788"/>
                <a:gd name="connsiteX97" fmla="*/ 70521 w 326253"/>
                <a:gd name="connsiteY97" fmla="*/ 115796 h 331788"/>
                <a:gd name="connsiteX98" fmla="*/ 62728 w 326253"/>
                <a:gd name="connsiteY98" fmla="*/ 122238 h 331788"/>
                <a:gd name="connsiteX99" fmla="*/ 54935 w 326253"/>
                <a:gd name="connsiteY99" fmla="*/ 115796 h 331788"/>
                <a:gd name="connsiteX100" fmla="*/ 52337 w 326253"/>
                <a:gd name="connsiteY100" fmla="*/ 115796 h 331788"/>
                <a:gd name="connsiteX101" fmla="*/ 48441 w 326253"/>
                <a:gd name="connsiteY101" fmla="*/ 111931 h 331788"/>
                <a:gd name="connsiteX102" fmla="*/ 48441 w 326253"/>
                <a:gd name="connsiteY102" fmla="*/ 99047 h 331788"/>
                <a:gd name="connsiteX103" fmla="*/ 41946 w 326253"/>
                <a:gd name="connsiteY103" fmla="*/ 82298 h 331788"/>
                <a:gd name="connsiteX104" fmla="*/ 34153 w 326253"/>
                <a:gd name="connsiteY104" fmla="*/ 60395 h 331788"/>
                <a:gd name="connsiteX105" fmla="*/ 62728 w 326253"/>
                <a:gd name="connsiteY105" fmla="*/ 33338 h 331788"/>
                <a:gd name="connsiteX106" fmla="*/ 195140 w 326253"/>
                <a:gd name="connsiteY106" fmla="*/ 26988 h 331788"/>
                <a:gd name="connsiteX107" fmla="*/ 254816 w 326253"/>
                <a:gd name="connsiteY107" fmla="*/ 86198 h 331788"/>
                <a:gd name="connsiteX108" fmla="*/ 195140 w 326253"/>
                <a:gd name="connsiteY108" fmla="*/ 169863 h 331788"/>
                <a:gd name="connsiteX109" fmla="*/ 134166 w 326253"/>
                <a:gd name="connsiteY109" fmla="*/ 86198 h 331788"/>
                <a:gd name="connsiteX110" fmla="*/ 195140 w 326253"/>
                <a:gd name="connsiteY110" fmla="*/ 26988 h 331788"/>
                <a:gd name="connsiteX111" fmla="*/ 103011 w 326253"/>
                <a:gd name="connsiteY111" fmla="*/ 14288 h 331788"/>
                <a:gd name="connsiteX112" fmla="*/ 104301 w 326253"/>
                <a:gd name="connsiteY112" fmla="*/ 19448 h 331788"/>
                <a:gd name="connsiteX113" fmla="*/ 91403 w 326253"/>
                <a:gd name="connsiteY113" fmla="*/ 33636 h 331788"/>
                <a:gd name="connsiteX114" fmla="*/ 88823 w 326253"/>
                <a:gd name="connsiteY114" fmla="*/ 34926 h 331788"/>
                <a:gd name="connsiteX115" fmla="*/ 87533 w 326253"/>
                <a:gd name="connsiteY115" fmla="*/ 34926 h 331788"/>
                <a:gd name="connsiteX116" fmla="*/ 86243 w 326253"/>
                <a:gd name="connsiteY116" fmla="*/ 29767 h 331788"/>
                <a:gd name="connsiteX117" fmla="*/ 99142 w 326253"/>
                <a:gd name="connsiteY117" fmla="*/ 15578 h 331788"/>
                <a:gd name="connsiteX118" fmla="*/ 103011 w 326253"/>
                <a:gd name="connsiteY118" fmla="*/ 14288 h 331788"/>
                <a:gd name="connsiteX119" fmla="*/ 21136 w 326253"/>
                <a:gd name="connsiteY119" fmla="*/ 14288 h 331788"/>
                <a:gd name="connsiteX120" fmla="*/ 26216 w 326253"/>
                <a:gd name="connsiteY120" fmla="*/ 15578 h 331788"/>
                <a:gd name="connsiteX121" fmla="*/ 37646 w 326253"/>
                <a:gd name="connsiteY121" fmla="*/ 29767 h 331788"/>
                <a:gd name="connsiteX122" fmla="*/ 37646 w 326253"/>
                <a:gd name="connsiteY122" fmla="*/ 34926 h 331788"/>
                <a:gd name="connsiteX123" fmla="*/ 35106 w 326253"/>
                <a:gd name="connsiteY123" fmla="*/ 34926 h 331788"/>
                <a:gd name="connsiteX124" fmla="*/ 32566 w 326253"/>
                <a:gd name="connsiteY124" fmla="*/ 33636 h 331788"/>
                <a:gd name="connsiteX125" fmla="*/ 21136 w 326253"/>
                <a:gd name="connsiteY125" fmla="*/ 19448 h 331788"/>
                <a:gd name="connsiteX126" fmla="*/ 19866 w 326253"/>
                <a:gd name="connsiteY126" fmla="*/ 16868 h 331788"/>
                <a:gd name="connsiteX127" fmla="*/ 21136 w 326253"/>
                <a:gd name="connsiteY127" fmla="*/ 14288 h 331788"/>
                <a:gd name="connsiteX128" fmla="*/ 61935 w 326253"/>
                <a:gd name="connsiteY128" fmla="*/ 0 h 331788"/>
                <a:gd name="connsiteX129" fmla="*/ 65904 w 326253"/>
                <a:gd name="connsiteY129" fmla="*/ 4048 h 331788"/>
                <a:gd name="connsiteX130" fmla="*/ 65904 w 326253"/>
                <a:gd name="connsiteY130" fmla="*/ 22940 h 331788"/>
                <a:gd name="connsiteX131" fmla="*/ 61935 w 326253"/>
                <a:gd name="connsiteY131" fmla="*/ 26988 h 331788"/>
                <a:gd name="connsiteX132" fmla="*/ 59289 w 326253"/>
                <a:gd name="connsiteY132" fmla="*/ 25639 h 331788"/>
                <a:gd name="connsiteX133" fmla="*/ 57966 w 326253"/>
                <a:gd name="connsiteY133" fmla="*/ 22940 h 331788"/>
                <a:gd name="connsiteX134" fmla="*/ 57966 w 326253"/>
                <a:gd name="connsiteY134" fmla="*/ 4048 h 331788"/>
                <a:gd name="connsiteX135" fmla="*/ 61935 w 326253"/>
                <a:gd name="connsiteY135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6253" h="331788">
                  <a:moveTo>
                    <a:pt x="78191" y="141987"/>
                  </a:moveTo>
                  <a:cubicBezTo>
                    <a:pt x="91111" y="145860"/>
                    <a:pt x="97571" y="158772"/>
                    <a:pt x="93695" y="171683"/>
                  </a:cubicBezTo>
                  <a:cubicBezTo>
                    <a:pt x="88527" y="187177"/>
                    <a:pt x="83359" y="202671"/>
                    <a:pt x="80775" y="215583"/>
                  </a:cubicBezTo>
                  <a:cubicBezTo>
                    <a:pt x="101447" y="209127"/>
                    <a:pt x="159586" y="183304"/>
                    <a:pt x="159586" y="183304"/>
                  </a:cubicBezTo>
                  <a:cubicBezTo>
                    <a:pt x="159586" y="183304"/>
                    <a:pt x="159586" y="183304"/>
                    <a:pt x="172506" y="171683"/>
                  </a:cubicBezTo>
                  <a:cubicBezTo>
                    <a:pt x="172506" y="171683"/>
                    <a:pt x="172506" y="171683"/>
                    <a:pt x="194470" y="192342"/>
                  </a:cubicBezTo>
                  <a:cubicBezTo>
                    <a:pt x="194470" y="192342"/>
                    <a:pt x="194470" y="192342"/>
                    <a:pt x="181550" y="285306"/>
                  </a:cubicBezTo>
                  <a:cubicBezTo>
                    <a:pt x="181550" y="285306"/>
                    <a:pt x="181550" y="285306"/>
                    <a:pt x="181550" y="286597"/>
                  </a:cubicBezTo>
                  <a:cubicBezTo>
                    <a:pt x="181550" y="286597"/>
                    <a:pt x="181550" y="286597"/>
                    <a:pt x="194470" y="304674"/>
                  </a:cubicBezTo>
                  <a:cubicBezTo>
                    <a:pt x="194470" y="304674"/>
                    <a:pt x="194470" y="304674"/>
                    <a:pt x="195762" y="304674"/>
                  </a:cubicBezTo>
                  <a:cubicBezTo>
                    <a:pt x="195762" y="304674"/>
                    <a:pt x="195762" y="304674"/>
                    <a:pt x="209974" y="286597"/>
                  </a:cubicBezTo>
                  <a:cubicBezTo>
                    <a:pt x="209974" y="285306"/>
                    <a:pt x="209974" y="285306"/>
                    <a:pt x="209974" y="285306"/>
                  </a:cubicBezTo>
                  <a:cubicBezTo>
                    <a:pt x="209974" y="285306"/>
                    <a:pt x="209974" y="285306"/>
                    <a:pt x="197054" y="192342"/>
                  </a:cubicBezTo>
                  <a:cubicBezTo>
                    <a:pt x="197054" y="192342"/>
                    <a:pt x="197054" y="192342"/>
                    <a:pt x="217726" y="171683"/>
                  </a:cubicBezTo>
                  <a:cubicBezTo>
                    <a:pt x="217726" y="171683"/>
                    <a:pt x="217726" y="171683"/>
                    <a:pt x="230646" y="183304"/>
                  </a:cubicBezTo>
                  <a:cubicBezTo>
                    <a:pt x="230646" y="183304"/>
                    <a:pt x="261654" y="196216"/>
                    <a:pt x="261654" y="196216"/>
                  </a:cubicBezTo>
                  <a:cubicBezTo>
                    <a:pt x="278450" y="205254"/>
                    <a:pt x="293953" y="223330"/>
                    <a:pt x="308165" y="255609"/>
                  </a:cubicBezTo>
                  <a:cubicBezTo>
                    <a:pt x="318501" y="276268"/>
                    <a:pt x="324961" y="294344"/>
                    <a:pt x="324961" y="295635"/>
                  </a:cubicBezTo>
                  <a:cubicBezTo>
                    <a:pt x="326253" y="298218"/>
                    <a:pt x="326253" y="300800"/>
                    <a:pt x="326253" y="304674"/>
                  </a:cubicBezTo>
                  <a:cubicBezTo>
                    <a:pt x="326253" y="305965"/>
                    <a:pt x="324961" y="316294"/>
                    <a:pt x="321085" y="331788"/>
                  </a:cubicBezTo>
                  <a:cubicBezTo>
                    <a:pt x="321085" y="331788"/>
                    <a:pt x="321085" y="331788"/>
                    <a:pt x="271990" y="331788"/>
                  </a:cubicBezTo>
                  <a:cubicBezTo>
                    <a:pt x="275866" y="318876"/>
                    <a:pt x="278450" y="309838"/>
                    <a:pt x="279742" y="304674"/>
                  </a:cubicBezTo>
                  <a:cubicBezTo>
                    <a:pt x="277158" y="299509"/>
                    <a:pt x="273282" y="289180"/>
                    <a:pt x="268114" y="278850"/>
                  </a:cubicBezTo>
                  <a:cubicBezTo>
                    <a:pt x="268114" y="278850"/>
                    <a:pt x="268114" y="278850"/>
                    <a:pt x="268114" y="331788"/>
                  </a:cubicBezTo>
                  <a:cubicBezTo>
                    <a:pt x="268114" y="331788"/>
                    <a:pt x="268114" y="331788"/>
                    <a:pt x="122119" y="331788"/>
                  </a:cubicBezTo>
                  <a:cubicBezTo>
                    <a:pt x="122119" y="331788"/>
                    <a:pt x="122119" y="331788"/>
                    <a:pt x="122119" y="250445"/>
                  </a:cubicBezTo>
                  <a:cubicBezTo>
                    <a:pt x="94987" y="260774"/>
                    <a:pt x="70439" y="267230"/>
                    <a:pt x="56227" y="267230"/>
                  </a:cubicBezTo>
                  <a:cubicBezTo>
                    <a:pt x="48475" y="267230"/>
                    <a:pt x="40723" y="263356"/>
                    <a:pt x="35555" y="256900"/>
                  </a:cubicBezTo>
                  <a:cubicBezTo>
                    <a:pt x="27803" y="245280"/>
                    <a:pt x="27803" y="229786"/>
                    <a:pt x="38139" y="193633"/>
                  </a:cubicBezTo>
                  <a:cubicBezTo>
                    <a:pt x="43307" y="175557"/>
                    <a:pt x="48475" y="157481"/>
                    <a:pt x="49767" y="156189"/>
                  </a:cubicBezTo>
                  <a:cubicBezTo>
                    <a:pt x="53643" y="144569"/>
                    <a:pt x="66563" y="138113"/>
                    <a:pt x="78191" y="141987"/>
                  </a:cubicBezTo>
                  <a:close/>
                  <a:moveTo>
                    <a:pt x="99575" y="82184"/>
                  </a:moveTo>
                  <a:lnTo>
                    <a:pt x="116954" y="90732"/>
                  </a:lnTo>
                  <a:cubicBezTo>
                    <a:pt x="118291" y="91954"/>
                    <a:pt x="118291" y="93175"/>
                    <a:pt x="116954" y="95617"/>
                  </a:cubicBezTo>
                  <a:cubicBezTo>
                    <a:pt x="116954" y="96838"/>
                    <a:pt x="115618" y="96838"/>
                    <a:pt x="114281" y="96838"/>
                  </a:cubicBezTo>
                  <a:cubicBezTo>
                    <a:pt x="114281" y="96838"/>
                    <a:pt x="112944" y="96838"/>
                    <a:pt x="112944" y="96838"/>
                  </a:cubicBezTo>
                  <a:cubicBezTo>
                    <a:pt x="112944" y="96838"/>
                    <a:pt x="112944" y="96838"/>
                    <a:pt x="95565" y="87069"/>
                  </a:cubicBezTo>
                  <a:cubicBezTo>
                    <a:pt x="94228" y="87069"/>
                    <a:pt x="92891" y="84627"/>
                    <a:pt x="94228" y="83405"/>
                  </a:cubicBezTo>
                  <a:cubicBezTo>
                    <a:pt x="95565" y="80963"/>
                    <a:pt x="96902" y="80963"/>
                    <a:pt x="99575" y="82184"/>
                  </a:cubicBezTo>
                  <a:close/>
                  <a:moveTo>
                    <a:pt x="24452" y="82184"/>
                  </a:moveTo>
                  <a:cubicBezTo>
                    <a:pt x="25687" y="80963"/>
                    <a:pt x="28157" y="80963"/>
                    <a:pt x="29391" y="83405"/>
                  </a:cubicBezTo>
                  <a:cubicBezTo>
                    <a:pt x="29391" y="84627"/>
                    <a:pt x="29391" y="87069"/>
                    <a:pt x="28157" y="87069"/>
                  </a:cubicBezTo>
                  <a:cubicBezTo>
                    <a:pt x="28157" y="87069"/>
                    <a:pt x="28157" y="87069"/>
                    <a:pt x="12105" y="96838"/>
                  </a:cubicBezTo>
                  <a:cubicBezTo>
                    <a:pt x="12105" y="96838"/>
                    <a:pt x="10870" y="96838"/>
                    <a:pt x="10870" y="96838"/>
                  </a:cubicBezTo>
                  <a:cubicBezTo>
                    <a:pt x="9635" y="96838"/>
                    <a:pt x="8400" y="96838"/>
                    <a:pt x="7166" y="95617"/>
                  </a:cubicBezTo>
                  <a:cubicBezTo>
                    <a:pt x="7166" y="93175"/>
                    <a:pt x="7166" y="91954"/>
                    <a:pt x="8400" y="90732"/>
                  </a:cubicBezTo>
                  <a:cubicBezTo>
                    <a:pt x="8400" y="90732"/>
                    <a:pt x="8400" y="90732"/>
                    <a:pt x="24452" y="82184"/>
                  </a:cubicBezTo>
                  <a:close/>
                  <a:moveTo>
                    <a:pt x="59100" y="61913"/>
                  </a:moveTo>
                  <a:cubicBezTo>
                    <a:pt x="59100" y="61913"/>
                    <a:pt x="57739" y="61913"/>
                    <a:pt x="57739" y="63274"/>
                  </a:cubicBezTo>
                  <a:cubicBezTo>
                    <a:pt x="57739" y="63274"/>
                    <a:pt x="56378" y="63274"/>
                    <a:pt x="56378" y="64635"/>
                  </a:cubicBezTo>
                  <a:cubicBezTo>
                    <a:pt x="56378" y="64635"/>
                    <a:pt x="56378" y="64635"/>
                    <a:pt x="61821" y="90488"/>
                  </a:cubicBezTo>
                  <a:lnTo>
                    <a:pt x="65903" y="64635"/>
                  </a:lnTo>
                  <a:cubicBezTo>
                    <a:pt x="65903" y="63274"/>
                    <a:pt x="65903" y="63274"/>
                    <a:pt x="65903" y="63274"/>
                  </a:cubicBezTo>
                  <a:cubicBezTo>
                    <a:pt x="65903" y="61913"/>
                    <a:pt x="64543" y="61913"/>
                    <a:pt x="64543" y="61913"/>
                  </a:cubicBezTo>
                  <a:cubicBezTo>
                    <a:pt x="64543" y="61913"/>
                    <a:pt x="63182" y="61913"/>
                    <a:pt x="63182" y="63274"/>
                  </a:cubicBezTo>
                  <a:cubicBezTo>
                    <a:pt x="63182" y="63274"/>
                    <a:pt x="61821" y="63274"/>
                    <a:pt x="61821" y="63274"/>
                  </a:cubicBezTo>
                  <a:cubicBezTo>
                    <a:pt x="60460" y="63274"/>
                    <a:pt x="60460" y="63274"/>
                    <a:pt x="60460" y="63274"/>
                  </a:cubicBezTo>
                  <a:cubicBezTo>
                    <a:pt x="59100" y="61913"/>
                    <a:pt x="59100" y="61913"/>
                    <a:pt x="59100" y="61913"/>
                  </a:cubicBezTo>
                  <a:close/>
                  <a:moveTo>
                    <a:pt x="121089" y="49213"/>
                  </a:moveTo>
                  <a:cubicBezTo>
                    <a:pt x="123659" y="49213"/>
                    <a:pt x="124944" y="50602"/>
                    <a:pt x="124944" y="53381"/>
                  </a:cubicBezTo>
                  <a:cubicBezTo>
                    <a:pt x="126229" y="54770"/>
                    <a:pt x="124944" y="56159"/>
                    <a:pt x="122374" y="57548"/>
                  </a:cubicBezTo>
                  <a:cubicBezTo>
                    <a:pt x="122374" y="57548"/>
                    <a:pt x="122374" y="57548"/>
                    <a:pt x="104382" y="60326"/>
                  </a:cubicBezTo>
                  <a:cubicBezTo>
                    <a:pt x="103097" y="60326"/>
                    <a:pt x="103097" y="60326"/>
                    <a:pt x="103097" y="60326"/>
                  </a:cubicBezTo>
                  <a:cubicBezTo>
                    <a:pt x="101812" y="60326"/>
                    <a:pt x="100526" y="58937"/>
                    <a:pt x="100526" y="57548"/>
                  </a:cubicBezTo>
                  <a:cubicBezTo>
                    <a:pt x="99241" y="56159"/>
                    <a:pt x="100526" y="53381"/>
                    <a:pt x="103097" y="53381"/>
                  </a:cubicBezTo>
                  <a:cubicBezTo>
                    <a:pt x="103097" y="53381"/>
                    <a:pt x="103097" y="53381"/>
                    <a:pt x="121089" y="49213"/>
                  </a:cubicBezTo>
                  <a:close/>
                  <a:moveTo>
                    <a:pt x="4308" y="49213"/>
                  </a:moveTo>
                  <a:cubicBezTo>
                    <a:pt x="4308" y="49213"/>
                    <a:pt x="4308" y="49213"/>
                    <a:pt x="22088" y="53381"/>
                  </a:cubicBezTo>
                  <a:cubicBezTo>
                    <a:pt x="24628" y="53381"/>
                    <a:pt x="24628" y="56159"/>
                    <a:pt x="24628" y="57548"/>
                  </a:cubicBezTo>
                  <a:cubicBezTo>
                    <a:pt x="24628" y="58937"/>
                    <a:pt x="23358" y="60326"/>
                    <a:pt x="22088" y="60326"/>
                  </a:cubicBezTo>
                  <a:cubicBezTo>
                    <a:pt x="20818" y="60326"/>
                    <a:pt x="20818" y="60326"/>
                    <a:pt x="20818" y="60326"/>
                  </a:cubicBezTo>
                  <a:cubicBezTo>
                    <a:pt x="20818" y="60326"/>
                    <a:pt x="20818" y="60326"/>
                    <a:pt x="3038" y="57548"/>
                  </a:cubicBezTo>
                  <a:cubicBezTo>
                    <a:pt x="498" y="56159"/>
                    <a:pt x="-772" y="54770"/>
                    <a:pt x="498" y="53381"/>
                  </a:cubicBezTo>
                  <a:cubicBezTo>
                    <a:pt x="498" y="50602"/>
                    <a:pt x="1768" y="49213"/>
                    <a:pt x="4308" y="49213"/>
                  </a:cubicBezTo>
                  <a:close/>
                  <a:moveTo>
                    <a:pt x="62728" y="41275"/>
                  </a:moveTo>
                  <a:cubicBezTo>
                    <a:pt x="50962" y="41275"/>
                    <a:pt x="40503" y="50271"/>
                    <a:pt x="40503" y="60552"/>
                  </a:cubicBezTo>
                  <a:cubicBezTo>
                    <a:pt x="40503" y="69548"/>
                    <a:pt x="44425" y="73403"/>
                    <a:pt x="47040" y="78544"/>
                  </a:cubicBezTo>
                  <a:cubicBezTo>
                    <a:pt x="50962" y="83684"/>
                    <a:pt x="54884" y="88825"/>
                    <a:pt x="54884" y="95250"/>
                  </a:cubicBezTo>
                  <a:cubicBezTo>
                    <a:pt x="54884" y="95250"/>
                    <a:pt x="54884" y="95250"/>
                    <a:pt x="58806" y="95250"/>
                  </a:cubicBezTo>
                  <a:cubicBezTo>
                    <a:pt x="58806" y="95250"/>
                    <a:pt x="58806" y="95250"/>
                    <a:pt x="53577" y="65692"/>
                  </a:cubicBezTo>
                  <a:cubicBezTo>
                    <a:pt x="53577" y="64407"/>
                    <a:pt x="53577" y="61837"/>
                    <a:pt x="54884" y="60552"/>
                  </a:cubicBezTo>
                  <a:cubicBezTo>
                    <a:pt x="56191" y="59267"/>
                    <a:pt x="58806" y="59267"/>
                    <a:pt x="60114" y="59267"/>
                  </a:cubicBezTo>
                  <a:cubicBezTo>
                    <a:pt x="61421" y="59267"/>
                    <a:pt x="61421" y="59267"/>
                    <a:pt x="62728" y="59267"/>
                  </a:cubicBezTo>
                  <a:cubicBezTo>
                    <a:pt x="64036" y="59267"/>
                    <a:pt x="64036" y="59267"/>
                    <a:pt x="65343" y="59267"/>
                  </a:cubicBezTo>
                  <a:cubicBezTo>
                    <a:pt x="66650" y="59267"/>
                    <a:pt x="69265" y="59267"/>
                    <a:pt x="70572" y="60552"/>
                  </a:cubicBezTo>
                  <a:cubicBezTo>
                    <a:pt x="70572" y="61837"/>
                    <a:pt x="71880" y="64407"/>
                    <a:pt x="71880" y="65692"/>
                  </a:cubicBezTo>
                  <a:cubicBezTo>
                    <a:pt x="71880" y="65692"/>
                    <a:pt x="71880" y="65692"/>
                    <a:pt x="66650" y="95250"/>
                  </a:cubicBezTo>
                  <a:cubicBezTo>
                    <a:pt x="66650" y="95250"/>
                    <a:pt x="66650" y="95250"/>
                    <a:pt x="69265" y="95250"/>
                  </a:cubicBezTo>
                  <a:cubicBezTo>
                    <a:pt x="70572" y="88825"/>
                    <a:pt x="74494" y="83684"/>
                    <a:pt x="77109" y="78544"/>
                  </a:cubicBezTo>
                  <a:cubicBezTo>
                    <a:pt x="81031" y="73403"/>
                    <a:pt x="84953" y="69548"/>
                    <a:pt x="84953" y="60552"/>
                  </a:cubicBezTo>
                  <a:cubicBezTo>
                    <a:pt x="84953" y="50271"/>
                    <a:pt x="74494" y="41275"/>
                    <a:pt x="62728" y="41275"/>
                  </a:cubicBezTo>
                  <a:close/>
                  <a:moveTo>
                    <a:pt x="62728" y="33338"/>
                  </a:moveTo>
                  <a:cubicBezTo>
                    <a:pt x="78315" y="33338"/>
                    <a:pt x="91303" y="46222"/>
                    <a:pt x="91303" y="60395"/>
                  </a:cubicBezTo>
                  <a:cubicBezTo>
                    <a:pt x="91303" y="70702"/>
                    <a:pt x="87407" y="77144"/>
                    <a:pt x="83510" y="82298"/>
                  </a:cubicBezTo>
                  <a:cubicBezTo>
                    <a:pt x="79613" y="87451"/>
                    <a:pt x="77016" y="92605"/>
                    <a:pt x="77016" y="99047"/>
                  </a:cubicBezTo>
                  <a:cubicBezTo>
                    <a:pt x="77016" y="99047"/>
                    <a:pt x="77016" y="99047"/>
                    <a:pt x="75717" y="111931"/>
                  </a:cubicBezTo>
                  <a:cubicBezTo>
                    <a:pt x="75717" y="114508"/>
                    <a:pt x="74418" y="115796"/>
                    <a:pt x="73119" y="115796"/>
                  </a:cubicBezTo>
                  <a:cubicBezTo>
                    <a:pt x="73119" y="115796"/>
                    <a:pt x="73119" y="115796"/>
                    <a:pt x="70521" y="115796"/>
                  </a:cubicBezTo>
                  <a:cubicBezTo>
                    <a:pt x="69223" y="119661"/>
                    <a:pt x="66625" y="122238"/>
                    <a:pt x="62728" y="122238"/>
                  </a:cubicBezTo>
                  <a:cubicBezTo>
                    <a:pt x="58832" y="122238"/>
                    <a:pt x="54935" y="119661"/>
                    <a:pt x="54935" y="115796"/>
                  </a:cubicBezTo>
                  <a:cubicBezTo>
                    <a:pt x="54935" y="115796"/>
                    <a:pt x="54935" y="115796"/>
                    <a:pt x="52337" y="115796"/>
                  </a:cubicBezTo>
                  <a:cubicBezTo>
                    <a:pt x="51038" y="115796"/>
                    <a:pt x="48441" y="114508"/>
                    <a:pt x="48441" y="111931"/>
                  </a:cubicBezTo>
                  <a:cubicBezTo>
                    <a:pt x="48441" y="111931"/>
                    <a:pt x="48441" y="111931"/>
                    <a:pt x="48441" y="99047"/>
                  </a:cubicBezTo>
                  <a:cubicBezTo>
                    <a:pt x="48441" y="92605"/>
                    <a:pt x="44544" y="87451"/>
                    <a:pt x="41946" y="82298"/>
                  </a:cubicBezTo>
                  <a:cubicBezTo>
                    <a:pt x="38050" y="77144"/>
                    <a:pt x="34153" y="70702"/>
                    <a:pt x="34153" y="60395"/>
                  </a:cubicBezTo>
                  <a:cubicBezTo>
                    <a:pt x="34153" y="46222"/>
                    <a:pt x="47142" y="33338"/>
                    <a:pt x="62728" y="33338"/>
                  </a:cubicBezTo>
                  <a:close/>
                  <a:moveTo>
                    <a:pt x="195140" y="26988"/>
                  </a:moveTo>
                  <a:cubicBezTo>
                    <a:pt x="237951" y="26988"/>
                    <a:pt x="254816" y="48870"/>
                    <a:pt x="254816" y="86198"/>
                  </a:cubicBezTo>
                  <a:cubicBezTo>
                    <a:pt x="253519" y="138971"/>
                    <a:pt x="228870" y="169863"/>
                    <a:pt x="195140" y="169863"/>
                  </a:cubicBezTo>
                  <a:cubicBezTo>
                    <a:pt x="160112" y="169863"/>
                    <a:pt x="135464" y="138971"/>
                    <a:pt x="134166" y="86198"/>
                  </a:cubicBezTo>
                  <a:cubicBezTo>
                    <a:pt x="134166" y="48870"/>
                    <a:pt x="152329" y="26988"/>
                    <a:pt x="195140" y="26988"/>
                  </a:cubicBezTo>
                  <a:close/>
                  <a:moveTo>
                    <a:pt x="103011" y="14288"/>
                  </a:moveTo>
                  <a:cubicBezTo>
                    <a:pt x="105591" y="15578"/>
                    <a:pt x="105591" y="18158"/>
                    <a:pt x="104301" y="19448"/>
                  </a:cubicBezTo>
                  <a:cubicBezTo>
                    <a:pt x="104301" y="19448"/>
                    <a:pt x="104301" y="19448"/>
                    <a:pt x="91403" y="33636"/>
                  </a:cubicBezTo>
                  <a:cubicBezTo>
                    <a:pt x="91403" y="34926"/>
                    <a:pt x="90113" y="34926"/>
                    <a:pt x="88823" y="34926"/>
                  </a:cubicBezTo>
                  <a:cubicBezTo>
                    <a:pt x="88823" y="34926"/>
                    <a:pt x="87533" y="34926"/>
                    <a:pt x="87533" y="34926"/>
                  </a:cubicBezTo>
                  <a:cubicBezTo>
                    <a:pt x="86243" y="33636"/>
                    <a:pt x="84953" y="31057"/>
                    <a:pt x="86243" y="29767"/>
                  </a:cubicBezTo>
                  <a:cubicBezTo>
                    <a:pt x="86243" y="29767"/>
                    <a:pt x="86243" y="29767"/>
                    <a:pt x="99142" y="15578"/>
                  </a:cubicBezTo>
                  <a:cubicBezTo>
                    <a:pt x="100432" y="14288"/>
                    <a:pt x="101722" y="14288"/>
                    <a:pt x="103011" y="14288"/>
                  </a:cubicBezTo>
                  <a:close/>
                  <a:moveTo>
                    <a:pt x="21136" y="14288"/>
                  </a:moveTo>
                  <a:cubicBezTo>
                    <a:pt x="22406" y="14288"/>
                    <a:pt x="24946" y="14288"/>
                    <a:pt x="26216" y="15578"/>
                  </a:cubicBezTo>
                  <a:cubicBezTo>
                    <a:pt x="26216" y="15578"/>
                    <a:pt x="26216" y="15578"/>
                    <a:pt x="37646" y="29767"/>
                  </a:cubicBezTo>
                  <a:cubicBezTo>
                    <a:pt x="38916" y="31057"/>
                    <a:pt x="38916" y="33636"/>
                    <a:pt x="37646" y="34926"/>
                  </a:cubicBezTo>
                  <a:cubicBezTo>
                    <a:pt x="37646" y="34926"/>
                    <a:pt x="36376" y="34926"/>
                    <a:pt x="35106" y="34926"/>
                  </a:cubicBezTo>
                  <a:cubicBezTo>
                    <a:pt x="35106" y="34926"/>
                    <a:pt x="33836" y="34926"/>
                    <a:pt x="32566" y="33636"/>
                  </a:cubicBezTo>
                  <a:lnTo>
                    <a:pt x="21136" y="19448"/>
                  </a:lnTo>
                  <a:cubicBezTo>
                    <a:pt x="21136" y="19448"/>
                    <a:pt x="19866" y="18158"/>
                    <a:pt x="19866" y="16868"/>
                  </a:cubicBezTo>
                  <a:cubicBezTo>
                    <a:pt x="19866" y="16868"/>
                    <a:pt x="21136" y="15578"/>
                    <a:pt x="21136" y="14288"/>
                  </a:cubicBezTo>
                  <a:close/>
                  <a:moveTo>
                    <a:pt x="61935" y="0"/>
                  </a:moveTo>
                  <a:cubicBezTo>
                    <a:pt x="63258" y="0"/>
                    <a:pt x="65904" y="1349"/>
                    <a:pt x="65904" y="4048"/>
                  </a:cubicBezTo>
                  <a:cubicBezTo>
                    <a:pt x="65904" y="4048"/>
                    <a:pt x="65904" y="4048"/>
                    <a:pt x="65904" y="22940"/>
                  </a:cubicBezTo>
                  <a:cubicBezTo>
                    <a:pt x="65904" y="25639"/>
                    <a:pt x="63258" y="26988"/>
                    <a:pt x="61935" y="26988"/>
                  </a:cubicBezTo>
                  <a:cubicBezTo>
                    <a:pt x="60612" y="26988"/>
                    <a:pt x="60612" y="26988"/>
                    <a:pt x="59289" y="25639"/>
                  </a:cubicBezTo>
                  <a:cubicBezTo>
                    <a:pt x="59289" y="25639"/>
                    <a:pt x="57966" y="24289"/>
                    <a:pt x="57966" y="22940"/>
                  </a:cubicBezTo>
                  <a:cubicBezTo>
                    <a:pt x="57966" y="22940"/>
                    <a:pt x="57966" y="22940"/>
                    <a:pt x="57966" y="4048"/>
                  </a:cubicBezTo>
                  <a:cubicBezTo>
                    <a:pt x="57966" y="1349"/>
                    <a:pt x="59289" y="0"/>
                    <a:pt x="61935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BA2037-EC11-7922-485E-22E77D722F76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63" name="直接连接符 6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1C8B3E8-BAB4-9FCC-DA0B-E8A3CB7A3BBF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3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249944AC-36F9-2AC4-BC15-37E382B94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2.2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预期目标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BD0CA-BEF1-6193-6D24-684FFFE6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9203363-48B9-ED22-A045-72B9C361718E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A8496845-DE85-A00E-4A17-B595960FF1DF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D73FA9B-D2D4-1B08-3DAA-CC5B9AA1EB7F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C8DE0014-8411-DE35-FC1B-A1FD38ECD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2.3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已完成技术架构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604FC48-8150-4C15-C529-A85FD1D37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59" y="1900774"/>
            <a:ext cx="10511882" cy="419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5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B053-330D-1F09-9775-39D98292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0623979-000E-7439-FEBD-A3A1C3866E6A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A2794C92-2CEF-09D3-68C0-B876408C8891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B0FE286-2948-B1A9-B161-B00978429A78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CB67AAC8-29F3-FCD8-AC69-734DA01F6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2.3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已完成技术架构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448CCEF-9CCA-6FAE-61AE-AD7A44A661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91" y="2131868"/>
            <a:ext cx="5395898" cy="25942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85C2CE4-3C1E-B13F-8CB6-A97FCAAF21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881" y="2131868"/>
            <a:ext cx="5421814" cy="25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9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4BD7-FA2C-5490-4FF9-E5BE2B4C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E7560FA-7B64-E966-237A-4506CAD93AEF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3B6FEA85-8C61-307B-C4C4-F9A937F7BB64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B42DF38-BFCA-BC8F-4D8E-55E15E8C41BB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B9C738DC-B55A-765D-D18B-ECD9A4EA0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2.3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已完成技术架构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E2FE2569-DB96-290C-51DB-78430EB4F6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90"/>
          <a:stretch>
            <a:fillRect/>
          </a:stretch>
        </p:blipFill>
        <p:spPr>
          <a:xfrm>
            <a:off x="759158" y="2053621"/>
            <a:ext cx="5236831" cy="27507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7A291F0-BC3A-D56F-ECCF-1708E716A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59"/>
          <a:stretch>
            <a:fillRect/>
          </a:stretch>
        </p:blipFill>
        <p:spPr>
          <a:xfrm>
            <a:off x="6180881" y="1694087"/>
            <a:ext cx="5236831" cy="414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8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2931407-5B39-371E-F9D1-829E8B923516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3CB53F1-BAD2-0C02-B8EB-B9198ED88FB4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二、研究内容与预期目标</a:t>
              </a:r>
            </a:p>
          </p:txBody>
        </p:sp>
        <p:sp>
          <p:nvSpPr>
            <p:cNvPr id="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29285241-DCD8-CFC0-2274-7840B0819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2.3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目标技术架构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93E69CAE-3F6A-2955-BBE9-3C49B3191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75" y="1942125"/>
            <a:ext cx="10504450" cy="40274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B4D6-20FA-30A3-D0FE-592BB100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EF37C03-D8EB-212E-EFDA-50387E0DC9D3}"/>
              </a:ext>
            </a:extLst>
          </p:cNvPr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FF6E7CAF-ED66-30C0-6648-F984EB9D85E5}"/>
                </a:ext>
              </a:extLst>
            </p:cNvPr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942E13DB-B917-2E46-91AC-6B37B1E613BA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029C57A9-E870-6755-8B57-2A6846D5AF47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769D8574-C494-FDEC-4A79-131FD063FFD9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3783C20D-DBD3-682D-748F-BB37D164BB55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5D793FDF-CD26-C0DB-F246-8354263E7115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3C0560F1-D212-09E4-5D3B-40EA6336B7E7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241472AB-8EF7-B24D-E7D8-4C46FD7AE34E}"/>
                    </a:ext>
                  </a:extLst>
                </p:cNvPr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7471F03C-F66C-A3F9-46CC-9C4DCDAA5F4C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9408A39F-5ACD-FCAB-C25A-762D6C0E3CE9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68539904-2D33-4D60-78E6-4B5E4A8DD175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1BF15280-DFA0-BA76-1165-EAD0F285950A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02DBE60-5F1D-E4EE-18AB-4A7AB469B0EC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B9D6C7C-D6AB-E924-E641-AEC3B23635F8}"/>
                </a:ext>
              </a:extLst>
            </p:cNvPr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3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7913C31-633F-8D7A-28E0-AC532CA42CC7}"/>
              </a:ext>
            </a:extLst>
          </p:cNvPr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可行性分析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79E149E-FCB6-E451-4236-3C9E412C006F}"/>
              </a:ext>
            </a:extLst>
          </p:cNvPr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53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4034742" y="538222"/>
            <a:ext cx="4122516" cy="647559"/>
            <a:chOff x="4034742" y="538222"/>
            <a:chExt cx="4122516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三、可行性分析</a:t>
              </a: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"/>
          <p:cNvGrpSpPr/>
          <p:nvPr/>
        </p:nvGrpSpPr>
        <p:grpSpPr>
          <a:xfrm>
            <a:off x="5024388" y="2396543"/>
            <a:ext cx="2228532" cy="2811940"/>
            <a:chOff x="4823608" y="2237050"/>
            <a:chExt cx="2653553" cy="3348228"/>
          </a:xfrm>
          <a:solidFill>
            <a:srgbClr val="0170BD"/>
          </a:solidFill>
        </p:grpSpPr>
        <p:sp>
          <p:nvSpPr>
            <p:cNvPr id="7" name="Freeform: Shape 6"/>
            <p:cNvSpPr/>
            <p:nvPr/>
          </p:nvSpPr>
          <p:spPr bwMode="auto">
            <a:xfrm>
              <a:off x="5275903" y="2766146"/>
              <a:ext cx="1741057" cy="2247538"/>
            </a:xfrm>
            <a:custGeom>
              <a:avLst/>
              <a:gdLst>
                <a:gd name="T0" fmla="*/ 160 w 321"/>
                <a:gd name="T1" fmla="*/ 0 h 429"/>
                <a:gd name="T2" fmla="*/ 0 w 321"/>
                <a:gd name="T3" fmla="*/ 160 h 429"/>
                <a:gd name="T4" fmla="*/ 22 w 321"/>
                <a:gd name="T5" fmla="*/ 240 h 429"/>
                <a:gd name="T6" fmla="*/ 78 w 321"/>
                <a:gd name="T7" fmla="*/ 389 h 429"/>
                <a:gd name="T8" fmla="*/ 115 w 321"/>
                <a:gd name="T9" fmla="*/ 429 h 429"/>
                <a:gd name="T10" fmla="*/ 160 w 321"/>
                <a:gd name="T11" fmla="*/ 429 h 429"/>
                <a:gd name="T12" fmla="*/ 206 w 321"/>
                <a:gd name="T13" fmla="*/ 429 h 429"/>
                <a:gd name="T14" fmla="*/ 243 w 321"/>
                <a:gd name="T15" fmla="*/ 389 h 429"/>
                <a:gd name="T16" fmla="*/ 299 w 321"/>
                <a:gd name="T17" fmla="*/ 240 h 429"/>
                <a:gd name="T18" fmla="*/ 321 w 321"/>
                <a:gd name="T19" fmla="*/ 160 h 429"/>
                <a:gd name="T20" fmla="*/ 160 w 321"/>
                <a:gd name="T21" fmla="*/ 0 h 429"/>
                <a:gd name="T22" fmla="*/ 287 w 321"/>
                <a:gd name="T23" fmla="*/ 233 h 429"/>
                <a:gd name="T24" fmla="*/ 229 w 321"/>
                <a:gd name="T25" fmla="*/ 387 h 429"/>
                <a:gd name="T26" fmla="*/ 221 w 321"/>
                <a:gd name="T27" fmla="*/ 411 h 429"/>
                <a:gd name="T28" fmla="*/ 206 w 321"/>
                <a:gd name="T29" fmla="*/ 414 h 429"/>
                <a:gd name="T30" fmla="*/ 160 w 321"/>
                <a:gd name="T31" fmla="*/ 414 h 429"/>
                <a:gd name="T32" fmla="*/ 115 w 321"/>
                <a:gd name="T33" fmla="*/ 414 h 429"/>
                <a:gd name="T34" fmla="*/ 100 w 321"/>
                <a:gd name="T35" fmla="*/ 411 h 429"/>
                <a:gd name="T36" fmla="*/ 92 w 321"/>
                <a:gd name="T37" fmla="*/ 387 h 429"/>
                <a:gd name="T38" fmla="*/ 34 w 321"/>
                <a:gd name="T39" fmla="*/ 233 h 429"/>
                <a:gd name="T40" fmla="*/ 15 w 321"/>
                <a:gd name="T41" fmla="*/ 160 h 429"/>
                <a:gd name="T42" fmla="*/ 160 w 321"/>
                <a:gd name="T43" fmla="*/ 14 h 429"/>
                <a:gd name="T44" fmla="*/ 306 w 321"/>
                <a:gd name="T45" fmla="*/ 160 h 429"/>
                <a:gd name="T46" fmla="*/ 287 w 321"/>
                <a:gd name="T47" fmla="*/ 233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1" h="429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189"/>
                    <a:pt x="8" y="216"/>
                    <a:pt x="22" y="240"/>
                  </a:cubicBezTo>
                  <a:cubicBezTo>
                    <a:pt x="61" y="311"/>
                    <a:pt x="71" y="351"/>
                    <a:pt x="78" y="389"/>
                  </a:cubicBezTo>
                  <a:cubicBezTo>
                    <a:pt x="83" y="421"/>
                    <a:pt x="91" y="429"/>
                    <a:pt x="115" y="429"/>
                  </a:cubicBezTo>
                  <a:cubicBezTo>
                    <a:pt x="125" y="429"/>
                    <a:pt x="142" y="429"/>
                    <a:pt x="160" y="429"/>
                  </a:cubicBezTo>
                  <a:cubicBezTo>
                    <a:pt x="179" y="429"/>
                    <a:pt x="195" y="429"/>
                    <a:pt x="206" y="429"/>
                  </a:cubicBezTo>
                  <a:cubicBezTo>
                    <a:pt x="230" y="429"/>
                    <a:pt x="238" y="421"/>
                    <a:pt x="243" y="389"/>
                  </a:cubicBezTo>
                  <a:cubicBezTo>
                    <a:pt x="249" y="351"/>
                    <a:pt x="260" y="311"/>
                    <a:pt x="299" y="240"/>
                  </a:cubicBezTo>
                  <a:cubicBezTo>
                    <a:pt x="312" y="216"/>
                    <a:pt x="321" y="189"/>
                    <a:pt x="321" y="160"/>
                  </a:cubicBezTo>
                  <a:cubicBezTo>
                    <a:pt x="321" y="72"/>
                    <a:pt x="249" y="0"/>
                    <a:pt x="160" y="0"/>
                  </a:cubicBezTo>
                  <a:close/>
                  <a:moveTo>
                    <a:pt x="287" y="233"/>
                  </a:moveTo>
                  <a:cubicBezTo>
                    <a:pt x="248" y="302"/>
                    <a:pt x="236" y="343"/>
                    <a:pt x="229" y="387"/>
                  </a:cubicBezTo>
                  <a:cubicBezTo>
                    <a:pt x="228" y="392"/>
                    <a:pt x="226" y="406"/>
                    <a:pt x="221" y="411"/>
                  </a:cubicBezTo>
                  <a:cubicBezTo>
                    <a:pt x="220" y="413"/>
                    <a:pt x="217" y="414"/>
                    <a:pt x="206" y="414"/>
                  </a:cubicBezTo>
                  <a:cubicBezTo>
                    <a:pt x="160" y="414"/>
                    <a:pt x="160" y="414"/>
                    <a:pt x="160" y="414"/>
                  </a:cubicBezTo>
                  <a:cubicBezTo>
                    <a:pt x="115" y="414"/>
                    <a:pt x="115" y="414"/>
                    <a:pt x="115" y="414"/>
                  </a:cubicBezTo>
                  <a:cubicBezTo>
                    <a:pt x="104" y="414"/>
                    <a:pt x="101" y="413"/>
                    <a:pt x="100" y="411"/>
                  </a:cubicBezTo>
                  <a:cubicBezTo>
                    <a:pt x="95" y="406"/>
                    <a:pt x="93" y="392"/>
                    <a:pt x="92" y="387"/>
                  </a:cubicBezTo>
                  <a:cubicBezTo>
                    <a:pt x="85" y="343"/>
                    <a:pt x="73" y="302"/>
                    <a:pt x="34" y="233"/>
                  </a:cubicBezTo>
                  <a:cubicBezTo>
                    <a:pt x="21" y="210"/>
                    <a:pt x="15" y="185"/>
                    <a:pt x="15" y="160"/>
                  </a:cubicBezTo>
                  <a:cubicBezTo>
                    <a:pt x="15" y="80"/>
                    <a:pt x="80" y="14"/>
                    <a:pt x="160" y="14"/>
                  </a:cubicBezTo>
                  <a:cubicBezTo>
                    <a:pt x="241" y="14"/>
                    <a:pt x="306" y="80"/>
                    <a:pt x="306" y="160"/>
                  </a:cubicBezTo>
                  <a:cubicBezTo>
                    <a:pt x="306" y="185"/>
                    <a:pt x="300" y="210"/>
                    <a:pt x="287" y="2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Freeform: Shape 7"/>
            <p:cNvSpPr/>
            <p:nvPr/>
          </p:nvSpPr>
          <p:spPr bwMode="auto">
            <a:xfrm>
              <a:off x="5773762" y="5013683"/>
              <a:ext cx="754314" cy="108681"/>
            </a:xfrm>
            <a:custGeom>
              <a:avLst/>
              <a:gdLst>
                <a:gd name="T0" fmla="*/ 130 w 139"/>
                <a:gd name="T1" fmla="*/ 0 h 23"/>
                <a:gd name="T2" fmla="*/ 9 w 139"/>
                <a:gd name="T3" fmla="*/ 0 h 23"/>
                <a:gd name="T4" fmla="*/ 0 w 139"/>
                <a:gd name="T5" fmla="*/ 9 h 23"/>
                <a:gd name="T6" fmla="*/ 0 w 139"/>
                <a:gd name="T7" fmla="*/ 14 h 23"/>
                <a:gd name="T8" fmla="*/ 9 w 139"/>
                <a:gd name="T9" fmla="*/ 23 h 23"/>
                <a:gd name="T10" fmla="*/ 130 w 139"/>
                <a:gd name="T11" fmla="*/ 23 h 23"/>
                <a:gd name="T12" fmla="*/ 139 w 139"/>
                <a:gd name="T13" fmla="*/ 14 h 23"/>
                <a:gd name="T14" fmla="*/ 139 w 139"/>
                <a:gd name="T15" fmla="*/ 9 h 23"/>
                <a:gd name="T16" fmla="*/ 130 w 139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23">
                  <a:moveTo>
                    <a:pt x="13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4" y="23"/>
                    <a:pt x="9" y="23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35" y="23"/>
                    <a:pt x="139" y="19"/>
                    <a:pt x="139" y="14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4"/>
                    <a:pt x="135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Freeform: Shape 8"/>
            <p:cNvSpPr/>
            <p:nvPr/>
          </p:nvSpPr>
          <p:spPr bwMode="auto">
            <a:xfrm>
              <a:off x="5795282" y="5170787"/>
              <a:ext cx="710196" cy="119442"/>
            </a:xfrm>
            <a:custGeom>
              <a:avLst/>
              <a:gdLst>
                <a:gd name="T0" fmla="*/ 122 w 131"/>
                <a:gd name="T1" fmla="*/ 0 h 24"/>
                <a:gd name="T2" fmla="*/ 9 w 131"/>
                <a:gd name="T3" fmla="*/ 0 h 24"/>
                <a:gd name="T4" fmla="*/ 0 w 131"/>
                <a:gd name="T5" fmla="*/ 9 h 24"/>
                <a:gd name="T6" fmla="*/ 0 w 131"/>
                <a:gd name="T7" fmla="*/ 15 h 24"/>
                <a:gd name="T8" fmla="*/ 9 w 131"/>
                <a:gd name="T9" fmla="*/ 24 h 24"/>
                <a:gd name="T10" fmla="*/ 122 w 131"/>
                <a:gd name="T11" fmla="*/ 24 h 24"/>
                <a:gd name="T12" fmla="*/ 131 w 131"/>
                <a:gd name="T13" fmla="*/ 15 h 24"/>
                <a:gd name="T14" fmla="*/ 131 w 131"/>
                <a:gd name="T15" fmla="*/ 9 h 24"/>
                <a:gd name="T16" fmla="*/ 122 w 131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24">
                  <a:moveTo>
                    <a:pt x="12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0"/>
                    <a:pt x="4" y="24"/>
                    <a:pt x="9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7" y="24"/>
                    <a:pt x="131" y="20"/>
                    <a:pt x="131" y="15"/>
                  </a:cubicBezTo>
                  <a:cubicBezTo>
                    <a:pt x="131" y="9"/>
                    <a:pt x="131" y="9"/>
                    <a:pt x="131" y="9"/>
                  </a:cubicBezTo>
                  <a:cubicBezTo>
                    <a:pt x="131" y="4"/>
                    <a:pt x="127" y="0"/>
                    <a:pt x="1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Freeform: Shape 9"/>
            <p:cNvSpPr/>
            <p:nvPr/>
          </p:nvSpPr>
          <p:spPr bwMode="auto">
            <a:xfrm>
              <a:off x="5838325" y="5333271"/>
              <a:ext cx="624112" cy="100283"/>
            </a:xfrm>
            <a:custGeom>
              <a:avLst/>
              <a:gdLst>
                <a:gd name="T0" fmla="*/ 107 w 115"/>
                <a:gd name="T1" fmla="*/ 0 h 23"/>
                <a:gd name="T2" fmla="*/ 8 w 115"/>
                <a:gd name="T3" fmla="*/ 0 h 23"/>
                <a:gd name="T4" fmla="*/ 0 w 115"/>
                <a:gd name="T5" fmla="*/ 9 h 23"/>
                <a:gd name="T6" fmla="*/ 0 w 115"/>
                <a:gd name="T7" fmla="*/ 15 h 23"/>
                <a:gd name="T8" fmla="*/ 8 w 115"/>
                <a:gd name="T9" fmla="*/ 23 h 23"/>
                <a:gd name="T10" fmla="*/ 107 w 115"/>
                <a:gd name="T11" fmla="*/ 23 h 23"/>
                <a:gd name="T12" fmla="*/ 115 w 115"/>
                <a:gd name="T13" fmla="*/ 15 h 23"/>
                <a:gd name="T14" fmla="*/ 115 w 115"/>
                <a:gd name="T15" fmla="*/ 9 h 23"/>
                <a:gd name="T16" fmla="*/ 107 w 115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23">
                  <a:moveTo>
                    <a:pt x="107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9"/>
                    <a:pt x="4" y="23"/>
                    <a:pt x="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11" y="23"/>
                    <a:pt x="115" y="19"/>
                    <a:pt x="115" y="15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Freeform: Shape 10"/>
            <p:cNvSpPr/>
            <p:nvPr/>
          </p:nvSpPr>
          <p:spPr bwMode="auto">
            <a:xfrm>
              <a:off x="5952386" y="5476597"/>
              <a:ext cx="395988" cy="108681"/>
            </a:xfrm>
            <a:custGeom>
              <a:avLst/>
              <a:gdLst>
                <a:gd name="T0" fmla="*/ 0 w 73"/>
                <a:gd name="T1" fmla="*/ 0 h 20"/>
                <a:gd name="T2" fmla="*/ 73 w 73"/>
                <a:gd name="T3" fmla="*/ 0 h 20"/>
                <a:gd name="T4" fmla="*/ 36 w 73"/>
                <a:gd name="T5" fmla="*/ 20 h 20"/>
                <a:gd name="T6" fmla="*/ 0 w 73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20">
                  <a:moveTo>
                    <a:pt x="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12"/>
                    <a:pt x="54" y="20"/>
                    <a:pt x="36" y="20"/>
                  </a:cubicBezTo>
                  <a:cubicBezTo>
                    <a:pt x="19" y="20"/>
                    <a:pt x="0" y="1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5740404" y="3781799"/>
              <a:ext cx="841475" cy="1133086"/>
            </a:xfrm>
            <a:custGeom>
              <a:avLst/>
              <a:gdLst>
                <a:gd name="T0" fmla="*/ 29 w 155"/>
                <a:gd name="T1" fmla="*/ 200 h 209"/>
                <a:gd name="T2" fmla="*/ 37 w 155"/>
                <a:gd name="T3" fmla="*/ 176 h 209"/>
                <a:gd name="T4" fmla="*/ 44 w 155"/>
                <a:gd name="T5" fmla="*/ 139 h 209"/>
                <a:gd name="T6" fmla="*/ 48 w 155"/>
                <a:gd name="T7" fmla="*/ 52 h 209"/>
                <a:gd name="T8" fmla="*/ 21 w 155"/>
                <a:gd name="T9" fmla="*/ 2 h 209"/>
                <a:gd name="T10" fmla="*/ 1 w 155"/>
                <a:gd name="T11" fmla="*/ 14 h 209"/>
                <a:gd name="T12" fmla="*/ 14 w 155"/>
                <a:gd name="T13" fmla="*/ 46 h 209"/>
                <a:gd name="T14" fmla="*/ 43 w 155"/>
                <a:gd name="T15" fmla="*/ 55 h 209"/>
                <a:gd name="T16" fmla="*/ 79 w 155"/>
                <a:gd name="T17" fmla="*/ 49 h 209"/>
                <a:gd name="T18" fmla="*/ 98 w 155"/>
                <a:gd name="T19" fmla="*/ 26 h 209"/>
                <a:gd name="T20" fmla="*/ 83 w 155"/>
                <a:gd name="T21" fmla="*/ 2 h 209"/>
                <a:gd name="T22" fmla="*/ 64 w 155"/>
                <a:gd name="T23" fmla="*/ 14 h 209"/>
                <a:gd name="T24" fmla="*/ 79 w 155"/>
                <a:gd name="T25" fmla="*/ 52 h 209"/>
                <a:gd name="T26" fmla="*/ 143 w 155"/>
                <a:gd name="T27" fmla="*/ 42 h 209"/>
                <a:gd name="T28" fmla="*/ 143 w 155"/>
                <a:gd name="T29" fmla="*/ 7 h 209"/>
                <a:gd name="T30" fmla="*/ 120 w 155"/>
                <a:gd name="T31" fmla="*/ 26 h 209"/>
                <a:gd name="T32" fmla="*/ 114 w 155"/>
                <a:gd name="T33" fmla="*/ 61 h 209"/>
                <a:gd name="T34" fmla="*/ 112 w 155"/>
                <a:gd name="T35" fmla="*/ 97 h 209"/>
                <a:gd name="T36" fmla="*/ 117 w 155"/>
                <a:gd name="T37" fmla="*/ 170 h 209"/>
                <a:gd name="T38" fmla="*/ 120 w 155"/>
                <a:gd name="T39" fmla="*/ 207 h 209"/>
                <a:gd name="T40" fmla="*/ 128 w 155"/>
                <a:gd name="T41" fmla="*/ 205 h 209"/>
                <a:gd name="T42" fmla="*/ 120 w 155"/>
                <a:gd name="T43" fmla="*/ 85 h 209"/>
                <a:gd name="T44" fmla="*/ 128 w 155"/>
                <a:gd name="T45" fmla="*/ 25 h 209"/>
                <a:gd name="T46" fmla="*/ 137 w 155"/>
                <a:gd name="T47" fmla="*/ 11 h 209"/>
                <a:gd name="T48" fmla="*/ 138 w 155"/>
                <a:gd name="T49" fmla="*/ 11 h 209"/>
                <a:gd name="T50" fmla="*/ 139 w 155"/>
                <a:gd name="T51" fmla="*/ 13 h 209"/>
                <a:gd name="T52" fmla="*/ 140 w 155"/>
                <a:gd name="T53" fmla="*/ 21 h 209"/>
                <a:gd name="T54" fmla="*/ 123 w 155"/>
                <a:gd name="T55" fmla="*/ 56 h 209"/>
                <a:gd name="T56" fmla="*/ 91 w 155"/>
                <a:gd name="T57" fmla="*/ 53 h 209"/>
                <a:gd name="T58" fmla="*/ 72 w 155"/>
                <a:gd name="T59" fmla="*/ 22 h 209"/>
                <a:gd name="T60" fmla="*/ 82 w 155"/>
                <a:gd name="T61" fmla="*/ 7 h 209"/>
                <a:gd name="T62" fmla="*/ 89 w 155"/>
                <a:gd name="T63" fmla="*/ 33 h 209"/>
                <a:gd name="T64" fmla="*/ 67 w 155"/>
                <a:gd name="T65" fmla="*/ 50 h 209"/>
                <a:gd name="T66" fmla="*/ 16 w 155"/>
                <a:gd name="T67" fmla="*/ 35 h 209"/>
                <a:gd name="T68" fmla="*/ 10 w 155"/>
                <a:gd name="T69" fmla="*/ 8 h 209"/>
                <a:gd name="T70" fmla="*/ 20 w 155"/>
                <a:gd name="T71" fmla="*/ 8 h 209"/>
                <a:gd name="T72" fmla="*/ 28 w 155"/>
                <a:gd name="T73" fmla="*/ 14 h 209"/>
                <a:gd name="T74" fmla="*/ 41 w 155"/>
                <a:gd name="T75" fmla="*/ 68 h 209"/>
                <a:gd name="T76" fmla="*/ 35 w 155"/>
                <a:gd name="T77" fmla="*/ 147 h 209"/>
                <a:gd name="T78" fmla="*/ 21 w 155"/>
                <a:gd name="T79" fmla="*/ 201 h 209"/>
                <a:gd name="T80" fmla="*/ 29 w 155"/>
                <a:gd name="T81" fmla="*/ 20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5" h="209">
                  <a:moveTo>
                    <a:pt x="29" y="200"/>
                  </a:moveTo>
                  <a:cubicBezTo>
                    <a:pt x="33" y="192"/>
                    <a:pt x="35" y="184"/>
                    <a:pt x="37" y="176"/>
                  </a:cubicBezTo>
                  <a:cubicBezTo>
                    <a:pt x="40" y="164"/>
                    <a:pt x="42" y="151"/>
                    <a:pt x="44" y="139"/>
                  </a:cubicBezTo>
                  <a:cubicBezTo>
                    <a:pt x="48" y="110"/>
                    <a:pt x="51" y="81"/>
                    <a:pt x="48" y="52"/>
                  </a:cubicBezTo>
                  <a:cubicBezTo>
                    <a:pt x="46" y="34"/>
                    <a:pt x="42" y="8"/>
                    <a:pt x="21" y="2"/>
                  </a:cubicBezTo>
                  <a:cubicBezTo>
                    <a:pt x="12" y="0"/>
                    <a:pt x="2" y="4"/>
                    <a:pt x="1" y="14"/>
                  </a:cubicBezTo>
                  <a:cubicBezTo>
                    <a:pt x="0" y="25"/>
                    <a:pt x="6" y="38"/>
                    <a:pt x="14" y="46"/>
                  </a:cubicBezTo>
                  <a:cubicBezTo>
                    <a:pt x="22" y="53"/>
                    <a:pt x="33" y="54"/>
                    <a:pt x="43" y="55"/>
                  </a:cubicBezTo>
                  <a:cubicBezTo>
                    <a:pt x="55" y="55"/>
                    <a:pt x="68" y="54"/>
                    <a:pt x="79" y="49"/>
                  </a:cubicBezTo>
                  <a:cubicBezTo>
                    <a:pt x="89" y="45"/>
                    <a:pt x="98" y="38"/>
                    <a:pt x="98" y="26"/>
                  </a:cubicBezTo>
                  <a:cubicBezTo>
                    <a:pt x="99" y="16"/>
                    <a:pt x="94" y="4"/>
                    <a:pt x="83" y="2"/>
                  </a:cubicBezTo>
                  <a:cubicBezTo>
                    <a:pt x="74" y="0"/>
                    <a:pt x="65" y="5"/>
                    <a:pt x="64" y="14"/>
                  </a:cubicBezTo>
                  <a:cubicBezTo>
                    <a:pt x="61" y="27"/>
                    <a:pt x="69" y="44"/>
                    <a:pt x="79" y="52"/>
                  </a:cubicBezTo>
                  <a:cubicBezTo>
                    <a:pt x="98" y="69"/>
                    <a:pt x="131" y="65"/>
                    <a:pt x="143" y="42"/>
                  </a:cubicBezTo>
                  <a:cubicBezTo>
                    <a:pt x="147" y="35"/>
                    <a:pt x="155" y="10"/>
                    <a:pt x="143" y="7"/>
                  </a:cubicBezTo>
                  <a:cubicBezTo>
                    <a:pt x="132" y="4"/>
                    <a:pt x="124" y="18"/>
                    <a:pt x="120" y="26"/>
                  </a:cubicBezTo>
                  <a:cubicBezTo>
                    <a:pt x="116" y="37"/>
                    <a:pt x="115" y="49"/>
                    <a:pt x="114" y="61"/>
                  </a:cubicBezTo>
                  <a:cubicBezTo>
                    <a:pt x="112" y="73"/>
                    <a:pt x="112" y="85"/>
                    <a:pt x="112" y="97"/>
                  </a:cubicBezTo>
                  <a:cubicBezTo>
                    <a:pt x="112" y="121"/>
                    <a:pt x="115" y="146"/>
                    <a:pt x="117" y="170"/>
                  </a:cubicBezTo>
                  <a:cubicBezTo>
                    <a:pt x="118" y="183"/>
                    <a:pt x="119" y="195"/>
                    <a:pt x="120" y="207"/>
                  </a:cubicBezTo>
                  <a:cubicBezTo>
                    <a:pt x="120" y="209"/>
                    <a:pt x="128" y="208"/>
                    <a:pt x="128" y="205"/>
                  </a:cubicBezTo>
                  <a:cubicBezTo>
                    <a:pt x="126" y="165"/>
                    <a:pt x="120" y="125"/>
                    <a:pt x="120" y="85"/>
                  </a:cubicBezTo>
                  <a:cubicBezTo>
                    <a:pt x="121" y="65"/>
                    <a:pt x="121" y="43"/>
                    <a:pt x="128" y="25"/>
                  </a:cubicBezTo>
                  <a:cubicBezTo>
                    <a:pt x="130" y="20"/>
                    <a:pt x="133" y="13"/>
                    <a:pt x="137" y="11"/>
                  </a:cubicBezTo>
                  <a:cubicBezTo>
                    <a:pt x="139" y="10"/>
                    <a:pt x="137" y="10"/>
                    <a:pt x="138" y="11"/>
                  </a:cubicBezTo>
                  <a:cubicBezTo>
                    <a:pt x="138" y="12"/>
                    <a:pt x="139" y="12"/>
                    <a:pt x="139" y="13"/>
                  </a:cubicBezTo>
                  <a:cubicBezTo>
                    <a:pt x="141" y="16"/>
                    <a:pt x="141" y="19"/>
                    <a:pt x="140" y="21"/>
                  </a:cubicBezTo>
                  <a:cubicBezTo>
                    <a:pt x="140" y="34"/>
                    <a:pt x="135" y="49"/>
                    <a:pt x="123" y="56"/>
                  </a:cubicBezTo>
                  <a:cubicBezTo>
                    <a:pt x="113" y="61"/>
                    <a:pt x="100" y="59"/>
                    <a:pt x="91" y="53"/>
                  </a:cubicBezTo>
                  <a:cubicBezTo>
                    <a:pt x="80" y="46"/>
                    <a:pt x="74" y="34"/>
                    <a:pt x="72" y="22"/>
                  </a:cubicBezTo>
                  <a:cubicBezTo>
                    <a:pt x="71" y="15"/>
                    <a:pt x="72" y="1"/>
                    <a:pt x="82" y="7"/>
                  </a:cubicBezTo>
                  <a:cubicBezTo>
                    <a:pt x="90" y="12"/>
                    <a:pt x="92" y="24"/>
                    <a:pt x="89" y="33"/>
                  </a:cubicBezTo>
                  <a:cubicBezTo>
                    <a:pt x="86" y="43"/>
                    <a:pt x="77" y="47"/>
                    <a:pt x="67" y="50"/>
                  </a:cubicBezTo>
                  <a:cubicBezTo>
                    <a:pt x="49" y="53"/>
                    <a:pt x="26" y="52"/>
                    <a:pt x="16" y="35"/>
                  </a:cubicBezTo>
                  <a:cubicBezTo>
                    <a:pt x="11" y="28"/>
                    <a:pt x="7" y="16"/>
                    <a:pt x="10" y="8"/>
                  </a:cubicBezTo>
                  <a:cubicBezTo>
                    <a:pt x="12" y="3"/>
                    <a:pt x="15" y="6"/>
                    <a:pt x="20" y="8"/>
                  </a:cubicBezTo>
                  <a:cubicBezTo>
                    <a:pt x="23" y="9"/>
                    <a:pt x="25" y="11"/>
                    <a:pt x="28" y="14"/>
                  </a:cubicBezTo>
                  <a:cubicBezTo>
                    <a:pt x="39" y="28"/>
                    <a:pt x="40" y="51"/>
                    <a:pt x="41" y="68"/>
                  </a:cubicBezTo>
                  <a:cubicBezTo>
                    <a:pt x="42" y="94"/>
                    <a:pt x="39" y="121"/>
                    <a:pt x="35" y="147"/>
                  </a:cubicBezTo>
                  <a:cubicBezTo>
                    <a:pt x="32" y="165"/>
                    <a:pt x="29" y="185"/>
                    <a:pt x="21" y="201"/>
                  </a:cubicBezTo>
                  <a:cubicBezTo>
                    <a:pt x="20" y="203"/>
                    <a:pt x="28" y="202"/>
                    <a:pt x="29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823608" y="2237050"/>
              <a:ext cx="2653553" cy="2000393"/>
              <a:chOff x="3525061" y="1210682"/>
              <a:chExt cx="2097079" cy="1580888"/>
            </a:xfrm>
            <a:grpFill/>
          </p:grpSpPr>
          <p:sp>
            <p:nvSpPr>
              <p:cNvPr id="15" name="Freeform: Shape 13"/>
              <p:cNvSpPr/>
              <p:nvPr/>
            </p:nvSpPr>
            <p:spPr bwMode="auto">
              <a:xfrm>
                <a:off x="5347462" y="2255820"/>
                <a:ext cx="274678" cy="47622"/>
              </a:xfrm>
              <a:custGeom>
                <a:avLst/>
                <a:gdLst>
                  <a:gd name="T0" fmla="*/ 58 w 64"/>
                  <a:gd name="T1" fmla="*/ 0 h 11"/>
                  <a:gd name="T2" fmla="*/ 6 w 64"/>
                  <a:gd name="T3" fmla="*/ 0 h 11"/>
                  <a:gd name="T4" fmla="*/ 0 w 64"/>
                  <a:gd name="T5" fmla="*/ 5 h 11"/>
                  <a:gd name="T6" fmla="*/ 6 w 64"/>
                  <a:gd name="T7" fmla="*/ 11 h 11"/>
                  <a:gd name="T8" fmla="*/ 58 w 64"/>
                  <a:gd name="T9" fmla="*/ 11 h 11"/>
                  <a:gd name="T10" fmla="*/ 64 w 64"/>
                  <a:gd name="T11" fmla="*/ 5 h 11"/>
                  <a:gd name="T12" fmla="*/ 58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2" y="11"/>
                      <a:pt x="64" y="9"/>
                      <a:pt x="64" y="5"/>
                    </a:cubicBezTo>
                    <a:cubicBezTo>
                      <a:pt x="64" y="2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Freeform: Shape 14"/>
              <p:cNvSpPr/>
              <p:nvPr/>
            </p:nvSpPr>
            <p:spPr bwMode="auto">
              <a:xfrm>
                <a:off x="5275178" y="1763440"/>
                <a:ext cx="248316" cy="167528"/>
              </a:xfrm>
              <a:custGeom>
                <a:avLst/>
                <a:gdLst>
                  <a:gd name="T0" fmla="*/ 6 w 58"/>
                  <a:gd name="T1" fmla="*/ 39 h 39"/>
                  <a:gd name="T2" fmla="*/ 9 w 58"/>
                  <a:gd name="T3" fmla="*/ 38 h 39"/>
                  <a:gd name="T4" fmla="*/ 54 w 58"/>
                  <a:gd name="T5" fmla="*/ 12 h 39"/>
                  <a:gd name="T6" fmla="*/ 56 w 58"/>
                  <a:gd name="T7" fmla="*/ 4 h 39"/>
                  <a:gd name="T8" fmla="*/ 48 w 58"/>
                  <a:gd name="T9" fmla="*/ 2 h 39"/>
                  <a:gd name="T10" fmla="*/ 3 w 58"/>
                  <a:gd name="T11" fmla="*/ 28 h 39"/>
                  <a:gd name="T12" fmla="*/ 1 w 58"/>
                  <a:gd name="T13" fmla="*/ 36 h 39"/>
                  <a:gd name="T14" fmla="*/ 6 w 58"/>
                  <a:gd name="T1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6" y="39"/>
                    </a:moveTo>
                    <a:cubicBezTo>
                      <a:pt x="7" y="39"/>
                      <a:pt x="8" y="38"/>
                      <a:pt x="9" y="38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7" y="10"/>
                      <a:pt x="58" y="6"/>
                      <a:pt x="56" y="4"/>
                    </a:cubicBezTo>
                    <a:cubicBezTo>
                      <a:pt x="55" y="1"/>
                      <a:pt x="51" y="0"/>
                      <a:pt x="48" y="2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30"/>
                      <a:pt x="0" y="33"/>
                      <a:pt x="1" y="36"/>
                    </a:cubicBezTo>
                    <a:cubicBezTo>
                      <a:pt x="2" y="38"/>
                      <a:pt x="4" y="39"/>
                      <a:pt x="6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: Shape 15"/>
              <p:cNvSpPr/>
              <p:nvPr/>
            </p:nvSpPr>
            <p:spPr bwMode="auto">
              <a:xfrm>
                <a:off x="4979240" y="1351848"/>
                <a:ext cx="166678" cy="249166"/>
              </a:xfrm>
              <a:custGeom>
                <a:avLst/>
                <a:gdLst>
                  <a:gd name="T0" fmla="*/ 3 w 39"/>
                  <a:gd name="T1" fmla="*/ 57 h 58"/>
                  <a:gd name="T2" fmla="*/ 6 w 39"/>
                  <a:gd name="T3" fmla="*/ 58 h 58"/>
                  <a:gd name="T4" fmla="*/ 11 w 39"/>
                  <a:gd name="T5" fmla="*/ 55 h 58"/>
                  <a:gd name="T6" fmla="*/ 37 w 39"/>
                  <a:gd name="T7" fmla="*/ 9 h 58"/>
                  <a:gd name="T8" fmla="*/ 35 w 39"/>
                  <a:gd name="T9" fmla="*/ 1 h 58"/>
                  <a:gd name="T10" fmla="*/ 27 w 39"/>
                  <a:gd name="T11" fmla="*/ 3 h 58"/>
                  <a:gd name="T12" fmla="*/ 1 w 39"/>
                  <a:gd name="T13" fmla="*/ 49 h 58"/>
                  <a:gd name="T14" fmla="*/ 3 w 39"/>
                  <a:gd name="T15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58">
                    <a:moveTo>
                      <a:pt x="3" y="57"/>
                    </a:moveTo>
                    <a:cubicBezTo>
                      <a:pt x="4" y="57"/>
                      <a:pt x="5" y="58"/>
                      <a:pt x="6" y="58"/>
                    </a:cubicBezTo>
                    <a:cubicBezTo>
                      <a:pt x="8" y="58"/>
                      <a:pt x="10" y="56"/>
                      <a:pt x="11" y="55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9" y="6"/>
                      <a:pt x="38" y="3"/>
                      <a:pt x="35" y="1"/>
                    </a:cubicBezTo>
                    <a:cubicBezTo>
                      <a:pt x="32" y="0"/>
                      <a:pt x="29" y="1"/>
                      <a:pt x="27" y="3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0" y="52"/>
                      <a:pt x="1" y="55"/>
                      <a:pt x="3" y="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Freeform: Shape 16"/>
              <p:cNvSpPr/>
              <p:nvPr/>
            </p:nvSpPr>
            <p:spPr bwMode="auto">
              <a:xfrm>
                <a:off x="3576935" y="1742180"/>
                <a:ext cx="252568" cy="166678"/>
              </a:xfrm>
              <a:custGeom>
                <a:avLst/>
                <a:gdLst>
                  <a:gd name="T0" fmla="*/ 55 w 59"/>
                  <a:gd name="T1" fmla="*/ 28 h 39"/>
                  <a:gd name="T2" fmla="*/ 10 w 59"/>
                  <a:gd name="T3" fmla="*/ 1 h 39"/>
                  <a:gd name="T4" fmla="*/ 2 w 59"/>
                  <a:gd name="T5" fmla="*/ 4 h 39"/>
                  <a:gd name="T6" fmla="*/ 4 w 59"/>
                  <a:gd name="T7" fmla="*/ 11 h 39"/>
                  <a:gd name="T8" fmla="*/ 49 w 59"/>
                  <a:gd name="T9" fmla="*/ 38 h 39"/>
                  <a:gd name="T10" fmla="*/ 52 w 59"/>
                  <a:gd name="T11" fmla="*/ 39 h 39"/>
                  <a:gd name="T12" fmla="*/ 57 w 59"/>
                  <a:gd name="T13" fmla="*/ 36 h 39"/>
                  <a:gd name="T14" fmla="*/ 55 w 59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9">
                    <a:moveTo>
                      <a:pt x="55" y="28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7" y="0"/>
                      <a:pt x="4" y="1"/>
                      <a:pt x="2" y="4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8"/>
                      <a:pt x="51" y="39"/>
                      <a:pt x="52" y="39"/>
                    </a:cubicBezTo>
                    <a:cubicBezTo>
                      <a:pt x="54" y="39"/>
                      <a:pt x="56" y="38"/>
                      <a:pt x="57" y="36"/>
                    </a:cubicBezTo>
                    <a:cubicBezTo>
                      <a:pt x="59" y="33"/>
                      <a:pt x="58" y="29"/>
                      <a:pt x="55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Freeform: Shape 17"/>
              <p:cNvSpPr/>
              <p:nvPr/>
            </p:nvSpPr>
            <p:spPr bwMode="auto">
              <a:xfrm>
                <a:off x="5275178" y="2603632"/>
                <a:ext cx="248316" cy="166678"/>
              </a:xfrm>
              <a:custGeom>
                <a:avLst/>
                <a:gdLst>
                  <a:gd name="T0" fmla="*/ 54 w 58"/>
                  <a:gd name="T1" fmla="*/ 28 h 39"/>
                  <a:gd name="T2" fmla="*/ 9 w 58"/>
                  <a:gd name="T3" fmla="*/ 2 h 39"/>
                  <a:gd name="T4" fmla="*/ 1 w 58"/>
                  <a:gd name="T5" fmla="*/ 4 h 39"/>
                  <a:gd name="T6" fmla="*/ 3 w 58"/>
                  <a:gd name="T7" fmla="*/ 12 h 39"/>
                  <a:gd name="T8" fmla="*/ 48 w 58"/>
                  <a:gd name="T9" fmla="*/ 38 h 39"/>
                  <a:gd name="T10" fmla="*/ 51 w 58"/>
                  <a:gd name="T11" fmla="*/ 39 h 39"/>
                  <a:gd name="T12" fmla="*/ 56 w 58"/>
                  <a:gd name="T13" fmla="*/ 36 h 39"/>
                  <a:gd name="T14" fmla="*/ 54 w 58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54" y="28"/>
                    </a:moveTo>
                    <a:cubicBezTo>
                      <a:pt x="9" y="2"/>
                      <a:pt x="9" y="2"/>
                      <a:pt x="9" y="2"/>
                    </a:cubicBezTo>
                    <a:cubicBezTo>
                      <a:pt x="6" y="0"/>
                      <a:pt x="3" y="1"/>
                      <a:pt x="1" y="4"/>
                    </a:cubicBezTo>
                    <a:cubicBezTo>
                      <a:pt x="0" y="7"/>
                      <a:pt x="0" y="10"/>
                      <a:pt x="3" y="12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9" y="39"/>
                      <a:pt x="50" y="39"/>
                      <a:pt x="51" y="39"/>
                    </a:cubicBezTo>
                    <a:cubicBezTo>
                      <a:pt x="53" y="39"/>
                      <a:pt x="55" y="38"/>
                      <a:pt x="56" y="36"/>
                    </a:cubicBezTo>
                    <a:cubicBezTo>
                      <a:pt x="58" y="33"/>
                      <a:pt x="57" y="30"/>
                      <a:pt x="5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Freeform: Shape 18"/>
              <p:cNvSpPr/>
              <p:nvPr/>
            </p:nvSpPr>
            <p:spPr bwMode="auto">
              <a:xfrm>
                <a:off x="3576935" y="2629144"/>
                <a:ext cx="252568" cy="162426"/>
              </a:xfrm>
              <a:custGeom>
                <a:avLst/>
                <a:gdLst>
                  <a:gd name="T0" fmla="*/ 49 w 59"/>
                  <a:gd name="T1" fmla="*/ 1 h 38"/>
                  <a:gd name="T2" fmla="*/ 4 w 59"/>
                  <a:gd name="T3" fmla="*/ 27 h 38"/>
                  <a:gd name="T4" fmla="*/ 2 w 59"/>
                  <a:gd name="T5" fmla="*/ 35 h 38"/>
                  <a:gd name="T6" fmla="*/ 7 w 59"/>
                  <a:gd name="T7" fmla="*/ 38 h 38"/>
                  <a:gd name="T8" fmla="*/ 10 w 59"/>
                  <a:gd name="T9" fmla="*/ 37 h 38"/>
                  <a:gd name="T10" fmla="*/ 55 w 59"/>
                  <a:gd name="T11" fmla="*/ 11 h 38"/>
                  <a:gd name="T12" fmla="*/ 57 w 59"/>
                  <a:gd name="T13" fmla="*/ 3 h 38"/>
                  <a:gd name="T14" fmla="*/ 49 w 59"/>
                  <a:gd name="T15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8">
                    <a:moveTo>
                      <a:pt x="49" y="1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1" y="29"/>
                      <a:pt x="0" y="33"/>
                      <a:pt x="2" y="35"/>
                    </a:cubicBezTo>
                    <a:cubicBezTo>
                      <a:pt x="3" y="37"/>
                      <a:pt x="5" y="38"/>
                      <a:pt x="7" y="38"/>
                    </a:cubicBezTo>
                    <a:cubicBezTo>
                      <a:pt x="8" y="38"/>
                      <a:pt x="9" y="38"/>
                      <a:pt x="10" y="3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8" y="9"/>
                      <a:pt x="59" y="6"/>
                      <a:pt x="57" y="3"/>
                    </a:cubicBezTo>
                    <a:cubicBezTo>
                      <a:pt x="56" y="0"/>
                      <a:pt x="52" y="0"/>
                      <a:pt x="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Freeform: Shape 19"/>
              <p:cNvSpPr/>
              <p:nvPr/>
            </p:nvSpPr>
            <p:spPr bwMode="auto">
              <a:xfrm>
                <a:off x="3953661" y="1330588"/>
                <a:ext cx="171780" cy="244064"/>
              </a:xfrm>
              <a:custGeom>
                <a:avLst/>
                <a:gdLst>
                  <a:gd name="T0" fmla="*/ 28 w 40"/>
                  <a:gd name="T1" fmla="*/ 55 h 57"/>
                  <a:gd name="T2" fmla="*/ 33 w 40"/>
                  <a:gd name="T3" fmla="*/ 57 h 57"/>
                  <a:gd name="T4" fmla="*/ 36 w 40"/>
                  <a:gd name="T5" fmla="*/ 57 h 57"/>
                  <a:gd name="T6" fmla="*/ 38 w 40"/>
                  <a:gd name="T7" fmla="*/ 49 h 57"/>
                  <a:gd name="T8" fmla="*/ 12 w 40"/>
                  <a:gd name="T9" fmla="*/ 3 h 57"/>
                  <a:gd name="T10" fmla="*/ 4 w 40"/>
                  <a:gd name="T11" fmla="*/ 1 h 57"/>
                  <a:gd name="T12" fmla="*/ 2 w 40"/>
                  <a:gd name="T13" fmla="*/ 9 h 57"/>
                  <a:gd name="T14" fmla="*/ 28 w 40"/>
                  <a:gd name="T15" fmla="*/ 5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57">
                    <a:moveTo>
                      <a:pt x="28" y="55"/>
                    </a:moveTo>
                    <a:cubicBezTo>
                      <a:pt x="29" y="56"/>
                      <a:pt x="31" y="57"/>
                      <a:pt x="33" y="57"/>
                    </a:cubicBezTo>
                    <a:cubicBezTo>
                      <a:pt x="34" y="57"/>
                      <a:pt x="35" y="57"/>
                      <a:pt x="36" y="57"/>
                    </a:cubicBezTo>
                    <a:cubicBezTo>
                      <a:pt x="39" y="55"/>
                      <a:pt x="40" y="52"/>
                      <a:pt x="38" y="49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0" y="1"/>
                      <a:pt x="7" y="0"/>
                      <a:pt x="4" y="1"/>
                    </a:cubicBezTo>
                    <a:cubicBezTo>
                      <a:pt x="1" y="3"/>
                      <a:pt x="0" y="6"/>
                      <a:pt x="2" y="9"/>
                    </a:cubicBezTo>
                    <a:lnTo>
                      <a:pt x="28" y="5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Freeform: Shape 20"/>
              <p:cNvSpPr/>
              <p:nvPr/>
            </p:nvSpPr>
            <p:spPr bwMode="auto">
              <a:xfrm>
                <a:off x="4537033" y="1210682"/>
                <a:ext cx="47622" cy="274678"/>
              </a:xfrm>
              <a:custGeom>
                <a:avLst/>
                <a:gdLst>
                  <a:gd name="T0" fmla="*/ 5 w 11"/>
                  <a:gd name="T1" fmla="*/ 64 h 64"/>
                  <a:gd name="T2" fmla="*/ 11 w 11"/>
                  <a:gd name="T3" fmla="*/ 58 h 64"/>
                  <a:gd name="T4" fmla="*/ 11 w 11"/>
                  <a:gd name="T5" fmla="*/ 6 h 64"/>
                  <a:gd name="T6" fmla="*/ 5 w 11"/>
                  <a:gd name="T7" fmla="*/ 0 h 64"/>
                  <a:gd name="T8" fmla="*/ 0 w 11"/>
                  <a:gd name="T9" fmla="*/ 6 h 64"/>
                  <a:gd name="T10" fmla="*/ 0 w 11"/>
                  <a:gd name="T11" fmla="*/ 58 h 64"/>
                  <a:gd name="T12" fmla="*/ 5 w 11"/>
                  <a:gd name="T1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64">
                    <a:moveTo>
                      <a:pt x="5" y="64"/>
                    </a:moveTo>
                    <a:cubicBezTo>
                      <a:pt x="8" y="64"/>
                      <a:pt x="11" y="61"/>
                      <a:pt x="11" y="58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1"/>
                      <a:pt x="2" y="64"/>
                      <a:pt x="5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Freeform: Shape 21"/>
              <p:cNvSpPr/>
              <p:nvPr/>
            </p:nvSpPr>
            <p:spPr bwMode="auto">
              <a:xfrm>
                <a:off x="3525061" y="2255820"/>
                <a:ext cx="274678" cy="47622"/>
              </a:xfrm>
              <a:custGeom>
                <a:avLst/>
                <a:gdLst>
                  <a:gd name="T0" fmla="*/ 64 w 64"/>
                  <a:gd name="T1" fmla="*/ 5 h 11"/>
                  <a:gd name="T2" fmla="*/ 58 w 64"/>
                  <a:gd name="T3" fmla="*/ 0 h 11"/>
                  <a:gd name="T4" fmla="*/ 6 w 64"/>
                  <a:gd name="T5" fmla="*/ 0 h 11"/>
                  <a:gd name="T6" fmla="*/ 0 w 64"/>
                  <a:gd name="T7" fmla="*/ 5 h 11"/>
                  <a:gd name="T8" fmla="*/ 6 w 64"/>
                  <a:gd name="T9" fmla="*/ 11 h 11"/>
                  <a:gd name="T10" fmla="*/ 58 w 64"/>
                  <a:gd name="T11" fmla="*/ 11 h 11"/>
                  <a:gd name="T12" fmla="*/ 64 w 64"/>
                  <a:gd name="T13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64" y="5"/>
                    </a:moveTo>
                    <a:cubicBezTo>
                      <a:pt x="64" y="2"/>
                      <a:pt x="61" y="0"/>
                      <a:pt x="5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"/>
                      <a:pt x="2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4" y="9"/>
                      <a:pt x="64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4" name="Freeform: Shape 22"/>
            <p:cNvSpPr/>
            <p:nvPr/>
          </p:nvSpPr>
          <p:spPr bwMode="auto">
            <a:xfrm>
              <a:off x="5353024" y="3209502"/>
              <a:ext cx="314208" cy="744655"/>
            </a:xfrm>
            <a:custGeom>
              <a:avLst/>
              <a:gdLst>
                <a:gd name="T0" fmla="*/ 54 w 58"/>
                <a:gd name="T1" fmla="*/ 14 h 108"/>
                <a:gd name="T2" fmla="*/ 50 w 58"/>
                <a:gd name="T3" fmla="*/ 96 h 108"/>
                <a:gd name="T4" fmla="*/ 48 w 58"/>
                <a:gd name="T5" fmla="*/ 107 h 108"/>
                <a:gd name="T6" fmla="*/ 44 w 58"/>
                <a:gd name="T7" fmla="*/ 108 h 108"/>
                <a:gd name="T8" fmla="*/ 38 w 58"/>
                <a:gd name="T9" fmla="*/ 104 h 108"/>
                <a:gd name="T10" fmla="*/ 45 w 58"/>
                <a:gd name="T11" fmla="*/ 3 h 108"/>
                <a:gd name="T12" fmla="*/ 55 w 58"/>
                <a:gd name="T13" fmla="*/ 4 h 108"/>
                <a:gd name="T14" fmla="*/ 54 w 58"/>
                <a:gd name="T15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08">
                  <a:moveTo>
                    <a:pt x="54" y="14"/>
                  </a:moveTo>
                  <a:cubicBezTo>
                    <a:pt x="48" y="19"/>
                    <a:pt x="19" y="47"/>
                    <a:pt x="50" y="96"/>
                  </a:cubicBezTo>
                  <a:cubicBezTo>
                    <a:pt x="53" y="100"/>
                    <a:pt x="51" y="104"/>
                    <a:pt x="48" y="107"/>
                  </a:cubicBezTo>
                  <a:cubicBezTo>
                    <a:pt x="47" y="107"/>
                    <a:pt x="45" y="108"/>
                    <a:pt x="44" y="108"/>
                  </a:cubicBezTo>
                  <a:cubicBezTo>
                    <a:pt x="42" y="108"/>
                    <a:pt x="39" y="106"/>
                    <a:pt x="38" y="104"/>
                  </a:cubicBezTo>
                  <a:cubicBezTo>
                    <a:pt x="0" y="45"/>
                    <a:pt x="37" y="9"/>
                    <a:pt x="45" y="3"/>
                  </a:cubicBezTo>
                  <a:cubicBezTo>
                    <a:pt x="48" y="0"/>
                    <a:pt x="53" y="1"/>
                    <a:pt x="55" y="4"/>
                  </a:cubicBezTo>
                  <a:cubicBezTo>
                    <a:pt x="58" y="7"/>
                    <a:pt x="58" y="12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4" name="Oval 26"/>
          <p:cNvSpPr>
            <a:spLocks noChangeAspect="1"/>
          </p:cNvSpPr>
          <p:nvPr/>
        </p:nvSpPr>
        <p:spPr>
          <a:xfrm>
            <a:off x="7231482" y="1855480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5" name="Freeform: Shape 25"/>
          <p:cNvSpPr/>
          <p:nvPr/>
        </p:nvSpPr>
        <p:spPr bwMode="auto">
          <a:xfrm>
            <a:off x="7421683" y="2071868"/>
            <a:ext cx="305220" cy="247426"/>
          </a:xfrm>
          <a:custGeom>
            <a:avLst/>
            <a:gdLst>
              <a:gd name="T0" fmla="*/ 68 w 186"/>
              <a:gd name="T1" fmla="*/ 84 h 151"/>
              <a:gd name="T2" fmla="*/ 118 w 186"/>
              <a:gd name="T3" fmla="*/ 84 h 151"/>
              <a:gd name="T4" fmla="*/ 93 w 186"/>
              <a:gd name="T5" fmla="*/ 101 h 151"/>
              <a:gd name="T6" fmla="*/ 93 w 186"/>
              <a:gd name="T7" fmla="*/ 67 h 151"/>
              <a:gd name="T8" fmla="*/ 93 w 186"/>
              <a:gd name="T9" fmla="*/ 101 h 151"/>
              <a:gd name="T10" fmla="*/ 114 w 186"/>
              <a:gd name="T11" fmla="*/ 25 h 151"/>
              <a:gd name="T12" fmla="*/ 114 w 186"/>
              <a:gd name="T13" fmla="*/ 16 h 151"/>
              <a:gd name="T14" fmla="*/ 68 w 186"/>
              <a:gd name="T15" fmla="*/ 21 h 151"/>
              <a:gd name="T16" fmla="*/ 156 w 186"/>
              <a:gd name="T17" fmla="*/ 33 h 151"/>
              <a:gd name="T18" fmla="*/ 156 w 186"/>
              <a:gd name="T19" fmla="*/ 59 h 151"/>
              <a:gd name="T20" fmla="*/ 156 w 186"/>
              <a:gd name="T21" fmla="*/ 33 h 151"/>
              <a:gd name="T22" fmla="*/ 152 w 186"/>
              <a:gd name="T23" fmla="*/ 46 h 151"/>
              <a:gd name="T24" fmla="*/ 160 w 186"/>
              <a:gd name="T25" fmla="*/ 46 h 151"/>
              <a:gd name="T26" fmla="*/ 169 w 186"/>
              <a:gd name="T27" fmla="*/ 16 h 151"/>
              <a:gd name="T28" fmla="*/ 122 w 186"/>
              <a:gd name="T29" fmla="*/ 0 h 151"/>
              <a:gd name="T30" fmla="*/ 63 w 186"/>
              <a:gd name="T31" fmla="*/ 0 h 151"/>
              <a:gd name="T32" fmla="*/ 17 w 186"/>
              <a:gd name="T33" fmla="*/ 16 h 151"/>
              <a:gd name="T34" fmla="*/ 0 w 186"/>
              <a:gd name="T35" fmla="*/ 135 h 151"/>
              <a:gd name="T36" fmla="*/ 169 w 186"/>
              <a:gd name="T37" fmla="*/ 151 h 151"/>
              <a:gd name="T38" fmla="*/ 186 w 186"/>
              <a:gd name="T39" fmla="*/ 33 h 151"/>
              <a:gd name="T40" fmla="*/ 177 w 186"/>
              <a:gd name="T41" fmla="*/ 101 h 151"/>
              <a:gd name="T42" fmla="*/ 137 w 186"/>
              <a:gd name="T43" fmla="*/ 109 h 151"/>
              <a:gd name="T44" fmla="*/ 177 w 186"/>
              <a:gd name="T45" fmla="*/ 135 h 151"/>
              <a:gd name="T46" fmla="*/ 17 w 186"/>
              <a:gd name="T47" fmla="*/ 143 h 151"/>
              <a:gd name="T48" fmla="*/ 9 w 186"/>
              <a:gd name="T49" fmla="*/ 109 h 151"/>
              <a:gd name="T50" fmla="*/ 45 w 186"/>
              <a:gd name="T51" fmla="*/ 101 h 151"/>
              <a:gd name="T52" fmla="*/ 9 w 186"/>
              <a:gd name="T53" fmla="*/ 33 h 151"/>
              <a:gd name="T54" fmla="*/ 34 w 186"/>
              <a:gd name="T55" fmla="*/ 25 h 151"/>
              <a:gd name="T56" fmla="*/ 93 w 186"/>
              <a:gd name="T57" fmla="*/ 8 h 151"/>
              <a:gd name="T58" fmla="*/ 152 w 186"/>
              <a:gd name="T59" fmla="*/ 25 h 151"/>
              <a:gd name="T60" fmla="*/ 177 w 186"/>
              <a:gd name="T61" fmla="*/ 33 h 151"/>
              <a:gd name="T62" fmla="*/ 156 w 186"/>
              <a:gd name="T63" fmla="*/ 67 h 151"/>
              <a:gd name="T64" fmla="*/ 156 w 186"/>
              <a:gd name="T65" fmla="*/ 75 h 151"/>
              <a:gd name="T66" fmla="*/ 156 w 186"/>
              <a:gd name="T67" fmla="*/ 67 h 151"/>
              <a:gd name="T68" fmla="*/ 51 w 186"/>
              <a:gd name="T69" fmla="*/ 84 h 151"/>
              <a:gd name="T70" fmla="*/ 135 w 186"/>
              <a:gd name="T71" fmla="*/ 84 h 151"/>
              <a:gd name="T72" fmla="*/ 93 w 186"/>
              <a:gd name="T73" fmla="*/ 118 h 151"/>
              <a:gd name="T74" fmla="*/ 93 w 186"/>
              <a:gd name="T75" fmla="*/ 50 h 151"/>
              <a:gd name="T76" fmla="*/ 93 w 186"/>
              <a:gd name="T77" fmla="*/ 118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6" h="151">
                <a:moveTo>
                  <a:pt x="93" y="59"/>
                </a:moveTo>
                <a:cubicBezTo>
                  <a:pt x="79" y="59"/>
                  <a:pt x="68" y="70"/>
                  <a:pt x="68" y="84"/>
                </a:cubicBezTo>
                <a:cubicBezTo>
                  <a:pt x="68" y="98"/>
                  <a:pt x="79" y="109"/>
                  <a:pt x="93" y="109"/>
                </a:cubicBezTo>
                <a:cubicBezTo>
                  <a:pt x="107" y="109"/>
                  <a:pt x="118" y="98"/>
                  <a:pt x="118" y="84"/>
                </a:cubicBezTo>
                <a:cubicBezTo>
                  <a:pt x="118" y="70"/>
                  <a:pt x="107" y="59"/>
                  <a:pt x="93" y="59"/>
                </a:cubicBezTo>
                <a:close/>
                <a:moveTo>
                  <a:pt x="93" y="101"/>
                </a:moveTo>
                <a:cubicBezTo>
                  <a:pt x="84" y="101"/>
                  <a:pt x="76" y="93"/>
                  <a:pt x="76" y="84"/>
                </a:cubicBezTo>
                <a:cubicBezTo>
                  <a:pt x="76" y="75"/>
                  <a:pt x="84" y="67"/>
                  <a:pt x="93" y="67"/>
                </a:cubicBezTo>
                <a:cubicBezTo>
                  <a:pt x="102" y="67"/>
                  <a:pt x="110" y="75"/>
                  <a:pt x="110" y="84"/>
                </a:cubicBezTo>
                <a:cubicBezTo>
                  <a:pt x="110" y="93"/>
                  <a:pt x="102" y="101"/>
                  <a:pt x="93" y="101"/>
                </a:cubicBezTo>
                <a:close/>
                <a:moveTo>
                  <a:pt x="72" y="25"/>
                </a:moveTo>
                <a:cubicBezTo>
                  <a:pt x="114" y="25"/>
                  <a:pt x="114" y="25"/>
                  <a:pt x="114" y="25"/>
                </a:cubicBezTo>
                <a:cubicBezTo>
                  <a:pt x="116" y="25"/>
                  <a:pt x="118" y="23"/>
                  <a:pt x="118" y="21"/>
                </a:cubicBezTo>
                <a:cubicBezTo>
                  <a:pt x="118" y="18"/>
                  <a:pt x="116" y="16"/>
                  <a:pt x="114" y="16"/>
                </a:cubicBezTo>
                <a:cubicBezTo>
                  <a:pt x="72" y="16"/>
                  <a:pt x="72" y="16"/>
                  <a:pt x="72" y="16"/>
                </a:cubicBezTo>
                <a:cubicBezTo>
                  <a:pt x="70" y="16"/>
                  <a:pt x="68" y="18"/>
                  <a:pt x="68" y="21"/>
                </a:cubicBezTo>
                <a:cubicBezTo>
                  <a:pt x="68" y="23"/>
                  <a:pt x="70" y="25"/>
                  <a:pt x="72" y="25"/>
                </a:cubicBezTo>
                <a:close/>
                <a:moveTo>
                  <a:pt x="156" y="33"/>
                </a:moveTo>
                <a:cubicBezTo>
                  <a:pt x="149" y="33"/>
                  <a:pt x="144" y="39"/>
                  <a:pt x="144" y="46"/>
                </a:cubicBezTo>
                <a:cubicBezTo>
                  <a:pt x="144" y="53"/>
                  <a:pt x="149" y="59"/>
                  <a:pt x="156" y="59"/>
                </a:cubicBezTo>
                <a:cubicBezTo>
                  <a:pt x="163" y="59"/>
                  <a:pt x="169" y="53"/>
                  <a:pt x="169" y="46"/>
                </a:cubicBezTo>
                <a:cubicBezTo>
                  <a:pt x="169" y="39"/>
                  <a:pt x="163" y="33"/>
                  <a:pt x="156" y="33"/>
                </a:cubicBezTo>
                <a:close/>
                <a:moveTo>
                  <a:pt x="156" y="50"/>
                </a:moveTo>
                <a:cubicBezTo>
                  <a:pt x="154" y="50"/>
                  <a:pt x="152" y="48"/>
                  <a:pt x="152" y="46"/>
                </a:cubicBezTo>
                <a:cubicBezTo>
                  <a:pt x="152" y="44"/>
                  <a:pt x="154" y="42"/>
                  <a:pt x="156" y="42"/>
                </a:cubicBezTo>
                <a:cubicBezTo>
                  <a:pt x="159" y="42"/>
                  <a:pt x="160" y="44"/>
                  <a:pt x="160" y="46"/>
                </a:cubicBezTo>
                <a:cubicBezTo>
                  <a:pt x="160" y="48"/>
                  <a:pt x="159" y="50"/>
                  <a:pt x="156" y="50"/>
                </a:cubicBezTo>
                <a:close/>
                <a:moveTo>
                  <a:pt x="169" y="16"/>
                </a:moveTo>
                <a:cubicBezTo>
                  <a:pt x="152" y="16"/>
                  <a:pt x="152" y="16"/>
                  <a:pt x="152" y="16"/>
                </a:cubicBezTo>
                <a:cubicBezTo>
                  <a:pt x="139" y="16"/>
                  <a:pt x="139" y="0"/>
                  <a:pt x="122" y="0"/>
                </a:cubicBezTo>
                <a:cubicBezTo>
                  <a:pt x="106" y="0"/>
                  <a:pt x="93" y="0"/>
                  <a:pt x="93" y="0"/>
                </a:cubicBezTo>
                <a:cubicBezTo>
                  <a:pt x="93" y="0"/>
                  <a:pt x="80" y="0"/>
                  <a:pt x="63" y="0"/>
                </a:cubicBezTo>
                <a:cubicBezTo>
                  <a:pt x="47" y="0"/>
                  <a:pt x="47" y="16"/>
                  <a:pt x="34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8" y="16"/>
                  <a:pt x="0" y="24"/>
                  <a:pt x="0" y="33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4"/>
                  <a:pt x="8" y="151"/>
                  <a:pt x="17" y="15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78" y="151"/>
                  <a:pt x="186" y="144"/>
                  <a:pt x="186" y="135"/>
                </a:cubicBezTo>
                <a:cubicBezTo>
                  <a:pt x="186" y="33"/>
                  <a:pt x="186" y="33"/>
                  <a:pt x="186" y="33"/>
                </a:cubicBezTo>
                <a:cubicBezTo>
                  <a:pt x="186" y="24"/>
                  <a:pt x="178" y="16"/>
                  <a:pt x="169" y="16"/>
                </a:cubicBezTo>
                <a:close/>
                <a:moveTo>
                  <a:pt x="177" y="101"/>
                </a:moveTo>
                <a:cubicBezTo>
                  <a:pt x="141" y="101"/>
                  <a:pt x="141" y="101"/>
                  <a:pt x="141" y="101"/>
                </a:cubicBezTo>
                <a:cubicBezTo>
                  <a:pt x="140" y="104"/>
                  <a:pt x="138" y="107"/>
                  <a:pt x="137" y="109"/>
                </a:cubicBezTo>
                <a:cubicBezTo>
                  <a:pt x="177" y="109"/>
                  <a:pt x="177" y="109"/>
                  <a:pt x="177" y="109"/>
                </a:cubicBezTo>
                <a:cubicBezTo>
                  <a:pt x="177" y="135"/>
                  <a:pt x="177" y="135"/>
                  <a:pt x="177" y="135"/>
                </a:cubicBezTo>
                <a:cubicBezTo>
                  <a:pt x="177" y="139"/>
                  <a:pt x="174" y="143"/>
                  <a:pt x="169" y="143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2" y="143"/>
                  <a:pt x="9" y="139"/>
                  <a:pt x="9" y="135"/>
                </a:cubicBezTo>
                <a:cubicBezTo>
                  <a:pt x="9" y="109"/>
                  <a:pt x="9" y="109"/>
                  <a:pt x="9" y="109"/>
                </a:cubicBezTo>
                <a:cubicBezTo>
                  <a:pt x="49" y="109"/>
                  <a:pt x="49" y="109"/>
                  <a:pt x="49" y="109"/>
                </a:cubicBezTo>
                <a:cubicBezTo>
                  <a:pt x="48" y="107"/>
                  <a:pt x="46" y="104"/>
                  <a:pt x="45" y="101"/>
                </a:cubicBezTo>
                <a:cubicBezTo>
                  <a:pt x="9" y="101"/>
                  <a:pt x="9" y="101"/>
                  <a:pt x="9" y="101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29"/>
                  <a:pt x="12" y="25"/>
                  <a:pt x="17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51" y="25"/>
                  <a:pt x="51" y="8"/>
                  <a:pt x="63" y="8"/>
                </a:cubicBezTo>
                <a:cubicBezTo>
                  <a:pt x="72" y="8"/>
                  <a:pt x="93" y="8"/>
                  <a:pt x="93" y="8"/>
                </a:cubicBezTo>
                <a:cubicBezTo>
                  <a:pt x="93" y="8"/>
                  <a:pt x="114" y="8"/>
                  <a:pt x="122" y="8"/>
                </a:cubicBezTo>
                <a:cubicBezTo>
                  <a:pt x="135" y="8"/>
                  <a:pt x="135" y="25"/>
                  <a:pt x="152" y="25"/>
                </a:cubicBezTo>
                <a:cubicBezTo>
                  <a:pt x="169" y="25"/>
                  <a:pt x="169" y="25"/>
                  <a:pt x="169" y="25"/>
                </a:cubicBezTo>
                <a:cubicBezTo>
                  <a:pt x="174" y="25"/>
                  <a:pt x="177" y="29"/>
                  <a:pt x="177" y="33"/>
                </a:cubicBezTo>
                <a:lnTo>
                  <a:pt x="177" y="101"/>
                </a:lnTo>
                <a:close/>
                <a:moveTo>
                  <a:pt x="156" y="67"/>
                </a:moveTo>
                <a:cubicBezTo>
                  <a:pt x="154" y="67"/>
                  <a:pt x="152" y="69"/>
                  <a:pt x="152" y="71"/>
                </a:cubicBezTo>
                <a:cubicBezTo>
                  <a:pt x="152" y="74"/>
                  <a:pt x="154" y="75"/>
                  <a:pt x="156" y="75"/>
                </a:cubicBezTo>
                <a:cubicBezTo>
                  <a:pt x="159" y="75"/>
                  <a:pt x="160" y="74"/>
                  <a:pt x="160" y="71"/>
                </a:cubicBezTo>
                <a:cubicBezTo>
                  <a:pt x="160" y="69"/>
                  <a:pt x="159" y="67"/>
                  <a:pt x="156" y="67"/>
                </a:cubicBezTo>
                <a:close/>
                <a:moveTo>
                  <a:pt x="93" y="42"/>
                </a:moveTo>
                <a:cubicBezTo>
                  <a:pt x="70" y="42"/>
                  <a:pt x="51" y="61"/>
                  <a:pt x="51" y="84"/>
                </a:cubicBezTo>
                <a:cubicBezTo>
                  <a:pt x="51" y="107"/>
                  <a:pt x="70" y="126"/>
                  <a:pt x="93" y="126"/>
                </a:cubicBezTo>
                <a:cubicBezTo>
                  <a:pt x="116" y="126"/>
                  <a:pt x="135" y="107"/>
                  <a:pt x="135" y="84"/>
                </a:cubicBezTo>
                <a:cubicBezTo>
                  <a:pt x="135" y="61"/>
                  <a:pt x="116" y="42"/>
                  <a:pt x="93" y="42"/>
                </a:cubicBezTo>
                <a:close/>
                <a:moveTo>
                  <a:pt x="93" y="118"/>
                </a:moveTo>
                <a:cubicBezTo>
                  <a:pt x="74" y="118"/>
                  <a:pt x="59" y="103"/>
                  <a:pt x="59" y="84"/>
                </a:cubicBezTo>
                <a:cubicBezTo>
                  <a:pt x="59" y="65"/>
                  <a:pt x="74" y="50"/>
                  <a:pt x="93" y="50"/>
                </a:cubicBezTo>
                <a:cubicBezTo>
                  <a:pt x="112" y="50"/>
                  <a:pt x="127" y="65"/>
                  <a:pt x="127" y="84"/>
                </a:cubicBezTo>
                <a:cubicBezTo>
                  <a:pt x="127" y="103"/>
                  <a:pt x="112" y="118"/>
                  <a:pt x="93" y="1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Oval 28"/>
          <p:cNvSpPr>
            <a:spLocks noChangeAspect="1"/>
          </p:cNvSpPr>
          <p:nvPr/>
        </p:nvSpPr>
        <p:spPr>
          <a:xfrm>
            <a:off x="7809531" y="3212875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Freeform: Shape 27"/>
          <p:cNvSpPr/>
          <p:nvPr/>
        </p:nvSpPr>
        <p:spPr bwMode="auto">
          <a:xfrm>
            <a:off x="7999732" y="3456354"/>
            <a:ext cx="306123" cy="193246"/>
          </a:xfrm>
          <a:custGeom>
            <a:avLst/>
            <a:gdLst>
              <a:gd name="T0" fmla="*/ 118 w 186"/>
              <a:gd name="T1" fmla="*/ 21 h 118"/>
              <a:gd name="T2" fmla="*/ 127 w 186"/>
              <a:gd name="T3" fmla="*/ 21 h 118"/>
              <a:gd name="T4" fmla="*/ 182 w 186"/>
              <a:gd name="T5" fmla="*/ 17 h 118"/>
              <a:gd name="T6" fmla="*/ 180 w 186"/>
              <a:gd name="T7" fmla="*/ 17 h 118"/>
              <a:gd name="T8" fmla="*/ 144 w 186"/>
              <a:gd name="T9" fmla="*/ 17 h 118"/>
              <a:gd name="T10" fmla="*/ 17 w 186"/>
              <a:gd name="T11" fmla="*/ 0 h 118"/>
              <a:gd name="T12" fmla="*/ 0 w 186"/>
              <a:gd name="T13" fmla="*/ 101 h 118"/>
              <a:gd name="T14" fmla="*/ 127 w 186"/>
              <a:gd name="T15" fmla="*/ 118 h 118"/>
              <a:gd name="T16" fmla="*/ 144 w 186"/>
              <a:gd name="T17" fmla="*/ 83 h 118"/>
              <a:gd name="T18" fmla="*/ 180 w 186"/>
              <a:gd name="T19" fmla="*/ 101 h 118"/>
              <a:gd name="T20" fmla="*/ 186 w 186"/>
              <a:gd name="T21" fmla="*/ 97 h 118"/>
              <a:gd name="T22" fmla="*/ 182 w 186"/>
              <a:gd name="T23" fmla="*/ 17 h 118"/>
              <a:gd name="T24" fmla="*/ 127 w 186"/>
              <a:gd name="T25" fmla="*/ 110 h 118"/>
              <a:gd name="T26" fmla="*/ 9 w 186"/>
              <a:gd name="T27" fmla="*/ 101 h 118"/>
              <a:gd name="T28" fmla="*/ 135 w 186"/>
              <a:gd name="T29" fmla="*/ 42 h 118"/>
              <a:gd name="T30" fmla="*/ 135 w 186"/>
              <a:gd name="T31" fmla="*/ 34 h 118"/>
              <a:gd name="T32" fmla="*/ 9 w 186"/>
              <a:gd name="T33" fmla="*/ 17 h 118"/>
              <a:gd name="T34" fmla="*/ 127 w 186"/>
              <a:gd name="T35" fmla="*/ 8 h 118"/>
              <a:gd name="T36" fmla="*/ 135 w 186"/>
              <a:gd name="T37" fmla="*/ 34 h 118"/>
              <a:gd name="T38" fmla="*/ 144 w 186"/>
              <a:gd name="T39" fmla="*/ 73 h 118"/>
              <a:gd name="T40" fmla="*/ 161 w 186"/>
              <a:gd name="T41" fmla="*/ 36 h 118"/>
              <a:gd name="T42" fmla="*/ 177 w 186"/>
              <a:gd name="T43" fmla="*/ 90 h 118"/>
              <a:gd name="T44" fmla="*/ 169 w 186"/>
              <a:gd name="T45" fmla="*/ 32 h 118"/>
              <a:gd name="T46" fmla="*/ 177 w 186"/>
              <a:gd name="T47" fmla="*/ 90 h 118"/>
              <a:gd name="T48" fmla="*/ 97 w 186"/>
              <a:gd name="T49" fmla="*/ 93 h 118"/>
              <a:gd name="T50" fmla="*/ 97 w 186"/>
              <a:gd name="T51" fmla="*/ 51 h 118"/>
              <a:gd name="T52" fmla="*/ 81 w 186"/>
              <a:gd name="T53" fmla="*/ 84 h 118"/>
              <a:gd name="T54" fmla="*/ 68 w 186"/>
              <a:gd name="T55" fmla="*/ 72 h 118"/>
              <a:gd name="T56" fmla="*/ 26 w 186"/>
              <a:gd name="T57" fmla="*/ 72 h 118"/>
              <a:gd name="T58" fmla="*/ 97 w 186"/>
              <a:gd name="T59" fmla="*/ 59 h 118"/>
              <a:gd name="T60" fmla="*/ 97 w 186"/>
              <a:gd name="T61" fmla="*/ 84 h 118"/>
              <a:gd name="T62" fmla="*/ 97 w 186"/>
              <a:gd name="T63" fmla="*/ 59 h 118"/>
              <a:gd name="T64" fmla="*/ 59 w 186"/>
              <a:gd name="T65" fmla="*/ 72 h 118"/>
              <a:gd name="T66" fmla="*/ 34 w 186"/>
              <a:gd name="T67" fmla="*/ 72 h 118"/>
              <a:gd name="T68" fmla="*/ 106 w 186"/>
              <a:gd name="T69" fmla="*/ 17 h 118"/>
              <a:gd name="T70" fmla="*/ 106 w 186"/>
              <a:gd name="T71" fmla="*/ 25 h 118"/>
              <a:gd name="T72" fmla="*/ 106 w 186"/>
              <a:gd name="T73" fmla="*/ 17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6" h="118">
                <a:moveTo>
                  <a:pt x="123" y="17"/>
                </a:moveTo>
                <a:cubicBezTo>
                  <a:pt x="120" y="17"/>
                  <a:pt x="118" y="19"/>
                  <a:pt x="118" y="21"/>
                </a:cubicBezTo>
                <a:cubicBezTo>
                  <a:pt x="118" y="23"/>
                  <a:pt x="120" y="25"/>
                  <a:pt x="123" y="25"/>
                </a:cubicBezTo>
                <a:cubicBezTo>
                  <a:pt x="125" y="25"/>
                  <a:pt x="127" y="23"/>
                  <a:pt x="127" y="21"/>
                </a:cubicBezTo>
                <a:cubicBezTo>
                  <a:pt x="127" y="19"/>
                  <a:pt x="125" y="17"/>
                  <a:pt x="123" y="17"/>
                </a:cubicBezTo>
                <a:close/>
                <a:moveTo>
                  <a:pt x="182" y="17"/>
                </a:moveTo>
                <a:cubicBezTo>
                  <a:pt x="181" y="17"/>
                  <a:pt x="180" y="17"/>
                  <a:pt x="180" y="17"/>
                </a:cubicBezTo>
                <a:cubicBezTo>
                  <a:pt x="180" y="17"/>
                  <a:pt x="180" y="17"/>
                  <a:pt x="180" y="17"/>
                </a:cubicBezTo>
                <a:cubicBezTo>
                  <a:pt x="144" y="35"/>
                  <a:pt x="144" y="35"/>
                  <a:pt x="144" y="35"/>
                </a:cubicBezTo>
                <a:cubicBezTo>
                  <a:pt x="144" y="17"/>
                  <a:pt x="144" y="17"/>
                  <a:pt x="144" y="17"/>
                </a:cubicBezTo>
                <a:cubicBezTo>
                  <a:pt x="144" y="8"/>
                  <a:pt x="136" y="0"/>
                  <a:pt x="12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111"/>
                  <a:pt x="8" y="118"/>
                  <a:pt x="17" y="118"/>
                </a:cubicBezTo>
                <a:cubicBezTo>
                  <a:pt x="127" y="118"/>
                  <a:pt x="127" y="118"/>
                  <a:pt x="127" y="118"/>
                </a:cubicBezTo>
                <a:cubicBezTo>
                  <a:pt x="136" y="118"/>
                  <a:pt x="144" y="111"/>
                  <a:pt x="144" y="101"/>
                </a:cubicBezTo>
                <a:cubicBezTo>
                  <a:pt x="144" y="83"/>
                  <a:pt x="144" y="83"/>
                  <a:pt x="144" y="83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1" y="101"/>
                  <a:pt x="182" y="101"/>
                </a:cubicBezTo>
                <a:cubicBezTo>
                  <a:pt x="184" y="101"/>
                  <a:pt x="186" y="99"/>
                  <a:pt x="186" y="97"/>
                </a:cubicBezTo>
                <a:cubicBezTo>
                  <a:pt x="186" y="21"/>
                  <a:pt x="186" y="21"/>
                  <a:pt x="186" y="21"/>
                </a:cubicBezTo>
                <a:cubicBezTo>
                  <a:pt x="186" y="19"/>
                  <a:pt x="184" y="17"/>
                  <a:pt x="182" y="17"/>
                </a:cubicBezTo>
                <a:close/>
                <a:moveTo>
                  <a:pt x="135" y="101"/>
                </a:moveTo>
                <a:cubicBezTo>
                  <a:pt x="135" y="106"/>
                  <a:pt x="132" y="110"/>
                  <a:pt x="12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3" y="110"/>
                  <a:pt x="9" y="106"/>
                  <a:pt x="9" y="101"/>
                </a:cubicBezTo>
                <a:cubicBezTo>
                  <a:pt x="9" y="42"/>
                  <a:pt x="9" y="42"/>
                  <a:pt x="9" y="42"/>
                </a:cubicBezTo>
                <a:cubicBezTo>
                  <a:pt x="135" y="42"/>
                  <a:pt x="135" y="42"/>
                  <a:pt x="135" y="42"/>
                </a:cubicBezTo>
                <a:lnTo>
                  <a:pt x="135" y="101"/>
                </a:lnTo>
                <a:close/>
                <a:moveTo>
                  <a:pt x="135" y="34"/>
                </a:moveTo>
                <a:cubicBezTo>
                  <a:pt x="9" y="34"/>
                  <a:pt x="9" y="34"/>
                  <a:pt x="9" y="34"/>
                </a:cubicBezTo>
                <a:cubicBezTo>
                  <a:pt x="9" y="17"/>
                  <a:pt x="9" y="17"/>
                  <a:pt x="9" y="17"/>
                </a:cubicBezTo>
                <a:cubicBezTo>
                  <a:pt x="9" y="12"/>
                  <a:pt x="13" y="8"/>
                  <a:pt x="1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32" y="8"/>
                  <a:pt x="135" y="12"/>
                  <a:pt x="135" y="17"/>
                </a:cubicBezTo>
                <a:lnTo>
                  <a:pt x="135" y="34"/>
                </a:lnTo>
                <a:close/>
                <a:moveTo>
                  <a:pt x="161" y="82"/>
                </a:moveTo>
                <a:cubicBezTo>
                  <a:pt x="144" y="73"/>
                  <a:pt x="144" y="73"/>
                  <a:pt x="144" y="73"/>
                </a:cubicBezTo>
                <a:cubicBezTo>
                  <a:pt x="144" y="45"/>
                  <a:pt x="144" y="45"/>
                  <a:pt x="144" y="45"/>
                </a:cubicBezTo>
                <a:cubicBezTo>
                  <a:pt x="161" y="36"/>
                  <a:pt x="161" y="36"/>
                  <a:pt x="161" y="36"/>
                </a:cubicBezTo>
                <a:lnTo>
                  <a:pt x="161" y="82"/>
                </a:lnTo>
                <a:close/>
                <a:moveTo>
                  <a:pt x="177" y="90"/>
                </a:moveTo>
                <a:cubicBezTo>
                  <a:pt x="169" y="86"/>
                  <a:pt x="169" y="86"/>
                  <a:pt x="169" y="86"/>
                </a:cubicBezTo>
                <a:cubicBezTo>
                  <a:pt x="169" y="32"/>
                  <a:pt x="169" y="32"/>
                  <a:pt x="169" y="32"/>
                </a:cubicBezTo>
                <a:cubicBezTo>
                  <a:pt x="177" y="28"/>
                  <a:pt x="177" y="28"/>
                  <a:pt x="177" y="28"/>
                </a:cubicBezTo>
                <a:lnTo>
                  <a:pt x="177" y="90"/>
                </a:lnTo>
                <a:close/>
                <a:moveTo>
                  <a:pt x="47" y="93"/>
                </a:moveTo>
                <a:cubicBezTo>
                  <a:pt x="97" y="93"/>
                  <a:pt x="97" y="93"/>
                  <a:pt x="97" y="93"/>
                </a:cubicBezTo>
                <a:cubicBezTo>
                  <a:pt x="109" y="93"/>
                  <a:pt x="118" y="83"/>
                  <a:pt x="118" y="72"/>
                </a:cubicBezTo>
                <a:cubicBezTo>
                  <a:pt x="118" y="60"/>
                  <a:pt x="109" y="51"/>
                  <a:pt x="97" y="51"/>
                </a:cubicBezTo>
                <a:cubicBezTo>
                  <a:pt x="86" y="51"/>
                  <a:pt x="76" y="60"/>
                  <a:pt x="76" y="72"/>
                </a:cubicBezTo>
                <a:cubicBezTo>
                  <a:pt x="76" y="77"/>
                  <a:pt x="78" y="81"/>
                  <a:pt x="81" y="84"/>
                </a:cubicBezTo>
                <a:cubicBezTo>
                  <a:pt x="63" y="84"/>
                  <a:pt x="63" y="84"/>
                  <a:pt x="63" y="84"/>
                </a:cubicBezTo>
                <a:cubicBezTo>
                  <a:pt x="66" y="81"/>
                  <a:pt x="68" y="77"/>
                  <a:pt x="68" y="72"/>
                </a:cubicBezTo>
                <a:cubicBezTo>
                  <a:pt x="68" y="60"/>
                  <a:pt x="58" y="51"/>
                  <a:pt x="47" y="51"/>
                </a:cubicBezTo>
                <a:cubicBezTo>
                  <a:pt x="35" y="51"/>
                  <a:pt x="26" y="60"/>
                  <a:pt x="26" y="72"/>
                </a:cubicBezTo>
                <a:cubicBezTo>
                  <a:pt x="26" y="83"/>
                  <a:pt x="35" y="93"/>
                  <a:pt x="47" y="93"/>
                </a:cubicBezTo>
                <a:close/>
                <a:moveTo>
                  <a:pt x="97" y="59"/>
                </a:moveTo>
                <a:cubicBezTo>
                  <a:pt x="104" y="59"/>
                  <a:pt x="110" y="65"/>
                  <a:pt x="110" y="72"/>
                </a:cubicBezTo>
                <a:cubicBezTo>
                  <a:pt x="110" y="79"/>
                  <a:pt x="104" y="84"/>
                  <a:pt x="97" y="84"/>
                </a:cubicBezTo>
                <a:cubicBezTo>
                  <a:pt x="90" y="84"/>
                  <a:pt x="85" y="79"/>
                  <a:pt x="85" y="72"/>
                </a:cubicBezTo>
                <a:cubicBezTo>
                  <a:pt x="85" y="65"/>
                  <a:pt x="90" y="59"/>
                  <a:pt x="97" y="59"/>
                </a:cubicBezTo>
                <a:close/>
                <a:moveTo>
                  <a:pt x="47" y="59"/>
                </a:moveTo>
                <a:cubicBezTo>
                  <a:pt x="54" y="59"/>
                  <a:pt x="59" y="65"/>
                  <a:pt x="59" y="72"/>
                </a:cubicBezTo>
                <a:cubicBezTo>
                  <a:pt x="59" y="79"/>
                  <a:pt x="54" y="84"/>
                  <a:pt x="47" y="84"/>
                </a:cubicBezTo>
                <a:cubicBezTo>
                  <a:pt x="40" y="84"/>
                  <a:pt x="34" y="79"/>
                  <a:pt x="34" y="72"/>
                </a:cubicBezTo>
                <a:cubicBezTo>
                  <a:pt x="34" y="65"/>
                  <a:pt x="40" y="59"/>
                  <a:pt x="47" y="59"/>
                </a:cubicBezTo>
                <a:close/>
                <a:moveTo>
                  <a:pt x="106" y="17"/>
                </a:moveTo>
                <a:cubicBezTo>
                  <a:pt x="103" y="17"/>
                  <a:pt x="102" y="19"/>
                  <a:pt x="102" y="21"/>
                </a:cubicBezTo>
                <a:cubicBezTo>
                  <a:pt x="102" y="23"/>
                  <a:pt x="103" y="25"/>
                  <a:pt x="106" y="25"/>
                </a:cubicBezTo>
                <a:cubicBezTo>
                  <a:pt x="108" y="25"/>
                  <a:pt x="110" y="23"/>
                  <a:pt x="110" y="21"/>
                </a:cubicBezTo>
                <a:cubicBezTo>
                  <a:pt x="110" y="19"/>
                  <a:pt x="108" y="17"/>
                  <a:pt x="106" y="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Oval 32"/>
          <p:cNvSpPr>
            <a:spLocks noChangeAspect="1"/>
          </p:cNvSpPr>
          <p:nvPr/>
        </p:nvSpPr>
        <p:spPr>
          <a:xfrm>
            <a:off x="3702267" y="3223002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Freeform: Shape 33"/>
          <p:cNvSpPr/>
          <p:nvPr/>
        </p:nvSpPr>
        <p:spPr bwMode="auto">
          <a:xfrm>
            <a:off x="3890591" y="3441816"/>
            <a:ext cx="300828" cy="247268"/>
          </a:xfrm>
          <a:custGeom>
            <a:avLst/>
            <a:gdLst>
              <a:gd name="T0" fmla="*/ 17 w 185"/>
              <a:gd name="T1" fmla="*/ 109 h 152"/>
              <a:gd name="T2" fmla="*/ 25 w 185"/>
              <a:gd name="T3" fmla="*/ 109 h 152"/>
              <a:gd name="T4" fmla="*/ 46 w 185"/>
              <a:gd name="T5" fmla="*/ 88 h 152"/>
              <a:gd name="T6" fmla="*/ 181 w 185"/>
              <a:gd name="T7" fmla="*/ 91 h 152"/>
              <a:gd name="T8" fmla="*/ 150 w 185"/>
              <a:gd name="T9" fmla="*/ 17 h 152"/>
              <a:gd name="T10" fmla="*/ 101 w 185"/>
              <a:gd name="T11" fmla="*/ 25 h 152"/>
              <a:gd name="T12" fmla="*/ 59 w 185"/>
              <a:gd name="T13" fmla="*/ 0 h 152"/>
              <a:gd name="T14" fmla="*/ 35 w 185"/>
              <a:gd name="T15" fmla="*/ 17 h 152"/>
              <a:gd name="T16" fmla="*/ 0 w 185"/>
              <a:gd name="T17" fmla="*/ 109 h 152"/>
              <a:gd name="T18" fmla="*/ 83 w 185"/>
              <a:gd name="T19" fmla="*/ 118 h 152"/>
              <a:gd name="T20" fmla="*/ 143 w 185"/>
              <a:gd name="T21" fmla="*/ 152 h 152"/>
              <a:gd name="T22" fmla="*/ 181 w 185"/>
              <a:gd name="T23" fmla="*/ 91 h 152"/>
              <a:gd name="T24" fmla="*/ 8 w 185"/>
              <a:gd name="T25" fmla="*/ 109 h 152"/>
              <a:gd name="T26" fmla="*/ 76 w 185"/>
              <a:gd name="T27" fmla="*/ 109 h 152"/>
              <a:gd name="T28" fmla="*/ 76 w 185"/>
              <a:gd name="T29" fmla="*/ 84 h 152"/>
              <a:gd name="T30" fmla="*/ 21 w 185"/>
              <a:gd name="T31" fmla="*/ 73 h 152"/>
              <a:gd name="T32" fmla="*/ 44 w 185"/>
              <a:gd name="T33" fmla="*/ 18 h 152"/>
              <a:gd name="T34" fmla="*/ 76 w 185"/>
              <a:gd name="T35" fmla="*/ 24 h 152"/>
              <a:gd name="T36" fmla="*/ 76 w 185"/>
              <a:gd name="T37" fmla="*/ 84 h 152"/>
              <a:gd name="T38" fmla="*/ 84 w 185"/>
              <a:gd name="T39" fmla="*/ 109 h 152"/>
              <a:gd name="T40" fmla="*/ 101 w 185"/>
              <a:gd name="T41" fmla="*/ 101 h 152"/>
              <a:gd name="T42" fmla="*/ 101 w 185"/>
              <a:gd name="T43" fmla="*/ 93 h 152"/>
              <a:gd name="T44" fmla="*/ 84 w 185"/>
              <a:gd name="T45" fmla="*/ 33 h 152"/>
              <a:gd name="T46" fmla="*/ 101 w 185"/>
              <a:gd name="T47" fmla="*/ 93 h 152"/>
              <a:gd name="T48" fmla="*/ 110 w 185"/>
              <a:gd name="T49" fmla="*/ 24 h 152"/>
              <a:gd name="T50" fmla="*/ 142 w 185"/>
              <a:gd name="T51" fmla="*/ 18 h 152"/>
              <a:gd name="T52" fmla="*/ 164 w 185"/>
              <a:gd name="T53" fmla="*/ 73 h 152"/>
              <a:gd name="T54" fmla="*/ 109 w 185"/>
              <a:gd name="T55" fmla="*/ 84 h 152"/>
              <a:gd name="T56" fmla="*/ 143 w 185"/>
              <a:gd name="T57" fmla="*/ 143 h 152"/>
              <a:gd name="T58" fmla="*/ 143 w 185"/>
              <a:gd name="T59" fmla="*/ 76 h 152"/>
              <a:gd name="T60" fmla="*/ 143 w 185"/>
              <a:gd name="T61" fmla="*/ 143 h 152"/>
              <a:gd name="T62" fmla="*/ 118 w 185"/>
              <a:gd name="T63" fmla="*/ 109 h 152"/>
              <a:gd name="T64" fmla="*/ 126 w 185"/>
              <a:gd name="T65" fmla="*/ 109 h 152"/>
              <a:gd name="T66" fmla="*/ 147 w 185"/>
              <a:gd name="T67" fmla="*/ 88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52">
                <a:moveTo>
                  <a:pt x="42" y="84"/>
                </a:moveTo>
                <a:cubicBezTo>
                  <a:pt x="28" y="84"/>
                  <a:pt x="17" y="95"/>
                  <a:pt x="17" y="109"/>
                </a:cubicBezTo>
                <a:cubicBezTo>
                  <a:pt x="17" y="112"/>
                  <a:pt x="19" y="114"/>
                  <a:pt x="21" y="114"/>
                </a:cubicBezTo>
                <a:cubicBezTo>
                  <a:pt x="23" y="114"/>
                  <a:pt x="25" y="112"/>
                  <a:pt x="25" y="109"/>
                </a:cubicBezTo>
                <a:cubicBezTo>
                  <a:pt x="25" y="100"/>
                  <a:pt x="33" y="93"/>
                  <a:pt x="42" y="93"/>
                </a:cubicBezTo>
                <a:cubicBezTo>
                  <a:pt x="44" y="93"/>
                  <a:pt x="46" y="91"/>
                  <a:pt x="46" y="88"/>
                </a:cubicBezTo>
                <a:cubicBezTo>
                  <a:pt x="46" y="86"/>
                  <a:pt x="44" y="84"/>
                  <a:pt x="42" y="84"/>
                </a:cubicBezTo>
                <a:close/>
                <a:moveTo>
                  <a:pt x="181" y="91"/>
                </a:moveTo>
                <a:cubicBezTo>
                  <a:pt x="150" y="17"/>
                  <a:pt x="150" y="17"/>
                  <a:pt x="150" y="17"/>
                </a:cubicBezTo>
                <a:cubicBezTo>
                  <a:pt x="150" y="17"/>
                  <a:pt x="150" y="17"/>
                  <a:pt x="150" y="17"/>
                </a:cubicBezTo>
                <a:cubicBezTo>
                  <a:pt x="147" y="7"/>
                  <a:pt x="137" y="0"/>
                  <a:pt x="126" y="0"/>
                </a:cubicBezTo>
                <a:cubicBezTo>
                  <a:pt x="112" y="0"/>
                  <a:pt x="101" y="11"/>
                  <a:pt x="101" y="25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11"/>
                  <a:pt x="73" y="0"/>
                  <a:pt x="59" y="0"/>
                </a:cubicBezTo>
                <a:cubicBezTo>
                  <a:pt x="48" y="0"/>
                  <a:pt x="39" y="7"/>
                  <a:pt x="35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4" y="91"/>
                  <a:pt x="4" y="91"/>
                  <a:pt x="4" y="91"/>
                </a:cubicBezTo>
                <a:cubicBezTo>
                  <a:pt x="1" y="97"/>
                  <a:pt x="0" y="103"/>
                  <a:pt x="0" y="109"/>
                </a:cubicBezTo>
                <a:cubicBezTo>
                  <a:pt x="0" y="133"/>
                  <a:pt x="19" y="152"/>
                  <a:pt x="42" y="152"/>
                </a:cubicBezTo>
                <a:cubicBezTo>
                  <a:pt x="62" y="152"/>
                  <a:pt x="79" y="137"/>
                  <a:pt x="83" y="118"/>
                </a:cubicBezTo>
                <a:cubicBezTo>
                  <a:pt x="102" y="118"/>
                  <a:pt x="102" y="118"/>
                  <a:pt x="102" y="118"/>
                </a:cubicBezTo>
                <a:cubicBezTo>
                  <a:pt x="106" y="137"/>
                  <a:pt x="123" y="152"/>
                  <a:pt x="143" y="152"/>
                </a:cubicBezTo>
                <a:cubicBezTo>
                  <a:pt x="167" y="152"/>
                  <a:pt x="185" y="133"/>
                  <a:pt x="185" y="109"/>
                </a:cubicBezTo>
                <a:cubicBezTo>
                  <a:pt x="185" y="103"/>
                  <a:pt x="184" y="97"/>
                  <a:pt x="181" y="91"/>
                </a:cubicBezTo>
                <a:close/>
                <a:moveTo>
                  <a:pt x="42" y="143"/>
                </a:moveTo>
                <a:cubicBezTo>
                  <a:pt x="23" y="143"/>
                  <a:pt x="8" y="128"/>
                  <a:pt x="8" y="109"/>
                </a:cubicBezTo>
                <a:cubicBezTo>
                  <a:pt x="8" y="91"/>
                  <a:pt x="23" y="76"/>
                  <a:pt x="42" y="76"/>
                </a:cubicBezTo>
                <a:cubicBezTo>
                  <a:pt x="61" y="76"/>
                  <a:pt x="76" y="91"/>
                  <a:pt x="76" y="109"/>
                </a:cubicBezTo>
                <a:cubicBezTo>
                  <a:pt x="76" y="128"/>
                  <a:pt x="61" y="143"/>
                  <a:pt x="42" y="143"/>
                </a:cubicBezTo>
                <a:close/>
                <a:moveTo>
                  <a:pt x="76" y="84"/>
                </a:moveTo>
                <a:cubicBezTo>
                  <a:pt x="68" y="74"/>
                  <a:pt x="56" y="67"/>
                  <a:pt x="42" y="67"/>
                </a:cubicBezTo>
                <a:cubicBezTo>
                  <a:pt x="34" y="67"/>
                  <a:pt x="27" y="69"/>
                  <a:pt x="21" y="73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4" y="18"/>
                  <a:pt x="44" y="18"/>
                </a:cubicBezTo>
                <a:cubicBezTo>
                  <a:pt x="46" y="12"/>
                  <a:pt x="52" y="8"/>
                  <a:pt x="59" y="8"/>
                </a:cubicBezTo>
                <a:cubicBezTo>
                  <a:pt x="68" y="8"/>
                  <a:pt x="75" y="15"/>
                  <a:pt x="76" y="24"/>
                </a:cubicBezTo>
                <a:cubicBezTo>
                  <a:pt x="76" y="24"/>
                  <a:pt x="76" y="24"/>
                  <a:pt x="76" y="24"/>
                </a:cubicBezTo>
                <a:lnTo>
                  <a:pt x="76" y="84"/>
                </a:lnTo>
                <a:close/>
                <a:moveTo>
                  <a:pt x="101" y="109"/>
                </a:moveTo>
                <a:cubicBezTo>
                  <a:pt x="84" y="109"/>
                  <a:pt x="84" y="109"/>
                  <a:pt x="84" y="109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101" y="101"/>
                  <a:pt x="101" y="101"/>
                  <a:pt x="101" y="101"/>
                </a:cubicBezTo>
                <a:lnTo>
                  <a:pt x="101" y="109"/>
                </a:lnTo>
                <a:close/>
                <a:moveTo>
                  <a:pt x="101" y="93"/>
                </a:moveTo>
                <a:cubicBezTo>
                  <a:pt x="84" y="93"/>
                  <a:pt x="84" y="93"/>
                  <a:pt x="84" y="93"/>
                </a:cubicBezTo>
                <a:cubicBezTo>
                  <a:pt x="84" y="33"/>
                  <a:pt x="84" y="33"/>
                  <a:pt x="84" y="33"/>
                </a:cubicBezTo>
                <a:cubicBezTo>
                  <a:pt x="101" y="33"/>
                  <a:pt x="101" y="33"/>
                  <a:pt x="101" y="33"/>
                </a:cubicBezTo>
                <a:lnTo>
                  <a:pt x="101" y="93"/>
                </a:lnTo>
                <a:close/>
                <a:moveTo>
                  <a:pt x="109" y="24"/>
                </a:moveTo>
                <a:cubicBezTo>
                  <a:pt x="110" y="24"/>
                  <a:pt x="110" y="24"/>
                  <a:pt x="110" y="24"/>
                </a:cubicBezTo>
                <a:cubicBezTo>
                  <a:pt x="110" y="15"/>
                  <a:pt x="118" y="8"/>
                  <a:pt x="126" y="8"/>
                </a:cubicBezTo>
                <a:cubicBezTo>
                  <a:pt x="133" y="8"/>
                  <a:pt x="139" y="12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64" y="73"/>
                  <a:pt x="164" y="73"/>
                  <a:pt x="164" y="73"/>
                </a:cubicBezTo>
                <a:cubicBezTo>
                  <a:pt x="158" y="69"/>
                  <a:pt x="151" y="67"/>
                  <a:pt x="143" y="67"/>
                </a:cubicBezTo>
                <a:cubicBezTo>
                  <a:pt x="129" y="67"/>
                  <a:pt x="117" y="74"/>
                  <a:pt x="109" y="84"/>
                </a:cubicBezTo>
                <a:lnTo>
                  <a:pt x="109" y="24"/>
                </a:lnTo>
                <a:close/>
                <a:moveTo>
                  <a:pt x="143" y="143"/>
                </a:moveTo>
                <a:cubicBezTo>
                  <a:pt x="125" y="143"/>
                  <a:pt x="109" y="128"/>
                  <a:pt x="109" y="109"/>
                </a:cubicBezTo>
                <a:cubicBezTo>
                  <a:pt x="109" y="91"/>
                  <a:pt x="125" y="76"/>
                  <a:pt x="143" y="76"/>
                </a:cubicBezTo>
                <a:cubicBezTo>
                  <a:pt x="162" y="76"/>
                  <a:pt x="177" y="91"/>
                  <a:pt x="177" y="109"/>
                </a:cubicBezTo>
                <a:cubicBezTo>
                  <a:pt x="177" y="128"/>
                  <a:pt x="162" y="143"/>
                  <a:pt x="143" y="143"/>
                </a:cubicBezTo>
                <a:close/>
                <a:moveTo>
                  <a:pt x="143" y="84"/>
                </a:moveTo>
                <a:cubicBezTo>
                  <a:pt x="129" y="84"/>
                  <a:pt x="118" y="95"/>
                  <a:pt x="118" y="109"/>
                </a:cubicBezTo>
                <a:cubicBezTo>
                  <a:pt x="118" y="112"/>
                  <a:pt x="120" y="114"/>
                  <a:pt x="122" y="114"/>
                </a:cubicBezTo>
                <a:cubicBezTo>
                  <a:pt x="124" y="114"/>
                  <a:pt x="126" y="112"/>
                  <a:pt x="126" y="109"/>
                </a:cubicBezTo>
                <a:cubicBezTo>
                  <a:pt x="126" y="100"/>
                  <a:pt x="134" y="93"/>
                  <a:pt x="143" y="93"/>
                </a:cubicBezTo>
                <a:cubicBezTo>
                  <a:pt x="146" y="93"/>
                  <a:pt x="147" y="91"/>
                  <a:pt x="147" y="88"/>
                </a:cubicBezTo>
                <a:cubicBezTo>
                  <a:pt x="147" y="86"/>
                  <a:pt x="146" y="84"/>
                  <a:pt x="143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Oval 31"/>
          <p:cNvSpPr>
            <a:spLocks noChangeAspect="1"/>
          </p:cNvSpPr>
          <p:nvPr/>
        </p:nvSpPr>
        <p:spPr>
          <a:xfrm>
            <a:off x="4264833" y="1855480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Freeform: Shape 34"/>
          <p:cNvSpPr/>
          <p:nvPr/>
        </p:nvSpPr>
        <p:spPr bwMode="auto">
          <a:xfrm>
            <a:off x="4453627" y="2058993"/>
            <a:ext cx="302613" cy="300828"/>
          </a:xfrm>
          <a:custGeom>
            <a:avLst/>
            <a:gdLst>
              <a:gd name="T0" fmla="*/ 85 w 186"/>
              <a:gd name="T1" fmla="*/ 93 h 185"/>
              <a:gd name="T2" fmla="*/ 101 w 186"/>
              <a:gd name="T3" fmla="*/ 93 h 185"/>
              <a:gd name="T4" fmla="*/ 186 w 186"/>
              <a:gd name="T5" fmla="*/ 93 h 185"/>
              <a:gd name="T6" fmla="*/ 159 w 186"/>
              <a:gd name="T7" fmla="*/ 27 h 185"/>
              <a:gd name="T8" fmla="*/ 93 w 186"/>
              <a:gd name="T9" fmla="*/ 0 h 185"/>
              <a:gd name="T10" fmla="*/ 27 w 186"/>
              <a:gd name="T11" fmla="*/ 27 h 185"/>
              <a:gd name="T12" fmla="*/ 0 w 186"/>
              <a:gd name="T13" fmla="*/ 93 h 185"/>
              <a:gd name="T14" fmla="*/ 27 w 186"/>
              <a:gd name="T15" fmla="*/ 158 h 185"/>
              <a:gd name="T16" fmla="*/ 93 w 186"/>
              <a:gd name="T17" fmla="*/ 185 h 185"/>
              <a:gd name="T18" fmla="*/ 159 w 186"/>
              <a:gd name="T19" fmla="*/ 158 h 185"/>
              <a:gd name="T20" fmla="*/ 186 w 186"/>
              <a:gd name="T21" fmla="*/ 93 h 185"/>
              <a:gd name="T22" fmla="*/ 36 w 186"/>
              <a:gd name="T23" fmla="*/ 74 h 185"/>
              <a:gd name="T24" fmla="*/ 36 w 186"/>
              <a:gd name="T25" fmla="*/ 111 h 185"/>
              <a:gd name="T26" fmla="*/ 60 w 186"/>
              <a:gd name="T27" fmla="*/ 79 h 185"/>
              <a:gd name="T28" fmla="*/ 44 w 186"/>
              <a:gd name="T29" fmla="*/ 72 h 185"/>
              <a:gd name="T30" fmla="*/ 60 w 186"/>
              <a:gd name="T31" fmla="*/ 79 h 185"/>
              <a:gd name="T32" fmla="*/ 44 w 186"/>
              <a:gd name="T33" fmla="*/ 113 h 185"/>
              <a:gd name="T34" fmla="*/ 60 w 186"/>
              <a:gd name="T35" fmla="*/ 107 h 185"/>
              <a:gd name="T36" fmla="*/ 33 w 186"/>
              <a:gd name="T37" fmla="*/ 152 h 185"/>
              <a:gd name="T38" fmla="*/ 61 w 186"/>
              <a:gd name="T39" fmla="*/ 124 h 185"/>
              <a:gd name="T40" fmla="*/ 33 w 186"/>
              <a:gd name="T41" fmla="*/ 152 h 185"/>
              <a:gd name="T42" fmla="*/ 39 w 186"/>
              <a:gd name="T43" fmla="*/ 65 h 185"/>
              <a:gd name="T44" fmla="*/ 66 w 186"/>
              <a:gd name="T45" fmla="*/ 39 h 185"/>
              <a:gd name="T46" fmla="*/ 116 w 186"/>
              <a:gd name="T47" fmla="*/ 60 h 185"/>
              <a:gd name="T48" fmla="*/ 100 w 186"/>
              <a:gd name="T49" fmla="*/ 53 h 185"/>
              <a:gd name="T50" fmla="*/ 116 w 186"/>
              <a:gd name="T51" fmla="*/ 60 h 185"/>
              <a:gd name="T52" fmla="*/ 112 w 186"/>
              <a:gd name="T53" fmla="*/ 35 h 185"/>
              <a:gd name="T54" fmla="*/ 74 w 186"/>
              <a:gd name="T55" fmla="*/ 35 h 185"/>
              <a:gd name="T56" fmla="*/ 73 w 186"/>
              <a:gd name="T57" fmla="*/ 43 h 185"/>
              <a:gd name="T58" fmla="*/ 79 w 186"/>
              <a:gd name="T59" fmla="*/ 59 h 185"/>
              <a:gd name="T60" fmla="*/ 73 w 186"/>
              <a:gd name="T61" fmla="*/ 43 h 185"/>
              <a:gd name="T62" fmla="*/ 79 w 186"/>
              <a:gd name="T63" fmla="*/ 126 h 185"/>
              <a:gd name="T64" fmla="*/ 73 w 186"/>
              <a:gd name="T65" fmla="*/ 142 h 185"/>
              <a:gd name="T66" fmla="*/ 93 w 186"/>
              <a:gd name="T67" fmla="*/ 177 h 185"/>
              <a:gd name="T68" fmla="*/ 93 w 186"/>
              <a:gd name="T69" fmla="*/ 137 h 185"/>
              <a:gd name="T70" fmla="*/ 93 w 186"/>
              <a:gd name="T71" fmla="*/ 177 h 185"/>
              <a:gd name="T72" fmla="*/ 100 w 186"/>
              <a:gd name="T73" fmla="*/ 132 h 185"/>
              <a:gd name="T74" fmla="*/ 116 w 186"/>
              <a:gd name="T75" fmla="*/ 125 h 185"/>
              <a:gd name="T76" fmla="*/ 118 w 186"/>
              <a:gd name="T77" fmla="*/ 103 h 185"/>
              <a:gd name="T78" fmla="*/ 103 w 186"/>
              <a:gd name="T79" fmla="*/ 118 h 185"/>
              <a:gd name="T80" fmla="*/ 83 w 186"/>
              <a:gd name="T81" fmla="*/ 118 h 185"/>
              <a:gd name="T82" fmla="*/ 68 w 186"/>
              <a:gd name="T83" fmla="*/ 103 h 185"/>
              <a:gd name="T84" fmla="*/ 68 w 186"/>
              <a:gd name="T85" fmla="*/ 82 h 185"/>
              <a:gd name="T86" fmla="*/ 83 w 186"/>
              <a:gd name="T87" fmla="*/ 68 h 185"/>
              <a:gd name="T88" fmla="*/ 103 w 186"/>
              <a:gd name="T89" fmla="*/ 68 h 185"/>
              <a:gd name="T90" fmla="*/ 118 w 186"/>
              <a:gd name="T91" fmla="*/ 82 h 185"/>
              <a:gd name="T92" fmla="*/ 118 w 186"/>
              <a:gd name="T93" fmla="*/ 103 h 185"/>
              <a:gd name="T94" fmla="*/ 147 w 186"/>
              <a:gd name="T95" fmla="*/ 65 h 185"/>
              <a:gd name="T96" fmla="*/ 120 w 186"/>
              <a:gd name="T97" fmla="*/ 39 h 185"/>
              <a:gd name="T98" fmla="*/ 133 w 186"/>
              <a:gd name="T99" fmla="*/ 86 h 185"/>
              <a:gd name="T100" fmla="*/ 126 w 186"/>
              <a:gd name="T101" fmla="*/ 69 h 185"/>
              <a:gd name="T102" fmla="*/ 133 w 186"/>
              <a:gd name="T103" fmla="*/ 86 h 185"/>
              <a:gd name="T104" fmla="*/ 142 w 186"/>
              <a:gd name="T105" fmla="*/ 113 h 185"/>
              <a:gd name="T106" fmla="*/ 126 w 186"/>
              <a:gd name="T107" fmla="*/ 107 h 185"/>
              <a:gd name="T108" fmla="*/ 153 w 186"/>
              <a:gd name="T109" fmla="*/ 152 h 185"/>
              <a:gd name="T110" fmla="*/ 125 w 186"/>
              <a:gd name="T111" fmla="*/ 124 h 185"/>
              <a:gd name="T112" fmla="*/ 153 w 186"/>
              <a:gd name="T113" fmla="*/ 152 h 185"/>
              <a:gd name="T114" fmla="*/ 138 w 186"/>
              <a:gd name="T115" fmla="*/ 93 h 185"/>
              <a:gd name="T116" fmla="*/ 177 w 186"/>
              <a:gd name="T117" fmla="*/ 93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86" h="185">
                <a:moveTo>
                  <a:pt x="93" y="84"/>
                </a:moveTo>
                <a:cubicBezTo>
                  <a:pt x="88" y="84"/>
                  <a:pt x="85" y="88"/>
                  <a:pt x="85" y="93"/>
                </a:cubicBezTo>
                <a:cubicBezTo>
                  <a:pt x="85" y="97"/>
                  <a:pt x="88" y="101"/>
                  <a:pt x="93" y="101"/>
                </a:cubicBezTo>
                <a:cubicBezTo>
                  <a:pt x="98" y="101"/>
                  <a:pt x="101" y="97"/>
                  <a:pt x="101" y="93"/>
                </a:cubicBezTo>
                <a:cubicBezTo>
                  <a:pt x="101" y="88"/>
                  <a:pt x="98" y="84"/>
                  <a:pt x="93" y="84"/>
                </a:cubicBezTo>
                <a:close/>
                <a:moveTo>
                  <a:pt x="186" y="93"/>
                </a:moveTo>
                <a:cubicBezTo>
                  <a:pt x="186" y="83"/>
                  <a:pt x="174" y="74"/>
                  <a:pt x="154" y="67"/>
                </a:cubicBezTo>
                <a:cubicBezTo>
                  <a:pt x="163" y="49"/>
                  <a:pt x="166" y="34"/>
                  <a:pt x="159" y="27"/>
                </a:cubicBezTo>
                <a:cubicBezTo>
                  <a:pt x="151" y="20"/>
                  <a:pt x="136" y="22"/>
                  <a:pt x="118" y="32"/>
                </a:cubicBezTo>
                <a:cubicBezTo>
                  <a:pt x="112" y="12"/>
                  <a:pt x="103" y="0"/>
                  <a:pt x="93" y="0"/>
                </a:cubicBezTo>
                <a:cubicBezTo>
                  <a:pt x="83" y="0"/>
                  <a:pt x="74" y="12"/>
                  <a:pt x="68" y="32"/>
                </a:cubicBezTo>
                <a:cubicBezTo>
                  <a:pt x="50" y="22"/>
                  <a:pt x="35" y="20"/>
                  <a:pt x="27" y="27"/>
                </a:cubicBezTo>
                <a:cubicBezTo>
                  <a:pt x="20" y="34"/>
                  <a:pt x="23" y="49"/>
                  <a:pt x="32" y="67"/>
                </a:cubicBezTo>
                <a:cubicBezTo>
                  <a:pt x="12" y="74"/>
                  <a:pt x="0" y="83"/>
                  <a:pt x="0" y="93"/>
                </a:cubicBezTo>
                <a:cubicBezTo>
                  <a:pt x="0" y="103"/>
                  <a:pt x="12" y="112"/>
                  <a:pt x="32" y="118"/>
                </a:cubicBezTo>
                <a:cubicBezTo>
                  <a:pt x="23" y="136"/>
                  <a:pt x="20" y="151"/>
                  <a:pt x="27" y="158"/>
                </a:cubicBezTo>
                <a:cubicBezTo>
                  <a:pt x="35" y="165"/>
                  <a:pt x="50" y="163"/>
                  <a:pt x="68" y="154"/>
                </a:cubicBezTo>
                <a:cubicBezTo>
                  <a:pt x="74" y="173"/>
                  <a:pt x="83" y="185"/>
                  <a:pt x="93" y="185"/>
                </a:cubicBezTo>
                <a:cubicBezTo>
                  <a:pt x="103" y="185"/>
                  <a:pt x="112" y="173"/>
                  <a:pt x="118" y="154"/>
                </a:cubicBezTo>
                <a:cubicBezTo>
                  <a:pt x="136" y="163"/>
                  <a:pt x="151" y="165"/>
                  <a:pt x="159" y="158"/>
                </a:cubicBezTo>
                <a:cubicBezTo>
                  <a:pt x="166" y="151"/>
                  <a:pt x="163" y="136"/>
                  <a:pt x="154" y="118"/>
                </a:cubicBezTo>
                <a:cubicBezTo>
                  <a:pt x="174" y="112"/>
                  <a:pt x="186" y="103"/>
                  <a:pt x="186" y="93"/>
                </a:cubicBezTo>
                <a:close/>
                <a:moveTo>
                  <a:pt x="9" y="93"/>
                </a:moveTo>
                <a:cubicBezTo>
                  <a:pt x="9" y="85"/>
                  <a:pt x="19" y="79"/>
                  <a:pt x="36" y="74"/>
                </a:cubicBezTo>
                <a:cubicBezTo>
                  <a:pt x="39" y="80"/>
                  <a:pt x="43" y="86"/>
                  <a:pt x="48" y="93"/>
                </a:cubicBezTo>
                <a:cubicBezTo>
                  <a:pt x="43" y="99"/>
                  <a:pt x="39" y="105"/>
                  <a:pt x="36" y="111"/>
                </a:cubicBezTo>
                <a:cubicBezTo>
                  <a:pt x="19" y="107"/>
                  <a:pt x="9" y="100"/>
                  <a:pt x="9" y="93"/>
                </a:cubicBezTo>
                <a:close/>
                <a:moveTo>
                  <a:pt x="60" y="79"/>
                </a:moveTo>
                <a:cubicBezTo>
                  <a:pt x="58" y="81"/>
                  <a:pt x="55" y="84"/>
                  <a:pt x="53" y="86"/>
                </a:cubicBezTo>
                <a:cubicBezTo>
                  <a:pt x="50" y="81"/>
                  <a:pt x="46" y="77"/>
                  <a:pt x="44" y="72"/>
                </a:cubicBezTo>
                <a:cubicBezTo>
                  <a:pt x="49" y="71"/>
                  <a:pt x="54" y="70"/>
                  <a:pt x="60" y="69"/>
                </a:cubicBezTo>
                <a:cubicBezTo>
                  <a:pt x="60" y="72"/>
                  <a:pt x="60" y="76"/>
                  <a:pt x="60" y="79"/>
                </a:cubicBezTo>
                <a:close/>
                <a:moveTo>
                  <a:pt x="60" y="116"/>
                </a:moveTo>
                <a:cubicBezTo>
                  <a:pt x="54" y="115"/>
                  <a:pt x="49" y="114"/>
                  <a:pt x="44" y="113"/>
                </a:cubicBezTo>
                <a:cubicBezTo>
                  <a:pt x="46" y="109"/>
                  <a:pt x="50" y="104"/>
                  <a:pt x="53" y="99"/>
                </a:cubicBezTo>
                <a:cubicBezTo>
                  <a:pt x="55" y="102"/>
                  <a:pt x="58" y="104"/>
                  <a:pt x="60" y="107"/>
                </a:cubicBezTo>
                <a:cubicBezTo>
                  <a:pt x="60" y="110"/>
                  <a:pt x="60" y="113"/>
                  <a:pt x="60" y="116"/>
                </a:cubicBezTo>
                <a:close/>
                <a:moveTo>
                  <a:pt x="33" y="152"/>
                </a:moveTo>
                <a:cubicBezTo>
                  <a:pt x="28" y="147"/>
                  <a:pt x="31" y="135"/>
                  <a:pt x="39" y="120"/>
                </a:cubicBezTo>
                <a:cubicBezTo>
                  <a:pt x="46" y="122"/>
                  <a:pt x="53" y="123"/>
                  <a:pt x="61" y="124"/>
                </a:cubicBezTo>
                <a:cubicBezTo>
                  <a:pt x="62" y="132"/>
                  <a:pt x="64" y="140"/>
                  <a:pt x="66" y="146"/>
                </a:cubicBezTo>
                <a:cubicBezTo>
                  <a:pt x="51" y="155"/>
                  <a:pt x="39" y="158"/>
                  <a:pt x="33" y="152"/>
                </a:cubicBezTo>
                <a:close/>
                <a:moveTo>
                  <a:pt x="61" y="61"/>
                </a:moveTo>
                <a:cubicBezTo>
                  <a:pt x="53" y="62"/>
                  <a:pt x="46" y="63"/>
                  <a:pt x="39" y="65"/>
                </a:cubicBezTo>
                <a:cubicBezTo>
                  <a:pt x="31" y="50"/>
                  <a:pt x="28" y="38"/>
                  <a:pt x="33" y="33"/>
                </a:cubicBezTo>
                <a:cubicBezTo>
                  <a:pt x="39" y="28"/>
                  <a:pt x="51" y="31"/>
                  <a:pt x="66" y="39"/>
                </a:cubicBezTo>
                <a:cubicBezTo>
                  <a:pt x="64" y="46"/>
                  <a:pt x="62" y="53"/>
                  <a:pt x="61" y="61"/>
                </a:cubicBezTo>
                <a:close/>
                <a:moveTo>
                  <a:pt x="116" y="60"/>
                </a:moveTo>
                <a:cubicBezTo>
                  <a:pt x="113" y="60"/>
                  <a:pt x="110" y="60"/>
                  <a:pt x="107" y="59"/>
                </a:cubicBezTo>
                <a:cubicBezTo>
                  <a:pt x="104" y="57"/>
                  <a:pt x="102" y="55"/>
                  <a:pt x="100" y="53"/>
                </a:cubicBezTo>
                <a:cubicBezTo>
                  <a:pt x="104" y="49"/>
                  <a:pt x="109" y="46"/>
                  <a:pt x="114" y="43"/>
                </a:cubicBezTo>
                <a:cubicBezTo>
                  <a:pt x="115" y="48"/>
                  <a:pt x="116" y="54"/>
                  <a:pt x="116" y="60"/>
                </a:cubicBezTo>
                <a:close/>
                <a:moveTo>
                  <a:pt x="93" y="8"/>
                </a:moveTo>
                <a:cubicBezTo>
                  <a:pt x="100" y="8"/>
                  <a:pt x="107" y="19"/>
                  <a:pt x="112" y="35"/>
                </a:cubicBezTo>
                <a:cubicBezTo>
                  <a:pt x="106" y="39"/>
                  <a:pt x="99" y="43"/>
                  <a:pt x="93" y="48"/>
                </a:cubicBezTo>
                <a:cubicBezTo>
                  <a:pt x="87" y="43"/>
                  <a:pt x="80" y="39"/>
                  <a:pt x="74" y="35"/>
                </a:cubicBezTo>
                <a:cubicBezTo>
                  <a:pt x="79" y="19"/>
                  <a:pt x="86" y="8"/>
                  <a:pt x="93" y="8"/>
                </a:cubicBezTo>
                <a:close/>
                <a:moveTo>
                  <a:pt x="73" y="43"/>
                </a:moveTo>
                <a:cubicBezTo>
                  <a:pt x="77" y="46"/>
                  <a:pt x="82" y="49"/>
                  <a:pt x="86" y="53"/>
                </a:cubicBezTo>
                <a:cubicBezTo>
                  <a:pt x="84" y="55"/>
                  <a:pt x="82" y="57"/>
                  <a:pt x="79" y="59"/>
                </a:cubicBezTo>
                <a:cubicBezTo>
                  <a:pt x="76" y="60"/>
                  <a:pt x="73" y="60"/>
                  <a:pt x="70" y="60"/>
                </a:cubicBezTo>
                <a:cubicBezTo>
                  <a:pt x="70" y="54"/>
                  <a:pt x="71" y="48"/>
                  <a:pt x="73" y="43"/>
                </a:cubicBezTo>
                <a:close/>
                <a:moveTo>
                  <a:pt x="70" y="125"/>
                </a:moveTo>
                <a:cubicBezTo>
                  <a:pt x="73" y="126"/>
                  <a:pt x="76" y="126"/>
                  <a:pt x="79" y="126"/>
                </a:cubicBezTo>
                <a:cubicBezTo>
                  <a:pt x="82" y="128"/>
                  <a:pt x="84" y="130"/>
                  <a:pt x="86" y="132"/>
                </a:cubicBezTo>
                <a:cubicBezTo>
                  <a:pt x="82" y="136"/>
                  <a:pt x="77" y="139"/>
                  <a:pt x="73" y="142"/>
                </a:cubicBezTo>
                <a:cubicBezTo>
                  <a:pt x="71" y="137"/>
                  <a:pt x="70" y="131"/>
                  <a:pt x="70" y="125"/>
                </a:cubicBezTo>
                <a:close/>
                <a:moveTo>
                  <a:pt x="93" y="177"/>
                </a:moveTo>
                <a:cubicBezTo>
                  <a:pt x="86" y="177"/>
                  <a:pt x="79" y="167"/>
                  <a:pt x="74" y="150"/>
                </a:cubicBezTo>
                <a:cubicBezTo>
                  <a:pt x="80" y="147"/>
                  <a:pt x="87" y="142"/>
                  <a:pt x="93" y="137"/>
                </a:cubicBezTo>
                <a:cubicBezTo>
                  <a:pt x="99" y="142"/>
                  <a:pt x="106" y="147"/>
                  <a:pt x="112" y="150"/>
                </a:cubicBezTo>
                <a:cubicBezTo>
                  <a:pt x="107" y="167"/>
                  <a:pt x="100" y="177"/>
                  <a:pt x="93" y="177"/>
                </a:cubicBezTo>
                <a:close/>
                <a:moveTo>
                  <a:pt x="114" y="142"/>
                </a:moveTo>
                <a:cubicBezTo>
                  <a:pt x="109" y="139"/>
                  <a:pt x="104" y="136"/>
                  <a:pt x="100" y="132"/>
                </a:cubicBezTo>
                <a:cubicBezTo>
                  <a:pt x="102" y="130"/>
                  <a:pt x="104" y="128"/>
                  <a:pt x="107" y="126"/>
                </a:cubicBezTo>
                <a:cubicBezTo>
                  <a:pt x="110" y="126"/>
                  <a:pt x="113" y="126"/>
                  <a:pt x="116" y="125"/>
                </a:cubicBezTo>
                <a:cubicBezTo>
                  <a:pt x="116" y="131"/>
                  <a:pt x="115" y="137"/>
                  <a:pt x="114" y="142"/>
                </a:cubicBezTo>
                <a:close/>
                <a:moveTo>
                  <a:pt x="118" y="103"/>
                </a:moveTo>
                <a:cubicBezTo>
                  <a:pt x="116" y="106"/>
                  <a:pt x="113" y="108"/>
                  <a:pt x="111" y="111"/>
                </a:cubicBezTo>
                <a:cubicBezTo>
                  <a:pt x="108" y="113"/>
                  <a:pt x="106" y="115"/>
                  <a:pt x="103" y="118"/>
                </a:cubicBezTo>
                <a:cubicBezTo>
                  <a:pt x="100" y="118"/>
                  <a:pt x="97" y="118"/>
                  <a:pt x="93" y="118"/>
                </a:cubicBezTo>
                <a:cubicBezTo>
                  <a:pt x="89" y="118"/>
                  <a:pt x="86" y="118"/>
                  <a:pt x="83" y="118"/>
                </a:cubicBezTo>
                <a:cubicBezTo>
                  <a:pt x="80" y="115"/>
                  <a:pt x="78" y="113"/>
                  <a:pt x="75" y="111"/>
                </a:cubicBezTo>
                <a:cubicBezTo>
                  <a:pt x="73" y="108"/>
                  <a:pt x="70" y="106"/>
                  <a:pt x="68" y="103"/>
                </a:cubicBezTo>
                <a:cubicBezTo>
                  <a:pt x="68" y="100"/>
                  <a:pt x="68" y="96"/>
                  <a:pt x="68" y="93"/>
                </a:cubicBezTo>
                <a:cubicBezTo>
                  <a:pt x="68" y="89"/>
                  <a:pt x="68" y="86"/>
                  <a:pt x="68" y="82"/>
                </a:cubicBezTo>
                <a:cubicBezTo>
                  <a:pt x="70" y="80"/>
                  <a:pt x="73" y="77"/>
                  <a:pt x="75" y="75"/>
                </a:cubicBezTo>
                <a:cubicBezTo>
                  <a:pt x="78" y="72"/>
                  <a:pt x="80" y="70"/>
                  <a:pt x="83" y="68"/>
                </a:cubicBezTo>
                <a:cubicBezTo>
                  <a:pt x="86" y="67"/>
                  <a:pt x="89" y="67"/>
                  <a:pt x="93" y="67"/>
                </a:cubicBezTo>
                <a:cubicBezTo>
                  <a:pt x="97" y="67"/>
                  <a:pt x="100" y="67"/>
                  <a:pt x="103" y="68"/>
                </a:cubicBezTo>
                <a:cubicBezTo>
                  <a:pt x="106" y="70"/>
                  <a:pt x="108" y="72"/>
                  <a:pt x="111" y="75"/>
                </a:cubicBezTo>
                <a:cubicBezTo>
                  <a:pt x="113" y="77"/>
                  <a:pt x="116" y="80"/>
                  <a:pt x="118" y="82"/>
                </a:cubicBezTo>
                <a:cubicBezTo>
                  <a:pt x="118" y="86"/>
                  <a:pt x="118" y="89"/>
                  <a:pt x="118" y="93"/>
                </a:cubicBezTo>
                <a:cubicBezTo>
                  <a:pt x="118" y="96"/>
                  <a:pt x="118" y="100"/>
                  <a:pt x="118" y="103"/>
                </a:cubicBezTo>
                <a:close/>
                <a:moveTo>
                  <a:pt x="153" y="33"/>
                </a:moveTo>
                <a:cubicBezTo>
                  <a:pt x="158" y="38"/>
                  <a:pt x="155" y="50"/>
                  <a:pt x="147" y="65"/>
                </a:cubicBezTo>
                <a:cubicBezTo>
                  <a:pt x="140" y="63"/>
                  <a:pt x="133" y="62"/>
                  <a:pt x="125" y="61"/>
                </a:cubicBezTo>
                <a:cubicBezTo>
                  <a:pt x="124" y="53"/>
                  <a:pt x="122" y="46"/>
                  <a:pt x="120" y="39"/>
                </a:cubicBezTo>
                <a:cubicBezTo>
                  <a:pt x="135" y="31"/>
                  <a:pt x="147" y="28"/>
                  <a:pt x="153" y="33"/>
                </a:cubicBezTo>
                <a:close/>
                <a:moveTo>
                  <a:pt x="133" y="86"/>
                </a:moveTo>
                <a:cubicBezTo>
                  <a:pt x="131" y="84"/>
                  <a:pt x="128" y="81"/>
                  <a:pt x="126" y="79"/>
                </a:cubicBezTo>
                <a:cubicBezTo>
                  <a:pt x="126" y="76"/>
                  <a:pt x="126" y="72"/>
                  <a:pt x="126" y="69"/>
                </a:cubicBezTo>
                <a:cubicBezTo>
                  <a:pt x="132" y="70"/>
                  <a:pt x="137" y="71"/>
                  <a:pt x="142" y="72"/>
                </a:cubicBezTo>
                <a:cubicBezTo>
                  <a:pt x="140" y="77"/>
                  <a:pt x="136" y="81"/>
                  <a:pt x="133" y="86"/>
                </a:cubicBezTo>
                <a:close/>
                <a:moveTo>
                  <a:pt x="133" y="99"/>
                </a:moveTo>
                <a:cubicBezTo>
                  <a:pt x="136" y="104"/>
                  <a:pt x="140" y="109"/>
                  <a:pt x="142" y="113"/>
                </a:cubicBezTo>
                <a:cubicBezTo>
                  <a:pt x="137" y="114"/>
                  <a:pt x="132" y="115"/>
                  <a:pt x="126" y="116"/>
                </a:cubicBezTo>
                <a:cubicBezTo>
                  <a:pt x="126" y="113"/>
                  <a:pt x="126" y="110"/>
                  <a:pt x="126" y="107"/>
                </a:cubicBezTo>
                <a:cubicBezTo>
                  <a:pt x="129" y="104"/>
                  <a:pt x="131" y="102"/>
                  <a:pt x="133" y="99"/>
                </a:cubicBezTo>
                <a:close/>
                <a:moveTo>
                  <a:pt x="153" y="152"/>
                </a:moveTo>
                <a:cubicBezTo>
                  <a:pt x="147" y="158"/>
                  <a:pt x="135" y="155"/>
                  <a:pt x="120" y="146"/>
                </a:cubicBezTo>
                <a:cubicBezTo>
                  <a:pt x="122" y="140"/>
                  <a:pt x="124" y="132"/>
                  <a:pt x="125" y="124"/>
                </a:cubicBezTo>
                <a:cubicBezTo>
                  <a:pt x="133" y="123"/>
                  <a:pt x="140" y="122"/>
                  <a:pt x="147" y="120"/>
                </a:cubicBezTo>
                <a:cubicBezTo>
                  <a:pt x="155" y="135"/>
                  <a:pt x="158" y="147"/>
                  <a:pt x="153" y="152"/>
                </a:cubicBezTo>
                <a:close/>
                <a:moveTo>
                  <a:pt x="150" y="111"/>
                </a:moveTo>
                <a:cubicBezTo>
                  <a:pt x="147" y="105"/>
                  <a:pt x="143" y="99"/>
                  <a:pt x="138" y="93"/>
                </a:cubicBezTo>
                <a:cubicBezTo>
                  <a:pt x="143" y="86"/>
                  <a:pt x="147" y="80"/>
                  <a:pt x="150" y="74"/>
                </a:cubicBezTo>
                <a:cubicBezTo>
                  <a:pt x="167" y="79"/>
                  <a:pt x="177" y="85"/>
                  <a:pt x="177" y="93"/>
                </a:cubicBezTo>
                <a:cubicBezTo>
                  <a:pt x="177" y="100"/>
                  <a:pt x="167" y="107"/>
                  <a:pt x="150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Oval 37"/>
          <p:cNvSpPr>
            <a:spLocks noChangeAspect="1"/>
          </p:cNvSpPr>
          <p:nvPr/>
        </p:nvSpPr>
        <p:spPr>
          <a:xfrm>
            <a:off x="7231482" y="4567262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Freeform: Shape 36"/>
          <p:cNvSpPr/>
          <p:nvPr/>
        </p:nvSpPr>
        <p:spPr bwMode="auto">
          <a:xfrm>
            <a:off x="7416265" y="4751143"/>
            <a:ext cx="310639" cy="312443"/>
          </a:xfrm>
          <a:custGeom>
            <a:avLst/>
            <a:gdLst>
              <a:gd name="T0" fmla="*/ 173 w 189"/>
              <a:gd name="T1" fmla="*/ 17 h 190"/>
              <a:gd name="T2" fmla="*/ 113 w 189"/>
              <a:gd name="T3" fmla="*/ 17 h 190"/>
              <a:gd name="T4" fmla="*/ 101 w 189"/>
              <a:gd name="T5" fmla="*/ 45 h 190"/>
              <a:gd name="T6" fmla="*/ 37 w 189"/>
              <a:gd name="T7" fmla="*/ 117 h 190"/>
              <a:gd name="T8" fmla="*/ 29 w 189"/>
              <a:gd name="T9" fmla="*/ 135 h 190"/>
              <a:gd name="T10" fmla="*/ 33 w 189"/>
              <a:gd name="T11" fmla="*/ 148 h 190"/>
              <a:gd name="T12" fmla="*/ 21 w 189"/>
              <a:gd name="T13" fmla="*/ 174 h 190"/>
              <a:gd name="T14" fmla="*/ 21 w 189"/>
              <a:gd name="T15" fmla="*/ 177 h 190"/>
              <a:gd name="T16" fmla="*/ 4 w 189"/>
              <a:gd name="T17" fmla="*/ 182 h 190"/>
              <a:gd name="T18" fmla="*/ 4 w 189"/>
              <a:gd name="T19" fmla="*/ 181 h 190"/>
              <a:gd name="T20" fmla="*/ 0 w 189"/>
              <a:gd name="T21" fmla="*/ 186 h 190"/>
              <a:gd name="T22" fmla="*/ 4 w 189"/>
              <a:gd name="T23" fmla="*/ 190 h 190"/>
              <a:gd name="T24" fmla="*/ 4 w 189"/>
              <a:gd name="T25" fmla="*/ 190 h 190"/>
              <a:gd name="T26" fmla="*/ 28 w 189"/>
              <a:gd name="T27" fmla="*/ 182 h 190"/>
              <a:gd name="T28" fmla="*/ 29 w 189"/>
              <a:gd name="T29" fmla="*/ 172 h 190"/>
              <a:gd name="T30" fmla="*/ 38 w 189"/>
              <a:gd name="T31" fmla="*/ 154 h 190"/>
              <a:gd name="T32" fmla="*/ 54 w 189"/>
              <a:gd name="T33" fmla="*/ 160 h 190"/>
              <a:gd name="T34" fmla="*/ 72 w 189"/>
              <a:gd name="T35" fmla="*/ 153 h 190"/>
              <a:gd name="T36" fmla="*/ 144 w 189"/>
              <a:gd name="T37" fmla="*/ 89 h 190"/>
              <a:gd name="T38" fmla="*/ 173 w 189"/>
              <a:gd name="T39" fmla="*/ 76 h 190"/>
              <a:gd name="T40" fmla="*/ 173 w 189"/>
              <a:gd name="T41" fmla="*/ 17 h 190"/>
              <a:gd name="T42" fmla="*/ 66 w 189"/>
              <a:gd name="T43" fmla="*/ 147 h 190"/>
              <a:gd name="T44" fmla="*/ 54 w 189"/>
              <a:gd name="T45" fmla="*/ 152 h 190"/>
              <a:gd name="T46" fmla="*/ 38 w 189"/>
              <a:gd name="T47" fmla="*/ 135 h 190"/>
              <a:gd name="T48" fmla="*/ 42 w 189"/>
              <a:gd name="T49" fmla="*/ 123 h 190"/>
              <a:gd name="T50" fmla="*/ 102 w 189"/>
              <a:gd name="T51" fmla="*/ 57 h 190"/>
              <a:gd name="T52" fmla="*/ 113 w 189"/>
              <a:gd name="T53" fmla="*/ 76 h 190"/>
              <a:gd name="T54" fmla="*/ 133 w 189"/>
              <a:gd name="T55" fmla="*/ 87 h 190"/>
              <a:gd name="T56" fmla="*/ 66 w 189"/>
              <a:gd name="T57" fmla="*/ 147 h 190"/>
              <a:gd name="T58" fmla="*/ 167 w 189"/>
              <a:gd name="T59" fmla="*/ 70 h 190"/>
              <a:gd name="T60" fmla="*/ 119 w 189"/>
              <a:gd name="T61" fmla="*/ 70 h 190"/>
              <a:gd name="T62" fmla="*/ 119 w 189"/>
              <a:gd name="T63" fmla="*/ 23 h 190"/>
              <a:gd name="T64" fmla="*/ 167 w 189"/>
              <a:gd name="T65" fmla="*/ 23 h 190"/>
              <a:gd name="T66" fmla="*/ 167 w 189"/>
              <a:gd name="T67" fmla="*/ 70 h 190"/>
              <a:gd name="T68" fmla="*/ 78 w 189"/>
              <a:gd name="T69" fmla="*/ 105 h 190"/>
              <a:gd name="T70" fmla="*/ 84 w 189"/>
              <a:gd name="T71" fmla="*/ 111 h 190"/>
              <a:gd name="T72" fmla="*/ 111 w 189"/>
              <a:gd name="T73" fmla="*/ 90 h 190"/>
              <a:gd name="T74" fmla="*/ 99 w 189"/>
              <a:gd name="T75" fmla="*/ 78 h 190"/>
              <a:gd name="T76" fmla="*/ 78 w 189"/>
              <a:gd name="T77" fmla="*/ 105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9" h="190">
                <a:moveTo>
                  <a:pt x="173" y="17"/>
                </a:moveTo>
                <a:cubicBezTo>
                  <a:pt x="156" y="0"/>
                  <a:pt x="130" y="0"/>
                  <a:pt x="113" y="17"/>
                </a:cubicBezTo>
                <a:cubicBezTo>
                  <a:pt x="105" y="25"/>
                  <a:pt x="101" y="35"/>
                  <a:pt x="101" y="45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2" y="122"/>
                  <a:pt x="29" y="128"/>
                  <a:pt x="29" y="135"/>
                </a:cubicBezTo>
                <a:cubicBezTo>
                  <a:pt x="29" y="140"/>
                  <a:pt x="30" y="144"/>
                  <a:pt x="33" y="148"/>
                </a:cubicBezTo>
                <a:cubicBezTo>
                  <a:pt x="21" y="155"/>
                  <a:pt x="16" y="161"/>
                  <a:pt x="21" y="174"/>
                </a:cubicBezTo>
                <a:cubicBezTo>
                  <a:pt x="21" y="176"/>
                  <a:pt x="21" y="177"/>
                  <a:pt x="21" y="177"/>
                </a:cubicBezTo>
                <a:cubicBezTo>
                  <a:pt x="19" y="180"/>
                  <a:pt x="10" y="181"/>
                  <a:pt x="4" y="182"/>
                </a:cubicBezTo>
                <a:cubicBezTo>
                  <a:pt x="4" y="182"/>
                  <a:pt x="4" y="181"/>
                  <a:pt x="4" y="181"/>
                </a:cubicBezTo>
                <a:cubicBezTo>
                  <a:pt x="1" y="181"/>
                  <a:pt x="0" y="183"/>
                  <a:pt x="0" y="186"/>
                </a:cubicBezTo>
                <a:cubicBezTo>
                  <a:pt x="0" y="188"/>
                  <a:pt x="1" y="190"/>
                  <a:pt x="4" y="190"/>
                </a:cubicBezTo>
                <a:cubicBezTo>
                  <a:pt x="4" y="190"/>
                  <a:pt x="4" y="190"/>
                  <a:pt x="4" y="190"/>
                </a:cubicBezTo>
                <a:cubicBezTo>
                  <a:pt x="7" y="190"/>
                  <a:pt x="22" y="190"/>
                  <a:pt x="28" y="182"/>
                </a:cubicBezTo>
                <a:cubicBezTo>
                  <a:pt x="29" y="180"/>
                  <a:pt x="30" y="176"/>
                  <a:pt x="29" y="172"/>
                </a:cubicBezTo>
                <a:cubicBezTo>
                  <a:pt x="26" y="164"/>
                  <a:pt x="27" y="161"/>
                  <a:pt x="38" y="154"/>
                </a:cubicBezTo>
                <a:cubicBezTo>
                  <a:pt x="43" y="158"/>
                  <a:pt x="48" y="160"/>
                  <a:pt x="54" y="160"/>
                </a:cubicBezTo>
                <a:cubicBezTo>
                  <a:pt x="61" y="160"/>
                  <a:pt x="68" y="158"/>
                  <a:pt x="72" y="153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55" y="88"/>
                  <a:pt x="165" y="84"/>
                  <a:pt x="173" y="76"/>
                </a:cubicBezTo>
                <a:cubicBezTo>
                  <a:pt x="189" y="60"/>
                  <a:pt x="189" y="33"/>
                  <a:pt x="173" y="17"/>
                </a:cubicBezTo>
                <a:close/>
                <a:moveTo>
                  <a:pt x="66" y="147"/>
                </a:moveTo>
                <a:cubicBezTo>
                  <a:pt x="63" y="150"/>
                  <a:pt x="59" y="152"/>
                  <a:pt x="54" y="152"/>
                </a:cubicBezTo>
                <a:cubicBezTo>
                  <a:pt x="45" y="152"/>
                  <a:pt x="38" y="144"/>
                  <a:pt x="38" y="135"/>
                </a:cubicBezTo>
                <a:cubicBezTo>
                  <a:pt x="38" y="130"/>
                  <a:pt x="39" y="126"/>
                  <a:pt x="42" y="123"/>
                </a:cubicBezTo>
                <a:cubicBezTo>
                  <a:pt x="102" y="57"/>
                  <a:pt x="102" y="57"/>
                  <a:pt x="102" y="57"/>
                </a:cubicBezTo>
                <a:cubicBezTo>
                  <a:pt x="104" y="64"/>
                  <a:pt x="108" y="71"/>
                  <a:pt x="113" y="76"/>
                </a:cubicBezTo>
                <a:cubicBezTo>
                  <a:pt x="119" y="82"/>
                  <a:pt x="126" y="86"/>
                  <a:pt x="133" y="87"/>
                </a:cubicBezTo>
                <a:lnTo>
                  <a:pt x="66" y="147"/>
                </a:lnTo>
                <a:close/>
                <a:moveTo>
                  <a:pt x="167" y="70"/>
                </a:moveTo>
                <a:cubicBezTo>
                  <a:pt x="154" y="84"/>
                  <a:pt x="132" y="84"/>
                  <a:pt x="119" y="70"/>
                </a:cubicBezTo>
                <a:cubicBezTo>
                  <a:pt x="106" y="57"/>
                  <a:pt x="106" y="36"/>
                  <a:pt x="119" y="23"/>
                </a:cubicBezTo>
                <a:cubicBezTo>
                  <a:pt x="132" y="10"/>
                  <a:pt x="154" y="10"/>
                  <a:pt x="167" y="23"/>
                </a:cubicBezTo>
                <a:cubicBezTo>
                  <a:pt x="180" y="36"/>
                  <a:pt x="180" y="57"/>
                  <a:pt x="167" y="70"/>
                </a:cubicBezTo>
                <a:close/>
                <a:moveTo>
                  <a:pt x="78" y="105"/>
                </a:moveTo>
                <a:cubicBezTo>
                  <a:pt x="84" y="111"/>
                  <a:pt x="84" y="111"/>
                  <a:pt x="84" y="111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99" y="78"/>
                  <a:pt x="99" y="78"/>
                  <a:pt x="99" y="78"/>
                </a:cubicBezTo>
                <a:lnTo>
                  <a:pt x="78" y="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Oval 39"/>
          <p:cNvSpPr>
            <a:spLocks noChangeAspect="1"/>
          </p:cNvSpPr>
          <p:nvPr/>
        </p:nvSpPr>
        <p:spPr>
          <a:xfrm>
            <a:off x="4264833" y="4567262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Freeform: Shape 40"/>
          <p:cNvSpPr/>
          <p:nvPr/>
        </p:nvSpPr>
        <p:spPr bwMode="auto">
          <a:xfrm>
            <a:off x="4508973" y="4757579"/>
            <a:ext cx="191923" cy="299935"/>
          </a:xfrm>
          <a:custGeom>
            <a:avLst/>
            <a:gdLst>
              <a:gd name="T0" fmla="*/ 55 w 118"/>
              <a:gd name="T1" fmla="*/ 118 h 185"/>
              <a:gd name="T2" fmla="*/ 51 w 118"/>
              <a:gd name="T3" fmla="*/ 122 h 185"/>
              <a:gd name="T4" fmla="*/ 55 w 118"/>
              <a:gd name="T5" fmla="*/ 126 h 185"/>
              <a:gd name="T6" fmla="*/ 59 w 118"/>
              <a:gd name="T7" fmla="*/ 122 h 185"/>
              <a:gd name="T8" fmla="*/ 55 w 118"/>
              <a:gd name="T9" fmla="*/ 118 h 185"/>
              <a:gd name="T10" fmla="*/ 46 w 118"/>
              <a:gd name="T11" fmla="*/ 152 h 185"/>
              <a:gd name="T12" fmla="*/ 42 w 118"/>
              <a:gd name="T13" fmla="*/ 156 h 185"/>
              <a:gd name="T14" fmla="*/ 46 w 118"/>
              <a:gd name="T15" fmla="*/ 160 h 185"/>
              <a:gd name="T16" fmla="*/ 51 w 118"/>
              <a:gd name="T17" fmla="*/ 156 h 185"/>
              <a:gd name="T18" fmla="*/ 46 w 118"/>
              <a:gd name="T19" fmla="*/ 152 h 185"/>
              <a:gd name="T20" fmla="*/ 51 w 118"/>
              <a:gd name="T21" fmla="*/ 93 h 185"/>
              <a:gd name="T22" fmla="*/ 42 w 118"/>
              <a:gd name="T23" fmla="*/ 84 h 185"/>
              <a:gd name="T24" fmla="*/ 34 w 118"/>
              <a:gd name="T25" fmla="*/ 93 h 185"/>
              <a:gd name="T26" fmla="*/ 42 w 118"/>
              <a:gd name="T27" fmla="*/ 101 h 185"/>
              <a:gd name="T28" fmla="*/ 51 w 118"/>
              <a:gd name="T29" fmla="*/ 93 h 185"/>
              <a:gd name="T30" fmla="*/ 110 w 118"/>
              <a:gd name="T31" fmla="*/ 0 h 185"/>
              <a:gd name="T32" fmla="*/ 8 w 118"/>
              <a:gd name="T33" fmla="*/ 0 h 185"/>
              <a:gd name="T34" fmla="*/ 0 w 118"/>
              <a:gd name="T35" fmla="*/ 8 h 185"/>
              <a:gd name="T36" fmla="*/ 0 w 118"/>
              <a:gd name="T37" fmla="*/ 17 h 185"/>
              <a:gd name="T38" fmla="*/ 8 w 118"/>
              <a:gd name="T39" fmla="*/ 25 h 185"/>
              <a:gd name="T40" fmla="*/ 17 w 118"/>
              <a:gd name="T41" fmla="*/ 25 h 185"/>
              <a:gd name="T42" fmla="*/ 17 w 118"/>
              <a:gd name="T43" fmla="*/ 143 h 185"/>
              <a:gd name="T44" fmla="*/ 59 w 118"/>
              <a:gd name="T45" fmla="*/ 185 h 185"/>
              <a:gd name="T46" fmla="*/ 101 w 118"/>
              <a:gd name="T47" fmla="*/ 143 h 185"/>
              <a:gd name="T48" fmla="*/ 101 w 118"/>
              <a:gd name="T49" fmla="*/ 25 h 185"/>
              <a:gd name="T50" fmla="*/ 110 w 118"/>
              <a:gd name="T51" fmla="*/ 25 h 185"/>
              <a:gd name="T52" fmla="*/ 118 w 118"/>
              <a:gd name="T53" fmla="*/ 17 h 185"/>
              <a:gd name="T54" fmla="*/ 118 w 118"/>
              <a:gd name="T55" fmla="*/ 8 h 185"/>
              <a:gd name="T56" fmla="*/ 110 w 118"/>
              <a:gd name="T57" fmla="*/ 0 h 185"/>
              <a:gd name="T58" fmla="*/ 93 w 118"/>
              <a:gd name="T59" fmla="*/ 143 h 185"/>
              <a:gd name="T60" fmla="*/ 59 w 118"/>
              <a:gd name="T61" fmla="*/ 177 h 185"/>
              <a:gd name="T62" fmla="*/ 25 w 118"/>
              <a:gd name="T63" fmla="*/ 143 h 185"/>
              <a:gd name="T64" fmla="*/ 25 w 118"/>
              <a:gd name="T65" fmla="*/ 55 h 185"/>
              <a:gd name="T66" fmla="*/ 45 w 118"/>
              <a:gd name="T67" fmla="*/ 59 h 185"/>
              <a:gd name="T68" fmla="*/ 57 w 118"/>
              <a:gd name="T69" fmla="*/ 57 h 185"/>
              <a:gd name="T70" fmla="*/ 82 w 118"/>
              <a:gd name="T71" fmla="*/ 47 h 185"/>
              <a:gd name="T72" fmla="*/ 93 w 118"/>
              <a:gd name="T73" fmla="*/ 43 h 185"/>
              <a:gd name="T74" fmla="*/ 93 w 118"/>
              <a:gd name="T75" fmla="*/ 143 h 185"/>
              <a:gd name="T76" fmla="*/ 93 w 118"/>
              <a:gd name="T77" fmla="*/ 34 h 185"/>
              <a:gd name="T78" fmla="*/ 79 w 118"/>
              <a:gd name="T79" fmla="*/ 40 h 185"/>
              <a:gd name="T80" fmla="*/ 55 w 118"/>
              <a:gd name="T81" fmla="*/ 50 h 185"/>
              <a:gd name="T82" fmla="*/ 25 w 118"/>
              <a:gd name="T83" fmla="*/ 46 h 185"/>
              <a:gd name="T84" fmla="*/ 25 w 118"/>
              <a:gd name="T85" fmla="*/ 25 h 185"/>
              <a:gd name="T86" fmla="*/ 93 w 118"/>
              <a:gd name="T87" fmla="*/ 25 h 185"/>
              <a:gd name="T88" fmla="*/ 93 w 118"/>
              <a:gd name="T89" fmla="*/ 34 h 185"/>
              <a:gd name="T90" fmla="*/ 110 w 118"/>
              <a:gd name="T91" fmla="*/ 17 h 185"/>
              <a:gd name="T92" fmla="*/ 8 w 118"/>
              <a:gd name="T93" fmla="*/ 17 h 185"/>
              <a:gd name="T94" fmla="*/ 8 w 118"/>
              <a:gd name="T95" fmla="*/ 8 h 185"/>
              <a:gd name="T96" fmla="*/ 110 w 118"/>
              <a:gd name="T97" fmla="*/ 8 h 185"/>
              <a:gd name="T98" fmla="*/ 110 w 118"/>
              <a:gd name="T99" fmla="*/ 17 h 185"/>
              <a:gd name="T100" fmla="*/ 72 w 118"/>
              <a:gd name="T101" fmla="*/ 135 h 185"/>
              <a:gd name="T102" fmla="*/ 68 w 118"/>
              <a:gd name="T103" fmla="*/ 139 h 185"/>
              <a:gd name="T104" fmla="*/ 72 w 118"/>
              <a:gd name="T105" fmla="*/ 143 h 185"/>
              <a:gd name="T106" fmla="*/ 76 w 118"/>
              <a:gd name="T107" fmla="*/ 139 h 185"/>
              <a:gd name="T108" fmla="*/ 72 w 118"/>
              <a:gd name="T109" fmla="*/ 135 h 185"/>
              <a:gd name="T110" fmla="*/ 76 w 118"/>
              <a:gd name="T111" fmla="*/ 67 h 185"/>
              <a:gd name="T112" fmla="*/ 68 w 118"/>
              <a:gd name="T113" fmla="*/ 76 h 185"/>
              <a:gd name="T114" fmla="*/ 76 w 118"/>
              <a:gd name="T115" fmla="*/ 84 h 185"/>
              <a:gd name="T116" fmla="*/ 84 w 118"/>
              <a:gd name="T117" fmla="*/ 76 h 185"/>
              <a:gd name="T118" fmla="*/ 76 w 118"/>
              <a:gd name="T119" fmla="*/ 67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8" h="185">
                <a:moveTo>
                  <a:pt x="55" y="118"/>
                </a:moveTo>
                <a:cubicBezTo>
                  <a:pt x="53" y="118"/>
                  <a:pt x="51" y="120"/>
                  <a:pt x="51" y="122"/>
                </a:cubicBezTo>
                <a:cubicBezTo>
                  <a:pt x="51" y="124"/>
                  <a:pt x="53" y="126"/>
                  <a:pt x="55" y="126"/>
                </a:cubicBezTo>
                <a:cubicBezTo>
                  <a:pt x="57" y="126"/>
                  <a:pt x="59" y="124"/>
                  <a:pt x="59" y="122"/>
                </a:cubicBezTo>
                <a:cubicBezTo>
                  <a:pt x="59" y="120"/>
                  <a:pt x="57" y="118"/>
                  <a:pt x="55" y="118"/>
                </a:cubicBezTo>
                <a:close/>
                <a:moveTo>
                  <a:pt x="46" y="152"/>
                </a:moveTo>
                <a:cubicBezTo>
                  <a:pt x="44" y="152"/>
                  <a:pt x="42" y="154"/>
                  <a:pt x="42" y="156"/>
                </a:cubicBezTo>
                <a:cubicBezTo>
                  <a:pt x="42" y="158"/>
                  <a:pt x="44" y="160"/>
                  <a:pt x="46" y="160"/>
                </a:cubicBezTo>
                <a:cubicBezTo>
                  <a:pt x="49" y="160"/>
                  <a:pt x="51" y="158"/>
                  <a:pt x="51" y="156"/>
                </a:cubicBezTo>
                <a:cubicBezTo>
                  <a:pt x="51" y="154"/>
                  <a:pt x="49" y="152"/>
                  <a:pt x="46" y="152"/>
                </a:cubicBezTo>
                <a:close/>
                <a:moveTo>
                  <a:pt x="51" y="93"/>
                </a:moveTo>
                <a:cubicBezTo>
                  <a:pt x="51" y="88"/>
                  <a:pt x="47" y="84"/>
                  <a:pt x="42" y="84"/>
                </a:cubicBezTo>
                <a:cubicBezTo>
                  <a:pt x="38" y="84"/>
                  <a:pt x="34" y="88"/>
                  <a:pt x="34" y="93"/>
                </a:cubicBezTo>
                <a:cubicBezTo>
                  <a:pt x="34" y="97"/>
                  <a:pt x="38" y="101"/>
                  <a:pt x="42" y="101"/>
                </a:cubicBezTo>
                <a:cubicBezTo>
                  <a:pt x="47" y="101"/>
                  <a:pt x="51" y="97"/>
                  <a:pt x="51" y="93"/>
                </a:cubicBezTo>
                <a:close/>
                <a:moveTo>
                  <a:pt x="110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21"/>
                  <a:pt x="4" y="25"/>
                  <a:pt x="8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7" y="166"/>
                  <a:pt x="36" y="185"/>
                  <a:pt x="59" y="185"/>
                </a:cubicBezTo>
                <a:cubicBezTo>
                  <a:pt x="82" y="185"/>
                  <a:pt x="101" y="166"/>
                  <a:pt x="101" y="143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0" y="25"/>
                  <a:pt x="110" y="25"/>
                  <a:pt x="110" y="25"/>
                </a:cubicBezTo>
                <a:cubicBezTo>
                  <a:pt x="114" y="25"/>
                  <a:pt x="118" y="21"/>
                  <a:pt x="118" y="17"/>
                </a:cubicBezTo>
                <a:cubicBezTo>
                  <a:pt x="118" y="8"/>
                  <a:pt x="118" y="8"/>
                  <a:pt x="118" y="8"/>
                </a:cubicBezTo>
                <a:cubicBezTo>
                  <a:pt x="118" y="4"/>
                  <a:pt x="114" y="0"/>
                  <a:pt x="110" y="0"/>
                </a:cubicBezTo>
                <a:close/>
                <a:moveTo>
                  <a:pt x="93" y="143"/>
                </a:moveTo>
                <a:cubicBezTo>
                  <a:pt x="93" y="162"/>
                  <a:pt x="78" y="177"/>
                  <a:pt x="59" y="177"/>
                </a:cubicBezTo>
                <a:cubicBezTo>
                  <a:pt x="40" y="177"/>
                  <a:pt x="25" y="162"/>
                  <a:pt x="25" y="143"/>
                </a:cubicBezTo>
                <a:cubicBezTo>
                  <a:pt x="25" y="55"/>
                  <a:pt x="25" y="55"/>
                  <a:pt x="25" y="55"/>
                </a:cubicBezTo>
                <a:cubicBezTo>
                  <a:pt x="31" y="57"/>
                  <a:pt x="38" y="59"/>
                  <a:pt x="45" y="59"/>
                </a:cubicBezTo>
                <a:cubicBezTo>
                  <a:pt x="49" y="59"/>
                  <a:pt x="53" y="58"/>
                  <a:pt x="57" y="57"/>
                </a:cubicBezTo>
                <a:cubicBezTo>
                  <a:pt x="68" y="54"/>
                  <a:pt x="76" y="50"/>
                  <a:pt x="82" y="47"/>
                </a:cubicBezTo>
                <a:cubicBezTo>
                  <a:pt x="86" y="45"/>
                  <a:pt x="90" y="44"/>
                  <a:pt x="93" y="43"/>
                </a:cubicBezTo>
                <a:lnTo>
                  <a:pt x="93" y="143"/>
                </a:lnTo>
                <a:close/>
                <a:moveTo>
                  <a:pt x="93" y="34"/>
                </a:moveTo>
                <a:cubicBezTo>
                  <a:pt x="88" y="36"/>
                  <a:pt x="84" y="38"/>
                  <a:pt x="79" y="40"/>
                </a:cubicBezTo>
                <a:cubicBezTo>
                  <a:pt x="72" y="43"/>
                  <a:pt x="65" y="46"/>
                  <a:pt x="55" y="50"/>
                </a:cubicBezTo>
                <a:cubicBezTo>
                  <a:pt x="44" y="53"/>
                  <a:pt x="34" y="50"/>
                  <a:pt x="25" y="46"/>
                </a:cubicBezTo>
                <a:cubicBezTo>
                  <a:pt x="25" y="25"/>
                  <a:pt x="25" y="25"/>
                  <a:pt x="25" y="25"/>
                </a:cubicBezTo>
                <a:cubicBezTo>
                  <a:pt x="93" y="25"/>
                  <a:pt x="93" y="25"/>
                  <a:pt x="93" y="25"/>
                </a:cubicBezTo>
                <a:lnTo>
                  <a:pt x="93" y="34"/>
                </a:lnTo>
                <a:close/>
                <a:moveTo>
                  <a:pt x="110" y="17"/>
                </a:moveTo>
                <a:cubicBezTo>
                  <a:pt x="8" y="17"/>
                  <a:pt x="8" y="17"/>
                  <a:pt x="8" y="17"/>
                </a:cubicBezTo>
                <a:cubicBezTo>
                  <a:pt x="8" y="8"/>
                  <a:pt x="8" y="8"/>
                  <a:pt x="8" y="8"/>
                </a:cubicBezTo>
                <a:cubicBezTo>
                  <a:pt x="110" y="8"/>
                  <a:pt x="110" y="8"/>
                  <a:pt x="110" y="8"/>
                </a:cubicBezTo>
                <a:lnTo>
                  <a:pt x="110" y="17"/>
                </a:lnTo>
                <a:close/>
                <a:moveTo>
                  <a:pt x="72" y="135"/>
                </a:moveTo>
                <a:cubicBezTo>
                  <a:pt x="69" y="135"/>
                  <a:pt x="68" y="137"/>
                  <a:pt x="68" y="139"/>
                </a:cubicBezTo>
                <a:cubicBezTo>
                  <a:pt x="68" y="141"/>
                  <a:pt x="69" y="143"/>
                  <a:pt x="72" y="143"/>
                </a:cubicBezTo>
                <a:cubicBezTo>
                  <a:pt x="74" y="143"/>
                  <a:pt x="76" y="141"/>
                  <a:pt x="76" y="139"/>
                </a:cubicBezTo>
                <a:cubicBezTo>
                  <a:pt x="76" y="137"/>
                  <a:pt x="74" y="135"/>
                  <a:pt x="72" y="135"/>
                </a:cubicBezTo>
                <a:close/>
                <a:moveTo>
                  <a:pt x="76" y="67"/>
                </a:moveTo>
                <a:cubicBezTo>
                  <a:pt x="71" y="67"/>
                  <a:pt x="68" y="71"/>
                  <a:pt x="68" y="76"/>
                </a:cubicBezTo>
                <a:cubicBezTo>
                  <a:pt x="68" y="80"/>
                  <a:pt x="71" y="84"/>
                  <a:pt x="76" y="84"/>
                </a:cubicBezTo>
                <a:cubicBezTo>
                  <a:pt x="81" y="84"/>
                  <a:pt x="84" y="80"/>
                  <a:pt x="84" y="76"/>
                </a:cubicBezTo>
                <a:cubicBezTo>
                  <a:pt x="84" y="71"/>
                  <a:pt x="81" y="67"/>
                  <a:pt x="76" y="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36" name="组合 35"/>
          <p:cNvGrpSpPr/>
          <p:nvPr/>
        </p:nvGrpSpPr>
        <p:grpSpPr>
          <a:xfrm>
            <a:off x="8157258" y="1351262"/>
            <a:ext cx="3217787" cy="1447044"/>
            <a:chOff x="8539843" y="2171125"/>
            <a:chExt cx="3217787" cy="1447044"/>
          </a:xfrm>
        </p:grpSpPr>
        <p:sp>
          <p:nvSpPr>
            <p:cNvPr id="37" name="矩形 36"/>
            <p:cNvSpPr/>
            <p:nvPr/>
          </p:nvSpPr>
          <p:spPr>
            <a:xfrm>
              <a:off x="8539843" y="2514021"/>
              <a:ext cx="3217787" cy="11041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解析、分块、多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、向量检索与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Web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集成为成熟组合；统一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JSON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与无状态设计降低联调成本，分项开发即可落地。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技术方案可行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679934" y="2910369"/>
            <a:ext cx="2954505" cy="1705577"/>
            <a:chOff x="8539843" y="2171125"/>
            <a:chExt cx="2954505" cy="1705577"/>
          </a:xfrm>
        </p:grpSpPr>
        <p:sp>
          <p:nvSpPr>
            <p:cNvPr id="44" name="矩形 43"/>
            <p:cNvSpPr/>
            <p:nvPr/>
          </p:nvSpPr>
          <p:spPr>
            <a:xfrm>
              <a:off x="8539844" y="2514021"/>
              <a:ext cx="2954504" cy="13626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数据与切片、提示词与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、后端与接口、前端与联调、测试与文档可分轨并行。通过校验、统一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id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、任务表追踪状态、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JSON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约束，可显著降低联调时间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组织与管理可行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157259" y="4728441"/>
            <a:ext cx="3369187" cy="1447044"/>
            <a:chOff x="8539843" y="2171125"/>
            <a:chExt cx="3369187" cy="1447044"/>
          </a:xfrm>
        </p:grpSpPr>
        <p:sp>
          <p:nvSpPr>
            <p:cNvPr id="47" name="矩形 46"/>
            <p:cNvSpPr/>
            <p:nvPr/>
          </p:nvSpPr>
          <p:spPr>
            <a:xfrm>
              <a:off x="8539843" y="2514021"/>
              <a:ext cx="3369187" cy="11041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学科化、多维度、可解释、可复核的辅助评审原型、技术路线闭环、数据与效果采用分阶段、可量化的质控的前提下，本项目在技术与管理上均可行。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综合结论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94342" y="1336286"/>
            <a:ext cx="3524504" cy="1447044"/>
            <a:chOff x="7791196" y="2171125"/>
            <a:chExt cx="3524504" cy="1447044"/>
          </a:xfrm>
        </p:grpSpPr>
        <p:sp>
          <p:nvSpPr>
            <p:cNvPr id="50" name="矩形 49"/>
            <p:cNvSpPr/>
            <p:nvPr/>
          </p:nvSpPr>
          <p:spPr>
            <a:xfrm>
              <a:off x="7791196" y="2514021"/>
              <a:ext cx="3524504" cy="11041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软工方向硕论体量大、评审重复劳动多、标准主观性强；通用大模型对专业语境、实验与代码、学科规范把握不稳，需要可落地的辅助评审而非泛泛聊天式评语。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目标与问题界定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65554" y="4774077"/>
            <a:ext cx="3409077" cy="1188512"/>
            <a:chOff x="7906623" y="2171125"/>
            <a:chExt cx="3409077" cy="1188512"/>
          </a:xfrm>
        </p:grpSpPr>
        <p:sp>
          <p:nvSpPr>
            <p:cNvPr id="53" name="矩形 52"/>
            <p:cNvSpPr/>
            <p:nvPr/>
          </p:nvSpPr>
          <p:spPr>
            <a:xfrm>
              <a:off x="7906623" y="2514021"/>
              <a:ext cx="3409077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范围、幻觉、成本与数据合规均有对策：人机复核、分块限流、脱敏与引用边界；强化学习可列为深化而非一期硬指标。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风险可控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65554" y="2965562"/>
            <a:ext cx="2775856" cy="1447044"/>
            <a:chOff x="8539844" y="2171125"/>
            <a:chExt cx="2775856" cy="1447044"/>
          </a:xfrm>
        </p:grpSpPr>
        <p:sp>
          <p:nvSpPr>
            <p:cNvPr id="56" name="矩形 55"/>
            <p:cNvSpPr/>
            <p:nvPr/>
          </p:nvSpPr>
          <p:spPr>
            <a:xfrm>
              <a:off x="8539844" y="2514021"/>
              <a:ext cx="2775856" cy="11041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先以小样本打通解析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—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切片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—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评审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—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存库全链路，再扩大样本；采用「模型预标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+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人工纠偏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+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规范文档」的半自动路径</a:t>
              </a:r>
            </a:p>
          </p:txBody>
        </p:sp>
        <p:sp>
          <p:nvSpPr>
            <p:cNvPr id="57" name="矩形 56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数据、标注可行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2639-3344-EBD0-F43B-004A90CA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CA3AD75-5998-3310-C0D2-708D3AEEAEF1}"/>
              </a:ext>
            </a:extLst>
          </p:cNvPr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82E97CA-407D-45F1-D1E1-497CB08ECAEE}"/>
                </a:ext>
              </a:extLst>
            </p:cNvPr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9CAC2BB8-33B1-1ADB-BBD4-D7EEB01B40BE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C6E08E16-2E5E-53A6-E723-CEFB03F05535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055DC767-2CD6-E29F-A8FB-53792F508CF3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5A613DDA-90EE-035C-39BD-D602DCBCD85A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70A2BC95-FB73-72CC-14EA-37FAB79C7FA4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033214A2-F37E-6C0A-3F34-1A1DD88B69A0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F5CAE706-14AB-A3A7-57B0-72F1A88DB976}"/>
                    </a:ext>
                  </a:extLst>
                </p:cNvPr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5B6F35A3-9A0D-414B-A706-85C8A53B57A6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A259609-85B8-5C8D-E593-2CCDE8CAF898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F439B846-FC59-A559-E85C-169BEC7516D0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3704FC96-D24A-096E-853C-3540AD6685A1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CD1A3F6-160F-13D2-67E6-1D51CCD4D7E4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CA14A1-F1CA-915C-4AB4-0FA5115481C1}"/>
                </a:ext>
              </a:extLst>
            </p:cNvPr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4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5A20EF7E-A110-2EF8-08C1-D42AC26C35B4}"/>
              </a:ext>
            </a:extLst>
          </p:cNvPr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项目创新点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9AE92E-A7F9-2A3F-9F6F-01F23FA4F623}"/>
              </a:ext>
            </a:extLst>
          </p:cNvPr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86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034742" y="538222"/>
            <a:ext cx="4122516" cy="647559"/>
            <a:chOff x="4034742" y="538222"/>
            <a:chExt cx="4122516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四、项目创新点</a:t>
              </a: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4822374" y="1803739"/>
            <a:ext cx="2547247" cy="3869701"/>
            <a:chOff x="7545281" y="777387"/>
            <a:chExt cx="3665723" cy="5568853"/>
          </a:xfrm>
        </p:grpSpPr>
        <p:sp>
          <p:nvSpPr>
            <p:cNvPr id="89" name="任意多边形: 形状 88"/>
            <p:cNvSpPr/>
            <p:nvPr/>
          </p:nvSpPr>
          <p:spPr bwMode="auto">
            <a:xfrm>
              <a:off x="7676622" y="2638487"/>
              <a:ext cx="3534382" cy="3707753"/>
            </a:xfrm>
            <a:custGeom>
              <a:avLst/>
              <a:gdLst>
                <a:gd name="T0" fmla="*/ 1111 w 1136"/>
                <a:gd name="T1" fmla="*/ 196 h 1193"/>
                <a:gd name="T2" fmla="*/ 1006 w 1136"/>
                <a:gd name="T3" fmla="*/ 399 h 1193"/>
                <a:gd name="T4" fmla="*/ 843 w 1136"/>
                <a:gd name="T5" fmla="*/ 688 h 1193"/>
                <a:gd name="T6" fmla="*/ 837 w 1136"/>
                <a:gd name="T7" fmla="*/ 760 h 1193"/>
                <a:gd name="T8" fmla="*/ 299 w 1136"/>
                <a:gd name="T9" fmla="*/ 760 h 1193"/>
                <a:gd name="T10" fmla="*/ 293 w 1136"/>
                <a:gd name="T11" fmla="*/ 688 h 1193"/>
                <a:gd name="T12" fmla="*/ 130 w 1136"/>
                <a:gd name="T13" fmla="*/ 399 h 1193"/>
                <a:gd name="T14" fmla="*/ 24 w 1136"/>
                <a:gd name="T15" fmla="*/ 196 h 1193"/>
                <a:gd name="T16" fmla="*/ 0 w 1136"/>
                <a:gd name="T17" fmla="*/ 21 h 1193"/>
                <a:gd name="T18" fmla="*/ 3 w 1136"/>
                <a:gd name="T19" fmla="*/ 55 h 1193"/>
                <a:gd name="T20" fmla="*/ 101 w 1136"/>
                <a:gd name="T21" fmla="*/ 323 h 1193"/>
                <a:gd name="T22" fmla="*/ 314 w 1136"/>
                <a:gd name="T23" fmla="*/ 632 h 1193"/>
                <a:gd name="T24" fmla="*/ 335 w 1136"/>
                <a:gd name="T25" fmla="*/ 710 h 1193"/>
                <a:gd name="T26" fmla="*/ 452 w 1136"/>
                <a:gd name="T27" fmla="*/ 790 h 1193"/>
                <a:gd name="T28" fmla="*/ 445 w 1136"/>
                <a:gd name="T29" fmla="*/ 724 h 1193"/>
                <a:gd name="T30" fmla="*/ 279 w 1136"/>
                <a:gd name="T31" fmla="*/ 456 h 1193"/>
                <a:gd name="T32" fmla="*/ 202 w 1136"/>
                <a:gd name="T33" fmla="*/ 311 h 1193"/>
                <a:gd name="T34" fmla="*/ 179 w 1136"/>
                <a:gd name="T35" fmla="*/ 166 h 1193"/>
                <a:gd name="T36" fmla="*/ 181 w 1136"/>
                <a:gd name="T37" fmla="*/ 166 h 1193"/>
                <a:gd name="T38" fmla="*/ 211 w 1136"/>
                <a:gd name="T39" fmla="*/ 308 h 1193"/>
                <a:gd name="T40" fmla="*/ 294 w 1136"/>
                <a:gd name="T41" fmla="*/ 445 h 1193"/>
                <a:gd name="T42" fmla="*/ 481 w 1136"/>
                <a:gd name="T43" fmla="*/ 715 h 1193"/>
                <a:gd name="T44" fmla="*/ 493 w 1136"/>
                <a:gd name="T45" fmla="*/ 789 h 1193"/>
                <a:gd name="T46" fmla="*/ 486 w 1136"/>
                <a:gd name="T47" fmla="*/ 589 h 1193"/>
                <a:gd name="T48" fmla="*/ 394 w 1136"/>
                <a:gd name="T49" fmla="*/ 410 h 1193"/>
                <a:gd name="T50" fmla="*/ 336 w 1136"/>
                <a:gd name="T51" fmla="*/ 230 h 1193"/>
                <a:gd name="T52" fmla="*/ 328 w 1136"/>
                <a:gd name="T53" fmla="*/ 111 h 1193"/>
                <a:gd name="T54" fmla="*/ 361 w 1136"/>
                <a:gd name="T55" fmla="*/ 290 h 1193"/>
                <a:gd name="T56" fmla="*/ 415 w 1136"/>
                <a:gd name="T57" fmla="*/ 412 h 1193"/>
                <a:gd name="T58" fmla="*/ 573 w 1136"/>
                <a:gd name="T59" fmla="*/ 721 h 1193"/>
                <a:gd name="T60" fmla="*/ 585 w 1136"/>
                <a:gd name="T61" fmla="*/ 692 h 1193"/>
                <a:gd name="T62" fmla="*/ 645 w 1136"/>
                <a:gd name="T63" fmla="*/ 335 h 1193"/>
                <a:gd name="T64" fmla="*/ 671 w 1136"/>
                <a:gd name="T65" fmla="*/ 78 h 1193"/>
                <a:gd name="T66" fmla="*/ 675 w 1136"/>
                <a:gd name="T67" fmla="*/ 117 h 1193"/>
                <a:gd name="T68" fmla="*/ 653 w 1136"/>
                <a:gd name="T69" fmla="*/ 414 h 1193"/>
                <a:gd name="T70" fmla="*/ 619 w 1136"/>
                <a:gd name="T71" fmla="*/ 722 h 1193"/>
                <a:gd name="T72" fmla="*/ 680 w 1136"/>
                <a:gd name="T73" fmla="*/ 770 h 1193"/>
                <a:gd name="T74" fmla="*/ 838 w 1136"/>
                <a:gd name="T75" fmla="*/ 426 h 1193"/>
                <a:gd name="T76" fmla="*/ 886 w 1136"/>
                <a:gd name="T77" fmla="*/ 344 h 1193"/>
                <a:gd name="T78" fmla="*/ 929 w 1136"/>
                <a:gd name="T79" fmla="*/ 238 h 1193"/>
                <a:gd name="T80" fmla="*/ 950 w 1136"/>
                <a:gd name="T81" fmla="*/ 143 h 1193"/>
                <a:gd name="T82" fmla="*/ 958 w 1136"/>
                <a:gd name="T83" fmla="*/ 96 h 1193"/>
                <a:gd name="T84" fmla="*/ 947 w 1136"/>
                <a:gd name="T85" fmla="*/ 200 h 1193"/>
                <a:gd name="T86" fmla="*/ 921 w 1136"/>
                <a:gd name="T87" fmla="*/ 299 h 1193"/>
                <a:gd name="T88" fmla="*/ 879 w 1136"/>
                <a:gd name="T89" fmla="*/ 394 h 1193"/>
                <a:gd name="T90" fmla="*/ 719 w 1136"/>
                <a:gd name="T91" fmla="*/ 784 h 1193"/>
                <a:gd name="T92" fmla="*/ 805 w 1136"/>
                <a:gd name="T93" fmla="*/ 687 h 1193"/>
                <a:gd name="T94" fmla="*/ 894 w 1136"/>
                <a:gd name="T95" fmla="*/ 511 h 1193"/>
                <a:gd name="T96" fmla="*/ 1074 w 1136"/>
                <a:gd name="T97" fmla="*/ 258 h 1193"/>
                <a:gd name="T98" fmla="*/ 1134 w 1136"/>
                <a:gd name="T99" fmla="*/ 36 h 1193"/>
                <a:gd name="T100" fmla="*/ 1135 w 1136"/>
                <a:gd name="T101" fmla="*/ 36 h 1193"/>
                <a:gd name="T102" fmla="*/ 833 w 1136"/>
                <a:gd name="T103" fmla="*/ 887 h 1193"/>
                <a:gd name="T104" fmla="*/ 302 w 1136"/>
                <a:gd name="T105" fmla="*/ 987 h 1193"/>
                <a:gd name="T106" fmla="*/ 568 w 1136"/>
                <a:gd name="T107" fmla="*/ 1101 h 1193"/>
                <a:gd name="T108" fmla="*/ 725 w 1136"/>
                <a:gd name="T109" fmla="*/ 1135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36" h="1193">
                  <a:moveTo>
                    <a:pt x="1135" y="36"/>
                  </a:moveTo>
                  <a:cubicBezTo>
                    <a:pt x="1135" y="42"/>
                    <a:pt x="1135" y="49"/>
                    <a:pt x="1135" y="56"/>
                  </a:cubicBezTo>
                  <a:cubicBezTo>
                    <a:pt x="1134" y="63"/>
                    <a:pt x="1134" y="70"/>
                    <a:pt x="1133" y="78"/>
                  </a:cubicBezTo>
                  <a:cubicBezTo>
                    <a:pt x="1133" y="86"/>
                    <a:pt x="1131" y="95"/>
                    <a:pt x="1130" y="104"/>
                  </a:cubicBezTo>
                  <a:cubicBezTo>
                    <a:pt x="1129" y="113"/>
                    <a:pt x="1128" y="123"/>
                    <a:pt x="1126" y="133"/>
                  </a:cubicBezTo>
                  <a:cubicBezTo>
                    <a:pt x="1122" y="152"/>
                    <a:pt x="1118" y="174"/>
                    <a:pt x="1111" y="196"/>
                  </a:cubicBezTo>
                  <a:cubicBezTo>
                    <a:pt x="1104" y="218"/>
                    <a:pt x="1096" y="241"/>
                    <a:pt x="1086" y="264"/>
                  </a:cubicBezTo>
                  <a:cubicBezTo>
                    <a:pt x="1075" y="287"/>
                    <a:pt x="1063" y="310"/>
                    <a:pt x="1049" y="332"/>
                  </a:cubicBezTo>
                  <a:cubicBezTo>
                    <a:pt x="1046" y="338"/>
                    <a:pt x="1042" y="344"/>
                    <a:pt x="1039" y="349"/>
                  </a:cubicBezTo>
                  <a:cubicBezTo>
                    <a:pt x="1037" y="352"/>
                    <a:pt x="1035" y="355"/>
                    <a:pt x="1033" y="358"/>
                  </a:cubicBezTo>
                  <a:cubicBezTo>
                    <a:pt x="1028" y="366"/>
                    <a:pt x="1028" y="366"/>
                    <a:pt x="1028" y="366"/>
                  </a:cubicBezTo>
                  <a:cubicBezTo>
                    <a:pt x="1020" y="377"/>
                    <a:pt x="1013" y="388"/>
                    <a:pt x="1006" y="399"/>
                  </a:cubicBezTo>
                  <a:cubicBezTo>
                    <a:pt x="976" y="444"/>
                    <a:pt x="944" y="487"/>
                    <a:pt x="917" y="528"/>
                  </a:cubicBezTo>
                  <a:cubicBezTo>
                    <a:pt x="889" y="569"/>
                    <a:pt x="867" y="608"/>
                    <a:pt x="855" y="644"/>
                  </a:cubicBezTo>
                  <a:cubicBezTo>
                    <a:pt x="853" y="649"/>
                    <a:pt x="852" y="653"/>
                    <a:pt x="851" y="658"/>
                  </a:cubicBezTo>
                  <a:cubicBezTo>
                    <a:pt x="849" y="662"/>
                    <a:pt x="848" y="666"/>
                    <a:pt x="847" y="670"/>
                  </a:cubicBezTo>
                  <a:cubicBezTo>
                    <a:pt x="846" y="674"/>
                    <a:pt x="845" y="678"/>
                    <a:pt x="844" y="682"/>
                  </a:cubicBezTo>
                  <a:cubicBezTo>
                    <a:pt x="844" y="684"/>
                    <a:pt x="843" y="686"/>
                    <a:pt x="843" y="688"/>
                  </a:cubicBezTo>
                  <a:cubicBezTo>
                    <a:pt x="842" y="690"/>
                    <a:pt x="842" y="692"/>
                    <a:pt x="842" y="694"/>
                  </a:cubicBezTo>
                  <a:cubicBezTo>
                    <a:pt x="841" y="702"/>
                    <a:pt x="839" y="709"/>
                    <a:pt x="839" y="715"/>
                  </a:cubicBezTo>
                  <a:cubicBezTo>
                    <a:pt x="838" y="722"/>
                    <a:pt x="838" y="728"/>
                    <a:pt x="837" y="733"/>
                  </a:cubicBezTo>
                  <a:cubicBezTo>
                    <a:pt x="837" y="736"/>
                    <a:pt x="837" y="738"/>
                    <a:pt x="837" y="741"/>
                  </a:cubicBezTo>
                  <a:cubicBezTo>
                    <a:pt x="837" y="743"/>
                    <a:pt x="837" y="746"/>
                    <a:pt x="837" y="748"/>
                  </a:cubicBezTo>
                  <a:cubicBezTo>
                    <a:pt x="837" y="753"/>
                    <a:pt x="837" y="756"/>
                    <a:pt x="837" y="760"/>
                  </a:cubicBezTo>
                  <a:cubicBezTo>
                    <a:pt x="837" y="766"/>
                    <a:pt x="837" y="769"/>
                    <a:pt x="837" y="769"/>
                  </a:cubicBezTo>
                  <a:cubicBezTo>
                    <a:pt x="833" y="787"/>
                    <a:pt x="833" y="787"/>
                    <a:pt x="833" y="787"/>
                  </a:cubicBezTo>
                  <a:cubicBezTo>
                    <a:pt x="830" y="790"/>
                    <a:pt x="761" y="853"/>
                    <a:pt x="568" y="853"/>
                  </a:cubicBezTo>
                  <a:cubicBezTo>
                    <a:pt x="374" y="853"/>
                    <a:pt x="305" y="790"/>
                    <a:pt x="302" y="787"/>
                  </a:cubicBezTo>
                  <a:cubicBezTo>
                    <a:pt x="299" y="769"/>
                    <a:pt x="299" y="769"/>
                    <a:pt x="299" y="769"/>
                  </a:cubicBezTo>
                  <a:cubicBezTo>
                    <a:pt x="299" y="769"/>
                    <a:pt x="299" y="766"/>
                    <a:pt x="299" y="760"/>
                  </a:cubicBezTo>
                  <a:cubicBezTo>
                    <a:pt x="299" y="756"/>
                    <a:pt x="299" y="753"/>
                    <a:pt x="299" y="748"/>
                  </a:cubicBezTo>
                  <a:cubicBezTo>
                    <a:pt x="298" y="746"/>
                    <a:pt x="298" y="743"/>
                    <a:pt x="298" y="741"/>
                  </a:cubicBezTo>
                  <a:cubicBezTo>
                    <a:pt x="298" y="738"/>
                    <a:pt x="298" y="736"/>
                    <a:pt x="298" y="733"/>
                  </a:cubicBezTo>
                  <a:cubicBezTo>
                    <a:pt x="298" y="728"/>
                    <a:pt x="297" y="722"/>
                    <a:pt x="297" y="715"/>
                  </a:cubicBezTo>
                  <a:cubicBezTo>
                    <a:pt x="296" y="709"/>
                    <a:pt x="295" y="702"/>
                    <a:pt x="294" y="694"/>
                  </a:cubicBezTo>
                  <a:cubicBezTo>
                    <a:pt x="293" y="692"/>
                    <a:pt x="293" y="690"/>
                    <a:pt x="293" y="688"/>
                  </a:cubicBezTo>
                  <a:cubicBezTo>
                    <a:pt x="292" y="686"/>
                    <a:pt x="292" y="684"/>
                    <a:pt x="291" y="682"/>
                  </a:cubicBezTo>
                  <a:cubicBezTo>
                    <a:pt x="290" y="678"/>
                    <a:pt x="289" y="674"/>
                    <a:pt x="288" y="670"/>
                  </a:cubicBezTo>
                  <a:cubicBezTo>
                    <a:pt x="288" y="666"/>
                    <a:pt x="286" y="662"/>
                    <a:pt x="285" y="658"/>
                  </a:cubicBezTo>
                  <a:cubicBezTo>
                    <a:pt x="283" y="653"/>
                    <a:pt x="282" y="649"/>
                    <a:pt x="281" y="644"/>
                  </a:cubicBezTo>
                  <a:cubicBezTo>
                    <a:pt x="268" y="608"/>
                    <a:pt x="246" y="569"/>
                    <a:pt x="218" y="528"/>
                  </a:cubicBezTo>
                  <a:cubicBezTo>
                    <a:pt x="191" y="487"/>
                    <a:pt x="160" y="444"/>
                    <a:pt x="130" y="399"/>
                  </a:cubicBezTo>
                  <a:cubicBezTo>
                    <a:pt x="122" y="388"/>
                    <a:pt x="115" y="377"/>
                    <a:pt x="108" y="366"/>
                  </a:cubicBezTo>
                  <a:cubicBezTo>
                    <a:pt x="102" y="358"/>
                    <a:pt x="102" y="358"/>
                    <a:pt x="102" y="358"/>
                  </a:cubicBezTo>
                  <a:cubicBezTo>
                    <a:pt x="100" y="355"/>
                    <a:pt x="99" y="352"/>
                    <a:pt x="97" y="349"/>
                  </a:cubicBezTo>
                  <a:cubicBezTo>
                    <a:pt x="93" y="344"/>
                    <a:pt x="90" y="338"/>
                    <a:pt x="86" y="332"/>
                  </a:cubicBezTo>
                  <a:cubicBezTo>
                    <a:pt x="73" y="310"/>
                    <a:pt x="60" y="287"/>
                    <a:pt x="50" y="264"/>
                  </a:cubicBezTo>
                  <a:cubicBezTo>
                    <a:pt x="39" y="241"/>
                    <a:pt x="31" y="218"/>
                    <a:pt x="24" y="196"/>
                  </a:cubicBezTo>
                  <a:cubicBezTo>
                    <a:pt x="17" y="174"/>
                    <a:pt x="13" y="152"/>
                    <a:pt x="9" y="133"/>
                  </a:cubicBezTo>
                  <a:cubicBezTo>
                    <a:pt x="8" y="123"/>
                    <a:pt x="6" y="113"/>
                    <a:pt x="5" y="104"/>
                  </a:cubicBezTo>
                  <a:cubicBezTo>
                    <a:pt x="4" y="95"/>
                    <a:pt x="3" y="86"/>
                    <a:pt x="2" y="78"/>
                  </a:cubicBezTo>
                  <a:cubicBezTo>
                    <a:pt x="2" y="70"/>
                    <a:pt x="1" y="63"/>
                    <a:pt x="1" y="56"/>
                  </a:cubicBezTo>
                  <a:cubicBezTo>
                    <a:pt x="0" y="49"/>
                    <a:pt x="0" y="42"/>
                    <a:pt x="0" y="36"/>
                  </a:cubicBezTo>
                  <a:cubicBezTo>
                    <a:pt x="0" y="30"/>
                    <a:pt x="0" y="25"/>
                    <a:pt x="0" y="21"/>
                  </a:cubicBezTo>
                  <a:cubicBezTo>
                    <a:pt x="0" y="16"/>
                    <a:pt x="0" y="12"/>
                    <a:pt x="0" y="9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0" y="0"/>
                    <a:pt x="0" y="3"/>
                    <a:pt x="0" y="9"/>
                  </a:cubicBezTo>
                  <a:cubicBezTo>
                    <a:pt x="1" y="12"/>
                    <a:pt x="1" y="16"/>
                    <a:pt x="1" y="21"/>
                  </a:cubicBezTo>
                  <a:cubicBezTo>
                    <a:pt x="1" y="25"/>
                    <a:pt x="1" y="30"/>
                    <a:pt x="2" y="36"/>
                  </a:cubicBezTo>
                  <a:cubicBezTo>
                    <a:pt x="2" y="42"/>
                    <a:pt x="3" y="48"/>
                    <a:pt x="3" y="55"/>
                  </a:cubicBezTo>
                  <a:cubicBezTo>
                    <a:pt x="4" y="62"/>
                    <a:pt x="5" y="70"/>
                    <a:pt x="6" y="78"/>
                  </a:cubicBezTo>
                  <a:cubicBezTo>
                    <a:pt x="7" y="86"/>
                    <a:pt x="9" y="94"/>
                    <a:pt x="10" y="103"/>
                  </a:cubicBezTo>
                  <a:cubicBezTo>
                    <a:pt x="11" y="112"/>
                    <a:pt x="14" y="121"/>
                    <a:pt x="16" y="131"/>
                  </a:cubicBezTo>
                  <a:cubicBezTo>
                    <a:pt x="20" y="150"/>
                    <a:pt x="26" y="171"/>
                    <a:pt x="33" y="193"/>
                  </a:cubicBezTo>
                  <a:cubicBezTo>
                    <a:pt x="41" y="214"/>
                    <a:pt x="50" y="236"/>
                    <a:pt x="62" y="258"/>
                  </a:cubicBezTo>
                  <a:cubicBezTo>
                    <a:pt x="73" y="280"/>
                    <a:pt x="86" y="302"/>
                    <a:pt x="101" y="323"/>
                  </a:cubicBezTo>
                  <a:cubicBezTo>
                    <a:pt x="104" y="328"/>
                    <a:pt x="108" y="334"/>
                    <a:pt x="112" y="339"/>
                  </a:cubicBezTo>
                  <a:cubicBezTo>
                    <a:pt x="114" y="342"/>
                    <a:pt x="116" y="345"/>
                    <a:pt x="117" y="347"/>
                  </a:cubicBezTo>
                  <a:cubicBezTo>
                    <a:pt x="123" y="355"/>
                    <a:pt x="123" y="355"/>
                    <a:pt x="123" y="355"/>
                  </a:cubicBezTo>
                  <a:cubicBezTo>
                    <a:pt x="131" y="366"/>
                    <a:pt x="139" y="377"/>
                    <a:pt x="147" y="387"/>
                  </a:cubicBezTo>
                  <a:cubicBezTo>
                    <a:pt x="178" y="430"/>
                    <a:pt x="212" y="471"/>
                    <a:pt x="242" y="511"/>
                  </a:cubicBezTo>
                  <a:cubicBezTo>
                    <a:pt x="272" y="552"/>
                    <a:pt x="298" y="593"/>
                    <a:pt x="314" y="632"/>
                  </a:cubicBezTo>
                  <a:cubicBezTo>
                    <a:pt x="315" y="637"/>
                    <a:pt x="317" y="642"/>
                    <a:pt x="319" y="646"/>
                  </a:cubicBezTo>
                  <a:cubicBezTo>
                    <a:pt x="321" y="651"/>
                    <a:pt x="322" y="656"/>
                    <a:pt x="324" y="660"/>
                  </a:cubicBezTo>
                  <a:cubicBezTo>
                    <a:pt x="325" y="665"/>
                    <a:pt x="326" y="669"/>
                    <a:pt x="327" y="674"/>
                  </a:cubicBezTo>
                  <a:cubicBezTo>
                    <a:pt x="328" y="676"/>
                    <a:pt x="329" y="678"/>
                    <a:pt x="329" y="680"/>
                  </a:cubicBezTo>
                  <a:cubicBezTo>
                    <a:pt x="330" y="682"/>
                    <a:pt x="330" y="684"/>
                    <a:pt x="331" y="687"/>
                  </a:cubicBezTo>
                  <a:cubicBezTo>
                    <a:pt x="332" y="695"/>
                    <a:pt x="334" y="703"/>
                    <a:pt x="335" y="710"/>
                  </a:cubicBezTo>
                  <a:cubicBezTo>
                    <a:pt x="336" y="718"/>
                    <a:pt x="337" y="724"/>
                    <a:pt x="338" y="731"/>
                  </a:cubicBezTo>
                  <a:cubicBezTo>
                    <a:pt x="338" y="734"/>
                    <a:pt x="339" y="737"/>
                    <a:pt x="339" y="739"/>
                  </a:cubicBezTo>
                  <a:cubicBezTo>
                    <a:pt x="339" y="742"/>
                    <a:pt x="339" y="744"/>
                    <a:pt x="339" y="747"/>
                  </a:cubicBezTo>
                  <a:cubicBezTo>
                    <a:pt x="339" y="748"/>
                    <a:pt x="339" y="750"/>
                    <a:pt x="339" y="751"/>
                  </a:cubicBezTo>
                  <a:cubicBezTo>
                    <a:pt x="349" y="758"/>
                    <a:pt x="382" y="779"/>
                    <a:pt x="452" y="792"/>
                  </a:cubicBezTo>
                  <a:cubicBezTo>
                    <a:pt x="452" y="791"/>
                    <a:pt x="452" y="791"/>
                    <a:pt x="452" y="790"/>
                  </a:cubicBezTo>
                  <a:cubicBezTo>
                    <a:pt x="452" y="787"/>
                    <a:pt x="452" y="784"/>
                    <a:pt x="452" y="780"/>
                  </a:cubicBezTo>
                  <a:cubicBezTo>
                    <a:pt x="452" y="778"/>
                    <a:pt x="452" y="776"/>
                    <a:pt x="452" y="774"/>
                  </a:cubicBezTo>
                  <a:cubicBezTo>
                    <a:pt x="452" y="772"/>
                    <a:pt x="452" y="770"/>
                    <a:pt x="451" y="767"/>
                  </a:cubicBezTo>
                  <a:cubicBezTo>
                    <a:pt x="451" y="763"/>
                    <a:pt x="451" y="758"/>
                    <a:pt x="450" y="752"/>
                  </a:cubicBezTo>
                  <a:cubicBezTo>
                    <a:pt x="449" y="747"/>
                    <a:pt x="448" y="741"/>
                    <a:pt x="447" y="734"/>
                  </a:cubicBezTo>
                  <a:cubicBezTo>
                    <a:pt x="447" y="731"/>
                    <a:pt x="446" y="728"/>
                    <a:pt x="445" y="724"/>
                  </a:cubicBezTo>
                  <a:cubicBezTo>
                    <a:pt x="444" y="721"/>
                    <a:pt x="444" y="717"/>
                    <a:pt x="443" y="714"/>
                  </a:cubicBezTo>
                  <a:cubicBezTo>
                    <a:pt x="442" y="710"/>
                    <a:pt x="441" y="707"/>
                    <a:pt x="439" y="703"/>
                  </a:cubicBezTo>
                  <a:cubicBezTo>
                    <a:pt x="438" y="699"/>
                    <a:pt x="437" y="696"/>
                    <a:pt x="436" y="692"/>
                  </a:cubicBezTo>
                  <a:cubicBezTo>
                    <a:pt x="424" y="662"/>
                    <a:pt x="404" y="628"/>
                    <a:pt x="379" y="593"/>
                  </a:cubicBezTo>
                  <a:cubicBezTo>
                    <a:pt x="354" y="559"/>
                    <a:pt x="326" y="522"/>
                    <a:pt x="299" y="485"/>
                  </a:cubicBezTo>
                  <a:cubicBezTo>
                    <a:pt x="292" y="475"/>
                    <a:pt x="285" y="466"/>
                    <a:pt x="279" y="456"/>
                  </a:cubicBezTo>
                  <a:cubicBezTo>
                    <a:pt x="274" y="449"/>
                    <a:pt x="274" y="449"/>
                    <a:pt x="274" y="449"/>
                  </a:cubicBezTo>
                  <a:cubicBezTo>
                    <a:pt x="271" y="446"/>
                    <a:pt x="271" y="446"/>
                    <a:pt x="271" y="446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6" y="437"/>
                    <a:pt x="263" y="433"/>
                    <a:pt x="259" y="428"/>
                  </a:cubicBezTo>
                  <a:cubicBezTo>
                    <a:pt x="247" y="408"/>
                    <a:pt x="235" y="389"/>
                    <a:pt x="226" y="369"/>
                  </a:cubicBezTo>
                  <a:cubicBezTo>
                    <a:pt x="216" y="349"/>
                    <a:pt x="208" y="330"/>
                    <a:pt x="202" y="311"/>
                  </a:cubicBezTo>
                  <a:cubicBezTo>
                    <a:pt x="196" y="292"/>
                    <a:pt x="191" y="273"/>
                    <a:pt x="188" y="256"/>
                  </a:cubicBezTo>
                  <a:cubicBezTo>
                    <a:pt x="187" y="248"/>
                    <a:pt x="185" y="240"/>
                    <a:pt x="184" y="232"/>
                  </a:cubicBezTo>
                  <a:cubicBezTo>
                    <a:pt x="183" y="224"/>
                    <a:pt x="182" y="216"/>
                    <a:pt x="182" y="209"/>
                  </a:cubicBezTo>
                  <a:cubicBezTo>
                    <a:pt x="181" y="202"/>
                    <a:pt x="181" y="196"/>
                    <a:pt x="180" y="190"/>
                  </a:cubicBezTo>
                  <a:cubicBezTo>
                    <a:pt x="180" y="184"/>
                    <a:pt x="180" y="178"/>
                    <a:pt x="180" y="173"/>
                  </a:cubicBezTo>
                  <a:cubicBezTo>
                    <a:pt x="180" y="170"/>
                    <a:pt x="179" y="168"/>
                    <a:pt x="179" y="166"/>
                  </a:cubicBezTo>
                  <a:cubicBezTo>
                    <a:pt x="179" y="164"/>
                    <a:pt x="179" y="161"/>
                    <a:pt x="179" y="160"/>
                  </a:cubicBezTo>
                  <a:cubicBezTo>
                    <a:pt x="179" y="156"/>
                    <a:pt x="179" y="152"/>
                    <a:pt x="180" y="150"/>
                  </a:cubicBezTo>
                  <a:cubicBezTo>
                    <a:pt x="180" y="144"/>
                    <a:pt x="180" y="141"/>
                    <a:pt x="180" y="141"/>
                  </a:cubicBezTo>
                  <a:cubicBezTo>
                    <a:pt x="180" y="141"/>
                    <a:pt x="180" y="144"/>
                    <a:pt x="180" y="150"/>
                  </a:cubicBezTo>
                  <a:cubicBezTo>
                    <a:pt x="180" y="152"/>
                    <a:pt x="180" y="156"/>
                    <a:pt x="180" y="159"/>
                  </a:cubicBezTo>
                  <a:cubicBezTo>
                    <a:pt x="181" y="161"/>
                    <a:pt x="181" y="164"/>
                    <a:pt x="181" y="166"/>
                  </a:cubicBezTo>
                  <a:cubicBezTo>
                    <a:pt x="181" y="168"/>
                    <a:pt x="181" y="170"/>
                    <a:pt x="181" y="173"/>
                  </a:cubicBezTo>
                  <a:cubicBezTo>
                    <a:pt x="182" y="178"/>
                    <a:pt x="182" y="183"/>
                    <a:pt x="183" y="189"/>
                  </a:cubicBezTo>
                  <a:cubicBezTo>
                    <a:pt x="184" y="195"/>
                    <a:pt x="184" y="202"/>
                    <a:pt x="185" y="209"/>
                  </a:cubicBezTo>
                  <a:cubicBezTo>
                    <a:pt x="186" y="216"/>
                    <a:pt x="188" y="223"/>
                    <a:pt x="189" y="231"/>
                  </a:cubicBezTo>
                  <a:cubicBezTo>
                    <a:pt x="191" y="239"/>
                    <a:pt x="192" y="247"/>
                    <a:pt x="194" y="255"/>
                  </a:cubicBezTo>
                  <a:cubicBezTo>
                    <a:pt x="199" y="272"/>
                    <a:pt x="204" y="289"/>
                    <a:pt x="211" y="308"/>
                  </a:cubicBezTo>
                  <a:cubicBezTo>
                    <a:pt x="218" y="326"/>
                    <a:pt x="227" y="344"/>
                    <a:pt x="238" y="363"/>
                  </a:cubicBezTo>
                  <a:cubicBezTo>
                    <a:pt x="248" y="382"/>
                    <a:pt x="260" y="400"/>
                    <a:pt x="273" y="418"/>
                  </a:cubicBezTo>
                  <a:cubicBezTo>
                    <a:pt x="276" y="422"/>
                    <a:pt x="280" y="427"/>
                    <a:pt x="283" y="432"/>
                  </a:cubicBezTo>
                  <a:cubicBezTo>
                    <a:pt x="286" y="435"/>
                    <a:pt x="286" y="435"/>
                    <a:pt x="286" y="435"/>
                  </a:cubicBezTo>
                  <a:cubicBezTo>
                    <a:pt x="289" y="438"/>
                    <a:pt x="289" y="438"/>
                    <a:pt x="289" y="438"/>
                  </a:cubicBezTo>
                  <a:cubicBezTo>
                    <a:pt x="294" y="445"/>
                    <a:pt x="294" y="445"/>
                    <a:pt x="294" y="445"/>
                  </a:cubicBezTo>
                  <a:cubicBezTo>
                    <a:pt x="301" y="454"/>
                    <a:pt x="308" y="463"/>
                    <a:pt x="315" y="472"/>
                  </a:cubicBezTo>
                  <a:cubicBezTo>
                    <a:pt x="344" y="508"/>
                    <a:pt x="374" y="542"/>
                    <a:pt x="402" y="576"/>
                  </a:cubicBezTo>
                  <a:cubicBezTo>
                    <a:pt x="429" y="610"/>
                    <a:pt x="453" y="645"/>
                    <a:pt x="468" y="678"/>
                  </a:cubicBezTo>
                  <a:cubicBezTo>
                    <a:pt x="470" y="683"/>
                    <a:pt x="472" y="687"/>
                    <a:pt x="473" y="691"/>
                  </a:cubicBezTo>
                  <a:cubicBezTo>
                    <a:pt x="475" y="695"/>
                    <a:pt x="477" y="699"/>
                    <a:pt x="478" y="703"/>
                  </a:cubicBezTo>
                  <a:cubicBezTo>
                    <a:pt x="479" y="707"/>
                    <a:pt x="480" y="711"/>
                    <a:pt x="481" y="715"/>
                  </a:cubicBezTo>
                  <a:cubicBezTo>
                    <a:pt x="482" y="719"/>
                    <a:pt x="484" y="722"/>
                    <a:pt x="484" y="726"/>
                  </a:cubicBezTo>
                  <a:cubicBezTo>
                    <a:pt x="486" y="733"/>
                    <a:pt x="488" y="740"/>
                    <a:pt x="489" y="747"/>
                  </a:cubicBezTo>
                  <a:cubicBezTo>
                    <a:pt x="490" y="753"/>
                    <a:pt x="490" y="759"/>
                    <a:pt x="491" y="765"/>
                  </a:cubicBezTo>
                  <a:cubicBezTo>
                    <a:pt x="492" y="767"/>
                    <a:pt x="492" y="770"/>
                    <a:pt x="492" y="772"/>
                  </a:cubicBezTo>
                  <a:cubicBezTo>
                    <a:pt x="492" y="775"/>
                    <a:pt x="492" y="777"/>
                    <a:pt x="493" y="779"/>
                  </a:cubicBezTo>
                  <a:cubicBezTo>
                    <a:pt x="493" y="783"/>
                    <a:pt x="493" y="786"/>
                    <a:pt x="493" y="789"/>
                  </a:cubicBezTo>
                  <a:cubicBezTo>
                    <a:pt x="494" y="794"/>
                    <a:pt x="494" y="797"/>
                    <a:pt x="494" y="797"/>
                  </a:cubicBezTo>
                  <a:cubicBezTo>
                    <a:pt x="489" y="797"/>
                    <a:pt x="489" y="797"/>
                    <a:pt x="489" y="797"/>
                  </a:cubicBezTo>
                  <a:cubicBezTo>
                    <a:pt x="506" y="799"/>
                    <a:pt x="524" y="800"/>
                    <a:pt x="544" y="801"/>
                  </a:cubicBezTo>
                  <a:cubicBezTo>
                    <a:pt x="544" y="797"/>
                    <a:pt x="544" y="793"/>
                    <a:pt x="544" y="789"/>
                  </a:cubicBezTo>
                  <a:cubicBezTo>
                    <a:pt x="543" y="768"/>
                    <a:pt x="540" y="738"/>
                    <a:pt x="532" y="704"/>
                  </a:cubicBezTo>
                  <a:cubicBezTo>
                    <a:pt x="524" y="669"/>
                    <a:pt x="507" y="631"/>
                    <a:pt x="486" y="589"/>
                  </a:cubicBezTo>
                  <a:cubicBezTo>
                    <a:pt x="465" y="548"/>
                    <a:pt x="441" y="505"/>
                    <a:pt x="419" y="460"/>
                  </a:cubicBezTo>
                  <a:cubicBezTo>
                    <a:pt x="413" y="449"/>
                    <a:pt x="407" y="438"/>
                    <a:pt x="402" y="427"/>
                  </a:cubicBezTo>
                  <a:cubicBezTo>
                    <a:pt x="400" y="423"/>
                    <a:pt x="400" y="423"/>
                    <a:pt x="400" y="423"/>
                  </a:cubicBezTo>
                  <a:cubicBezTo>
                    <a:pt x="399" y="421"/>
                    <a:pt x="399" y="421"/>
                    <a:pt x="399" y="421"/>
                  </a:cubicBezTo>
                  <a:cubicBezTo>
                    <a:pt x="398" y="419"/>
                    <a:pt x="398" y="419"/>
                    <a:pt x="398" y="419"/>
                  </a:cubicBezTo>
                  <a:cubicBezTo>
                    <a:pt x="394" y="410"/>
                    <a:pt x="394" y="410"/>
                    <a:pt x="394" y="410"/>
                  </a:cubicBezTo>
                  <a:cubicBezTo>
                    <a:pt x="391" y="405"/>
                    <a:pt x="389" y="399"/>
                    <a:pt x="386" y="394"/>
                  </a:cubicBezTo>
                  <a:cubicBezTo>
                    <a:pt x="376" y="371"/>
                    <a:pt x="367" y="348"/>
                    <a:pt x="360" y="326"/>
                  </a:cubicBezTo>
                  <a:cubicBezTo>
                    <a:pt x="358" y="320"/>
                    <a:pt x="356" y="315"/>
                    <a:pt x="354" y="309"/>
                  </a:cubicBezTo>
                  <a:cubicBezTo>
                    <a:pt x="353" y="304"/>
                    <a:pt x="351" y="298"/>
                    <a:pt x="350" y="293"/>
                  </a:cubicBezTo>
                  <a:cubicBezTo>
                    <a:pt x="347" y="282"/>
                    <a:pt x="343" y="271"/>
                    <a:pt x="342" y="261"/>
                  </a:cubicBezTo>
                  <a:cubicBezTo>
                    <a:pt x="340" y="250"/>
                    <a:pt x="338" y="240"/>
                    <a:pt x="336" y="230"/>
                  </a:cubicBezTo>
                  <a:cubicBezTo>
                    <a:pt x="334" y="220"/>
                    <a:pt x="333" y="210"/>
                    <a:pt x="332" y="201"/>
                  </a:cubicBezTo>
                  <a:cubicBezTo>
                    <a:pt x="329" y="183"/>
                    <a:pt x="328" y="166"/>
                    <a:pt x="327" y="150"/>
                  </a:cubicBezTo>
                  <a:cubicBezTo>
                    <a:pt x="327" y="143"/>
                    <a:pt x="326" y="136"/>
                    <a:pt x="326" y="129"/>
                  </a:cubicBezTo>
                  <a:cubicBezTo>
                    <a:pt x="326" y="123"/>
                    <a:pt x="326" y="117"/>
                    <a:pt x="326" y="111"/>
                  </a:cubicBezTo>
                  <a:cubicBezTo>
                    <a:pt x="326" y="90"/>
                    <a:pt x="326" y="77"/>
                    <a:pt x="326" y="77"/>
                  </a:cubicBezTo>
                  <a:cubicBezTo>
                    <a:pt x="326" y="77"/>
                    <a:pt x="327" y="89"/>
                    <a:pt x="328" y="111"/>
                  </a:cubicBezTo>
                  <a:cubicBezTo>
                    <a:pt x="328" y="117"/>
                    <a:pt x="329" y="123"/>
                    <a:pt x="329" y="129"/>
                  </a:cubicBezTo>
                  <a:cubicBezTo>
                    <a:pt x="329" y="136"/>
                    <a:pt x="331" y="143"/>
                    <a:pt x="331" y="150"/>
                  </a:cubicBezTo>
                  <a:cubicBezTo>
                    <a:pt x="333" y="165"/>
                    <a:pt x="335" y="182"/>
                    <a:pt x="338" y="200"/>
                  </a:cubicBezTo>
                  <a:cubicBezTo>
                    <a:pt x="340" y="209"/>
                    <a:pt x="342" y="219"/>
                    <a:pt x="344" y="229"/>
                  </a:cubicBezTo>
                  <a:cubicBezTo>
                    <a:pt x="346" y="238"/>
                    <a:pt x="349" y="248"/>
                    <a:pt x="351" y="258"/>
                  </a:cubicBezTo>
                  <a:cubicBezTo>
                    <a:pt x="353" y="269"/>
                    <a:pt x="357" y="279"/>
                    <a:pt x="361" y="290"/>
                  </a:cubicBezTo>
                  <a:cubicBezTo>
                    <a:pt x="362" y="295"/>
                    <a:pt x="364" y="300"/>
                    <a:pt x="366" y="306"/>
                  </a:cubicBezTo>
                  <a:cubicBezTo>
                    <a:pt x="368" y="311"/>
                    <a:pt x="370" y="316"/>
                    <a:pt x="372" y="322"/>
                  </a:cubicBezTo>
                  <a:cubicBezTo>
                    <a:pt x="380" y="343"/>
                    <a:pt x="390" y="364"/>
                    <a:pt x="401" y="386"/>
                  </a:cubicBezTo>
                  <a:cubicBezTo>
                    <a:pt x="404" y="391"/>
                    <a:pt x="407" y="397"/>
                    <a:pt x="410" y="402"/>
                  </a:cubicBezTo>
                  <a:cubicBezTo>
                    <a:pt x="414" y="410"/>
                    <a:pt x="414" y="410"/>
                    <a:pt x="414" y="410"/>
                  </a:cubicBezTo>
                  <a:cubicBezTo>
                    <a:pt x="415" y="412"/>
                    <a:pt x="415" y="412"/>
                    <a:pt x="415" y="412"/>
                  </a:cubicBezTo>
                  <a:cubicBezTo>
                    <a:pt x="416" y="414"/>
                    <a:pt x="416" y="414"/>
                    <a:pt x="416" y="414"/>
                  </a:cubicBezTo>
                  <a:cubicBezTo>
                    <a:pt x="419" y="418"/>
                    <a:pt x="419" y="418"/>
                    <a:pt x="419" y="418"/>
                  </a:cubicBezTo>
                  <a:cubicBezTo>
                    <a:pt x="425" y="429"/>
                    <a:pt x="431" y="440"/>
                    <a:pt x="437" y="450"/>
                  </a:cubicBezTo>
                  <a:cubicBezTo>
                    <a:pt x="462" y="493"/>
                    <a:pt x="488" y="535"/>
                    <a:pt x="511" y="576"/>
                  </a:cubicBezTo>
                  <a:cubicBezTo>
                    <a:pt x="535" y="617"/>
                    <a:pt x="555" y="657"/>
                    <a:pt x="566" y="694"/>
                  </a:cubicBezTo>
                  <a:cubicBezTo>
                    <a:pt x="568" y="704"/>
                    <a:pt x="571" y="713"/>
                    <a:pt x="573" y="721"/>
                  </a:cubicBezTo>
                  <a:cubicBezTo>
                    <a:pt x="575" y="730"/>
                    <a:pt x="577" y="738"/>
                    <a:pt x="578" y="746"/>
                  </a:cubicBezTo>
                  <a:cubicBezTo>
                    <a:pt x="579" y="750"/>
                    <a:pt x="579" y="754"/>
                    <a:pt x="580" y="758"/>
                  </a:cubicBezTo>
                  <a:cubicBezTo>
                    <a:pt x="580" y="754"/>
                    <a:pt x="581" y="750"/>
                    <a:pt x="581" y="745"/>
                  </a:cubicBezTo>
                  <a:cubicBezTo>
                    <a:pt x="582" y="737"/>
                    <a:pt x="582" y="729"/>
                    <a:pt x="583" y="720"/>
                  </a:cubicBezTo>
                  <a:cubicBezTo>
                    <a:pt x="583" y="715"/>
                    <a:pt x="584" y="711"/>
                    <a:pt x="584" y="706"/>
                  </a:cubicBezTo>
                  <a:cubicBezTo>
                    <a:pt x="584" y="701"/>
                    <a:pt x="585" y="697"/>
                    <a:pt x="585" y="692"/>
                  </a:cubicBezTo>
                  <a:cubicBezTo>
                    <a:pt x="587" y="682"/>
                    <a:pt x="588" y="672"/>
                    <a:pt x="589" y="661"/>
                  </a:cubicBezTo>
                  <a:cubicBezTo>
                    <a:pt x="590" y="651"/>
                    <a:pt x="592" y="640"/>
                    <a:pt x="593" y="629"/>
                  </a:cubicBezTo>
                  <a:cubicBezTo>
                    <a:pt x="596" y="607"/>
                    <a:pt x="601" y="584"/>
                    <a:pt x="605" y="560"/>
                  </a:cubicBezTo>
                  <a:cubicBezTo>
                    <a:pt x="613" y="512"/>
                    <a:pt x="623" y="462"/>
                    <a:pt x="632" y="411"/>
                  </a:cubicBezTo>
                  <a:cubicBezTo>
                    <a:pt x="635" y="398"/>
                    <a:pt x="637" y="386"/>
                    <a:pt x="639" y="373"/>
                  </a:cubicBezTo>
                  <a:cubicBezTo>
                    <a:pt x="641" y="361"/>
                    <a:pt x="643" y="348"/>
                    <a:pt x="645" y="335"/>
                  </a:cubicBezTo>
                  <a:cubicBezTo>
                    <a:pt x="647" y="323"/>
                    <a:pt x="649" y="311"/>
                    <a:pt x="651" y="298"/>
                  </a:cubicBezTo>
                  <a:cubicBezTo>
                    <a:pt x="653" y="286"/>
                    <a:pt x="654" y="274"/>
                    <a:pt x="656" y="262"/>
                  </a:cubicBezTo>
                  <a:cubicBezTo>
                    <a:pt x="662" y="214"/>
                    <a:pt x="665" y="169"/>
                    <a:pt x="668" y="131"/>
                  </a:cubicBezTo>
                  <a:cubicBezTo>
                    <a:pt x="669" y="126"/>
                    <a:pt x="669" y="121"/>
                    <a:pt x="669" y="117"/>
                  </a:cubicBezTo>
                  <a:cubicBezTo>
                    <a:pt x="670" y="112"/>
                    <a:pt x="670" y="108"/>
                    <a:pt x="670" y="103"/>
                  </a:cubicBezTo>
                  <a:cubicBezTo>
                    <a:pt x="670" y="94"/>
                    <a:pt x="671" y="86"/>
                    <a:pt x="671" y="78"/>
                  </a:cubicBezTo>
                  <a:cubicBezTo>
                    <a:pt x="672" y="63"/>
                    <a:pt x="672" y="49"/>
                    <a:pt x="673" y="38"/>
                  </a:cubicBezTo>
                  <a:cubicBezTo>
                    <a:pt x="674" y="15"/>
                    <a:pt x="674" y="2"/>
                    <a:pt x="674" y="2"/>
                  </a:cubicBezTo>
                  <a:cubicBezTo>
                    <a:pt x="674" y="2"/>
                    <a:pt x="674" y="15"/>
                    <a:pt x="674" y="38"/>
                  </a:cubicBezTo>
                  <a:cubicBezTo>
                    <a:pt x="675" y="49"/>
                    <a:pt x="675" y="63"/>
                    <a:pt x="675" y="78"/>
                  </a:cubicBezTo>
                  <a:cubicBezTo>
                    <a:pt x="675" y="86"/>
                    <a:pt x="675" y="95"/>
                    <a:pt x="675" y="103"/>
                  </a:cubicBezTo>
                  <a:cubicBezTo>
                    <a:pt x="675" y="108"/>
                    <a:pt x="675" y="112"/>
                    <a:pt x="675" y="117"/>
                  </a:cubicBezTo>
                  <a:cubicBezTo>
                    <a:pt x="675" y="122"/>
                    <a:pt x="675" y="126"/>
                    <a:pt x="675" y="131"/>
                  </a:cubicBezTo>
                  <a:cubicBezTo>
                    <a:pt x="673" y="170"/>
                    <a:pt x="673" y="215"/>
                    <a:pt x="669" y="263"/>
                  </a:cubicBezTo>
                  <a:cubicBezTo>
                    <a:pt x="668" y="275"/>
                    <a:pt x="667" y="288"/>
                    <a:pt x="666" y="300"/>
                  </a:cubicBezTo>
                  <a:cubicBezTo>
                    <a:pt x="665" y="313"/>
                    <a:pt x="664" y="325"/>
                    <a:pt x="662" y="338"/>
                  </a:cubicBezTo>
                  <a:cubicBezTo>
                    <a:pt x="661" y="350"/>
                    <a:pt x="659" y="363"/>
                    <a:pt x="658" y="376"/>
                  </a:cubicBezTo>
                  <a:cubicBezTo>
                    <a:pt x="656" y="389"/>
                    <a:pt x="655" y="401"/>
                    <a:pt x="653" y="414"/>
                  </a:cubicBezTo>
                  <a:cubicBezTo>
                    <a:pt x="646" y="466"/>
                    <a:pt x="639" y="517"/>
                    <a:pt x="633" y="564"/>
                  </a:cubicBezTo>
                  <a:cubicBezTo>
                    <a:pt x="630" y="588"/>
                    <a:pt x="627" y="611"/>
                    <a:pt x="625" y="633"/>
                  </a:cubicBezTo>
                  <a:cubicBezTo>
                    <a:pt x="624" y="644"/>
                    <a:pt x="623" y="655"/>
                    <a:pt x="622" y="665"/>
                  </a:cubicBezTo>
                  <a:cubicBezTo>
                    <a:pt x="622" y="675"/>
                    <a:pt x="621" y="685"/>
                    <a:pt x="621" y="695"/>
                  </a:cubicBezTo>
                  <a:cubicBezTo>
                    <a:pt x="620" y="699"/>
                    <a:pt x="620" y="704"/>
                    <a:pt x="620" y="708"/>
                  </a:cubicBezTo>
                  <a:cubicBezTo>
                    <a:pt x="620" y="713"/>
                    <a:pt x="620" y="717"/>
                    <a:pt x="619" y="722"/>
                  </a:cubicBezTo>
                  <a:cubicBezTo>
                    <a:pt x="619" y="730"/>
                    <a:pt x="619" y="739"/>
                    <a:pt x="619" y="746"/>
                  </a:cubicBezTo>
                  <a:cubicBezTo>
                    <a:pt x="618" y="762"/>
                    <a:pt x="619" y="776"/>
                    <a:pt x="619" y="787"/>
                  </a:cubicBezTo>
                  <a:cubicBezTo>
                    <a:pt x="619" y="791"/>
                    <a:pt x="619" y="796"/>
                    <a:pt x="619" y="799"/>
                  </a:cubicBezTo>
                  <a:cubicBezTo>
                    <a:pt x="641" y="798"/>
                    <a:pt x="661" y="796"/>
                    <a:pt x="678" y="793"/>
                  </a:cubicBezTo>
                  <a:cubicBezTo>
                    <a:pt x="678" y="791"/>
                    <a:pt x="678" y="788"/>
                    <a:pt x="678" y="786"/>
                  </a:cubicBezTo>
                  <a:cubicBezTo>
                    <a:pt x="679" y="781"/>
                    <a:pt x="679" y="776"/>
                    <a:pt x="680" y="770"/>
                  </a:cubicBezTo>
                  <a:cubicBezTo>
                    <a:pt x="680" y="764"/>
                    <a:pt x="681" y="758"/>
                    <a:pt x="682" y="751"/>
                  </a:cubicBezTo>
                  <a:cubicBezTo>
                    <a:pt x="682" y="744"/>
                    <a:pt x="684" y="736"/>
                    <a:pt x="685" y="728"/>
                  </a:cubicBezTo>
                  <a:cubicBezTo>
                    <a:pt x="686" y="720"/>
                    <a:pt x="689" y="712"/>
                    <a:pt x="691" y="703"/>
                  </a:cubicBezTo>
                  <a:cubicBezTo>
                    <a:pt x="693" y="694"/>
                    <a:pt x="696" y="684"/>
                    <a:pt x="699" y="675"/>
                  </a:cubicBezTo>
                  <a:cubicBezTo>
                    <a:pt x="711" y="636"/>
                    <a:pt x="733" y="595"/>
                    <a:pt x="758" y="554"/>
                  </a:cubicBezTo>
                  <a:cubicBezTo>
                    <a:pt x="783" y="512"/>
                    <a:pt x="811" y="470"/>
                    <a:pt x="838" y="426"/>
                  </a:cubicBezTo>
                  <a:cubicBezTo>
                    <a:pt x="845" y="415"/>
                    <a:pt x="851" y="404"/>
                    <a:pt x="858" y="393"/>
                  </a:cubicBezTo>
                  <a:cubicBezTo>
                    <a:pt x="860" y="391"/>
                    <a:pt x="861" y="388"/>
                    <a:pt x="863" y="385"/>
                  </a:cubicBezTo>
                  <a:cubicBezTo>
                    <a:pt x="868" y="377"/>
                    <a:pt x="868" y="377"/>
                    <a:pt x="868" y="377"/>
                  </a:cubicBezTo>
                  <a:cubicBezTo>
                    <a:pt x="871" y="371"/>
                    <a:pt x="874" y="366"/>
                    <a:pt x="877" y="360"/>
                  </a:cubicBezTo>
                  <a:cubicBezTo>
                    <a:pt x="881" y="352"/>
                    <a:pt x="881" y="352"/>
                    <a:pt x="881" y="352"/>
                  </a:cubicBezTo>
                  <a:cubicBezTo>
                    <a:pt x="886" y="344"/>
                    <a:pt x="886" y="344"/>
                    <a:pt x="886" y="344"/>
                  </a:cubicBezTo>
                  <a:cubicBezTo>
                    <a:pt x="888" y="338"/>
                    <a:pt x="891" y="333"/>
                    <a:pt x="894" y="327"/>
                  </a:cubicBezTo>
                  <a:cubicBezTo>
                    <a:pt x="900" y="317"/>
                    <a:pt x="904" y="305"/>
                    <a:pt x="909" y="294"/>
                  </a:cubicBezTo>
                  <a:cubicBezTo>
                    <a:pt x="911" y="289"/>
                    <a:pt x="913" y="284"/>
                    <a:pt x="915" y="278"/>
                  </a:cubicBezTo>
                  <a:cubicBezTo>
                    <a:pt x="917" y="273"/>
                    <a:pt x="919" y="267"/>
                    <a:pt x="921" y="262"/>
                  </a:cubicBezTo>
                  <a:cubicBezTo>
                    <a:pt x="923" y="256"/>
                    <a:pt x="925" y="251"/>
                    <a:pt x="927" y="246"/>
                  </a:cubicBezTo>
                  <a:cubicBezTo>
                    <a:pt x="927" y="243"/>
                    <a:pt x="929" y="240"/>
                    <a:pt x="929" y="238"/>
                  </a:cubicBezTo>
                  <a:cubicBezTo>
                    <a:pt x="930" y="235"/>
                    <a:pt x="931" y="232"/>
                    <a:pt x="931" y="230"/>
                  </a:cubicBezTo>
                  <a:cubicBezTo>
                    <a:pt x="934" y="219"/>
                    <a:pt x="937" y="209"/>
                    <a:pt x="940" y="199"/>
                  </a:cubicBezTo>
                  <a:cubicBezTo>
                    <a:pt x="942" y="189"/>
                    <a:pt x="943" y="179"/>
                    <a:pt x="945" y="170"/>
                  </a:cubicBezTo>
                  <a:cubicBezTo>
                    <a:pt x="946" y="165"/>
                    <a:pt x="947" y="160"/>
                    <a:pt x="948" y="156"/>
                  </a:cubicBezTo>
                  <a:cubicBezTo>
                    <a:pt x="948" y="154"/>
                    <a:pt x="949" y="151"/>
                    <a:pt x="949" y="149"/>
                  </a:cubicBezTo>
                  <a:cubicBezTo>
                    <a:pt x="949" y="147"/>
                    <a:pt x="950" y="145"/>
                    <a:pt x="950" y="143"/>
                  </a:cubicBezTo>
                  <a:cubicBezTo>
                    <a:pt x="951" y="134"/>
                    <a:pt x="952" y="126"/>
                    <a:pt x="953" y="118"/>
                  </a:cubicBezTo>
                  <a:cubicBezTo>
                    <a:pt x="954" y="110"/>
                    <a:pt x="955" y="103"/>
                    <a:pt x="955" y="96"/>
                  </a:cubicBezTo>
                  <a:cubicBezTo>
                    <a:pt x="956" y="89"/>
                    <a:pt x="956" y="83"/>
                    <a:pt x="956" y="78"/>
                  </a:cubicBezTo>
                  <a:cubicBezTo>
                    <a:pt x="958" y="55"/>
                    <a:pt x="958" y="42"/>
                    <a:pt x="958" y="42"/>
                  </a:cubicBezTo>
                  <a:cubicBezTo>
                    <a:pt x="958" y="42"/>
                    <a:pt x="958" y="55"/>
                    <a:pt x="958" y="78"/>
                  </a:cubicBezTo>
                  <a:cubicBezTo>
                    <a:pt x="958" y="83"/>
                    <a:pt x="958" y="90"/>
                    <a:pt x="958" y="96"/>
                  </a:cubicBezTo>
                  <a:cubicBezTo>
                    <a:pt x="958" y="103"/>
                    <a:pt x="957" y="110"/>
                    <a:pt x="957" y="118"/>
                  </a:cubicBezTo>
                  <a:cubicBezTo>
                    <a:pt x="956" y="126"/>
                    <a:pt x="956" y="134"/>
                    <a:pt x="955" y="143"/>
                  </a:cubicBezTo>
                  <a:cubicBezTo>
                    <a:pt x="955" y="145"/>
                    <a:pt x="955" y="148"/>
                    <a:pt x="955" y="150"/>
                  </a:cubicBezTo>
                  <a:cubicBezTo>
                    <a:pt x="954" y="152"/>
                    <a:pt x="954" y="154"/>
                    <a:pt x="954" y="157"/>
                  </a:cubicBezTo>
                  <a:cubicBezTo>
                    <a:pt x="953" y="161"/>
                    <a:pt x="952" y="166"/>
                    <a:pt x="952" y="171"/>
                  </a:cubicBezTo>
                  <a:cubicBezTo>
                    <a:pt x="950" y="180"/>
                    <a:pt x="949" y="190"/>
                    <a:pt x="947" y="200"/>
                  </a:cubicBezTo>
                  <a:cubicBezTo>
                    <a:pt x="945" y="211"/>
                    <a:pt x="943" y="221"/>
                    <a:pt x="941" y="232"/>
                  </a:cubicBezTo>
                  <a:cubicBezTo>
                    <a:pt x="940" y="235"/>
                    <a:pt x="940" y="238"/>
                    <a:pt x="939" y="240"/>
                  </a:cubicBezTo>
                  <a:cubicBezTo>
                    <a:pt x="938" y="243"/>
                    <a:pt x="937" y="246"/>
                    <a:pt x="937" y="249"/>
                  </a:cubicBezTo>
                  <a:cubicBezTo>
                    <a:pt x="935" y="254"/>
                    <a:pt x="934" y="260"/>
                    <a:pt x="932" y="265"/>
                  </a:cubicBezTo>
                  <a:cubicBezTo>
                    <a:pt x="930" y="271"/>
                    <a:pt x="929" y="276"/>
                    <a:pt x="927" y="282"/>
                  </a:cubicBezTo>
                  <a:cubicBezTo>
                    <a:pt x="925" y="288"/>
                    <a:pt x="923" y="293"/>
                    <a:pt x="921" y="299"/>
                  </a:cubicBezTo>
                  <a:cubicBezTo>
                    <a:pt x="917" y="311"/>
                    <a:pt x="913" y="322"/>
                    <a:pt x="907" y="334"/>
                  </a:cubicBezTo>
                  <a:cubicBezTo>
                    <a:pt x="905" y="339"/>
                    <a:pt x="902" y="345"/>
                    <a:pt x="900" y="351"/>
                  </a:cubicBezTo>
                  <a:cubicBezTo>
                    <a:pt x="896" y="360"/>
                    <a:pt x="896" y="360"/>
                    <a:pt x="896" y="360"/>
                  </a:cubicBezTo>
                  <a:cubicBezTo>
                    <a:pt x="892" y="368"/>
                    <a:pt x="892" y="368"/>
                    <a:pt x="892" y="368"/>
                  </a:cubicBezTo>
                  <a:cubicBezTo>
                    <a:pt x="889" y="374"/>
                    <a:pt x="886" y="380"/>
                    <a:pt x="883" y="385"/>
                  </a:cubicBezTo>
                  <a:cubicBezTo>
                    <a:pt x="879" y="394"/>
                    <a:pt x="879" y="394"/>
                    <a:pt x="879" y="394"/>
                  </a:cubicBezTo>
                  <a:cubicBezTo>
                    <a:pt x="877" y="397"/>
                    <a:pt x="876" y="400"/>
                    <a:pt x="875" y="403"/>
                  </a:cubicBezTo>
                  <a:cubicBezTo>
                    <a:pt x="868" y="414"/>
                    <a:pt x="862" y="425"/>
                    <a:pt x="856" y="436"/>
                  </a:cubicBezTo>
                  <a:cubicBezTo>
                    <a:pt x="832" y="482"/>
                    <a:pt x="805" y="526"/>
                    <a:pt x="783" y="568"/>
                  </a:cubicBezTo>
                  <a:cubicBezTo>
                    <a:pt x="760" y="610"/>
                    <a:pt x="742" y="649"/>
                    <a:pt x="733" y="685"/>
                  </a:cubicBezTo>
                  <a:cubicBezTo>
                    <a:pt x="723" y="720"/>
                    <a:pt x="720" y="751"/>
                    <a:pt x="719" y="772"/>
                  </a:cubicBezTo>
                  <a:cubicBezTo>
                    <a:pt x="719" y="776"/>
                    <a:pt x="719" y="780"/>
                    <a:pt x="719" y="784"/>
                  </a:cubicBezTo>
                  <a:cubicBezTo>
                    <a:pt x="765" y="772"/>
                    <a:pt x="789" y="757"/>
                    <a:pt x="796" y="751"/>
                  </a:cubicBezTo>
                  <a:cubicBezTo>
                    <a:pt x="796" y="750"/>
                    <a:pt x="796" y="748"/>
                    <a:pt x="796" y="747"/>
                  </a:cubicBezTo>
                  <a:cubicBezTo>
                    <a:pt x="796" y="744"/>
                    <a:pt x="796" y="742"/>
                    <a:pt x="797" y="739"/>
                  </a:cubicBezTo>
                  <a:cubicBezTo>
                    <a:pt x="797" y="737"/>
                    <a:pt x="797" y="734"/>
                    <a:pt x="798" y="731"/>
                  </a:cubicBezTo>
                  <a:cubicBezTo>
                    <a:pt x="798" y="724"/>
                    <a:pt x="799" y="718"/>
                    <a:pt x="800" y="710"/>
                  </a:cubicBezTo>
                  <a:cubicBezTo>
                    <a:pt x="801" y="703"/>
                    <a:pt x="803" y="695"/>
                    <a:pt x="805" y="687"/>
                  </a:cubicBezTo>
                  <a:cubicBezTo>
                    <a:pt x="805" y="684"/>
                    <a:pt x="806" y="682"/>
                    <a:pt x="806" y="680"/>
                  </a:cubicBezTo>
                  <a:cubicBezTo>
                    <a:pt x="807" y="678"/>
                    <a:pt x="807" y="676"/>
                    <a:pt x="808" y="674"/>
                  </a:cubicBezTo>
                  <a:cubicBezTo>
                    <a:pt x="809" y="669"/>
                    <a:pt x="810" y="665"/>
                    <a:pt x="812" y="660"/>
                  </a:cubicBezTo>
                  <a:cubicBezTo>
                    <a:pt x="813" y="656"/>
                    <a:pt x="815" y="651"/>
                    <a:pt x="816" y="646"/>
                  </a:cubicBezTo>
                  <a:cubicBezTo>
                    <a:pt x="818" y="642"/>
                    <a:pt x="820" y="637"/>
                    <a:pt x="822" y="632"/>
                  </a:cubicBezTo>
                  <a:cubicBezTo>
                    <a:pt x="838" y="593"/>
                    <a:pt x="864" y="552"/>
                    <a:pt x="894" y="511"/>
                  </a:cubicBezTo>
                  <a:cubicBezTo>
                    <a:pt x="924" y="471"/>
                    <a:pt x="957" y="430"/>
                    <a:pt x="989" y="387"/>
                  </a:cubicBezTo>
                  <a:cubicBezTo>
                    <a:pt x="997" y="377"/>
                    <a:pt x="1004" y="366"/>
                    <a:pt x="1012" y="355"/>
                  </a:cubicBezTo>
                  <a:cubicBezTo>
                    <a:pt x="1018" y="347"/>
                    <a:pt x="1018" y="347"/>
                    <a:pt x="1018" y="347"/>
                  </a:cubicBezTo>
                  <a:cubicBezTo>
                    <a:pt x="1020" y="345"/>
                    <a:pt x="1022" y="342"/>
                    <a:pt x="1024" y="339"/>
                  </a:cubicBezTo>
                  <a:cubicBezTo>
                    <a:pt x="1027" y="334"/>
                    <a:pt x="1031" y="328"/>
                    <a:pt x="1035" y="323"/>
                  </a:cubicBezTo>
                  <a:cubicBezTo>
                    <a:pt x="1049" y="302"/>
                    <a:pt x="1062" y="280"/>
                    <a:pt x="1074" y="258"/>
                  </a:cubicBezTo>
                  <a:cubicBezTo>
                    <a:pt x="1085" y="236"/>
                    <a:pt x="1094" y="214"/>
                    <a:pt x="1102" y="193"/>
                  </a:cubicBezTo>
                  <a:cubicBezTo>
                    <a:pt x="1110" y="171"/>
                    <a:pt x="1115" y="150"/>
                    <a:pt x="1120" y="131"/>
                  </a:cubicBezTo>
                  <a:cubicBezTo>
                    <a:pt x="1122" y="121"/>
                    <a:pt x="1124" y="112"/>
                    <a:pt x="1125" y="103"/>
                  </a:cubicBezTo>
                  <a:cubicBezTo>
                    <a:pt x="1127" y="94"/>
                    <a:pt x="1128" y="86"/>
                    <a:pt x="1129" y="78"/>
                  </a:cubicBezTo>
                  <a:cubicBezTo>
                    <a:pt x="1130" y="70"/>
                    <a:pt x="1131" y="62"/>
                    <a:pt x="1132" y="55"/>
                  </a:cubicBezTo>
                  <a:cubicBezTo>
                    <a:pt x="1133" y="48"/>
                    <a:pt x="1133" y="42"/>
                    <a:pt x="1134" y="36"/>
                  </a:cubicBezTo>
                  <a:cubicBezTo>
                    <a:pt x="1134" y="30"/>
                    <a:pt x="1134" y="25"/>
                    <a:pt x="1134" y="21"/>
                  </a:cubicBezTo>
                  <a:cubicBezTo>
                    <a:pt x="1135" y="16"/>
                    <a:pt x="1135" y="12"/>
                    <a:pt x="1135" y="9"/>
                  </a:cubicBezTo>
                  <a:cubicBezTo>
                    <a:pt x="1135" y="3"/>
                    <a:pt x="1135" y="0"/>
                    <a:pt x="1135" y="0"/>
                  </a:cubicBezTo>
                  <a:cubicBezTo>
                    <a:pt x="1135" y="0"/>
                    <a:pt x="1135" y="3"/>
                    <a:pt x="1135" y="9"/>
                  </a:cubicBezTo>
                  <a:cubicBezTo>
                    <a:pt x="1135" y="12"/>
                    <a:pt x="1135" y="16"/>
                    <a:pt x="1135" y="21"/>
                  </a:cubicBezTo>
                  <a:cubicBezTo>
                    <a:pt x="1136" y="25"/>
                    <a:pt x="1136" y="30"/>
                    <a:pt x="1135" y="36"/>
                  </a:cubicBezTo>
                  <a:close/>
                  <a:moveTo>
                    <a:pt x="568" y="901"/>
                  </a:moveTo>
                  <a:cubicBezTo>
                    <a:pt x="398" y="901"/>
                    <a:pt x="337" y="850"/>
                    <a:pt x="337" y="849"/>
                  </a:cubicBezTo>
                  <a:cubicBezTo>
                    <a:pt x="320" y="868"/>
                    <a:pt x="320" y="868"/>
                    <a:pt x="320" y="868"/>
                  </a:cubicBezTo>
                  <a:cubicBezTo>
                    <a:pt x="302" y="887"/>
                    <a:pt x="302" y="887"/>
                    <a:pt x="302" y="887"/>
                  </a:cubicBezTo>
                  <a:cubicBezTo>
                    <a:pt x="305" y="890"/>
                    <a:pt x="374" y="953"/>
                    <a:pt x="568" y="953"/>
                  </a:cubicBezTo>
                  <a:cubicBezTo>
                    <a:pt x="761" y="953"/>
                    <a:pt x="830" y="890"/>
                    <a:pt x="833" y="887"/>
                  </a:cubicBezTo>
                  <a:cubicBezTo>
                    <a:pt x="799" y="849"/>
                    <a:pt x="799" y="849"/>
                    <a:pt x="799" y="849"/>
                  </a:cubicBezTo>
                  <a:cubicBezTo>
                    <a:pt x="798" y="850"/>
                    <a:pt x="738" y="901"/>
                    <a:pt x="568" y="901"/>
                  </a:cubicBezTo>
                  <a:close/>
                  <a:moveTo>
                    <a:pt x="568" y="1001"/>
                  </a:moveTo>
                  <a:cubicBezTo>
                    <a:pt x="398" y="1001"/>
                    <a:pt x="337" y="950"/>
                    <a:pt x="337" y="949"/>
                  </a:cubicBezTo>
                  <a:cubicBezTo>
                    <a:pt x="320" y="968"/>
                    <a:pt x="320" y="968"/>
                    <a:pt x="320" y="968"/>
                  </a:cubicBezTo>
                  <a:cubicBezTo>
                    <a:pt x="302" y="987"/>
                    <a:pt x="302" y="987"/>
                    <a:pt x="302" y="987"/>
                  </a:cubicBezTo>
                  <a:cubicBezTo>
                    <a:pt x="305" y="990"/>
                    <a:pt x="374" y="1053"/>
                    <a:pt x="568" y="1053"/>
                  </a:cubicBezTo>
                  <a:cubicBezTo>
                    <a:pt x="761" y="1053"/>
                    <a:pt x="830" y="990"/>
                    <a:pt x="833" y="987"/>
                  </a:cubicBezTo>
                  <a:cubicBezTo>
                    <a:pt x="799" y="949"/>
                    <a:pt x="799" y="949"/>
                    <a:pt x="799" y="949"/>
                  </a:cubicBezTo>
                  <a:cubicBezTo>
                    <a:pt x="798" y="950"/>
                    <a:pt x="738" y="1001"/>
                    <a:pt x="568" y="1001"/>
                  </a:cubicBezTo>
                  <a:close/>
                  <a:moveTo>
                    <a:pt x="799" y="1049"/>
                  </a:moveTo>
                  <a:cubicBezTo>
                    <a:pt x="798" y="1050"/>
                    <a:pt x="738" y="1101"/>
                    <a:pt x="568" y="1101"/>
                  </a:cubicBezTo>
                  <a:cubicBezTo>
                    <a:pt x="398" y="1101"/>
                    <a:pt x="337" y="1050"/>
                    <a:pt x="337" y="1049"/>
                  </a:cubicBezTo>
                  <a:cubicBezTo>
                    <a:pt x="320" y="1068"/>
                    <a:pt x="320" y="1068"/>
                    <a:pt x="320" y="1068"/>
                  </a:cubicBezTo>
                  <a:cubicBezTo>
                    <a:pt x="302" y="1087"/>
                    <a:pt x="302" y="1087"/>
                    <a:pt x="302" y="1087"/>
                  </a:cubicBezTo>
                  <a:cubicBezTo>
                    <a:pt x="304" y="1089"/>
                    <a:pt x="335" y="1117"/>
                    <a:pt x="411" y="1135"/>
                  </a:cubicBezTo>
                  <a:cubicBezTo>
                    <a:pt x="430" y="1156"/>
                    <a:pt x="477" y="1193"/>
                    <a:pt x="568" y="1193"/>
                  </a:cubicBezTo>
                  <a:cubicBezTo>
                    <a:pt x="658" y="1193"/>
                    <a:pt x="706" y="1156"/>
                    <a:pt x="725" y="1135"/>
                  </a:cubicBezTo>
                  <a:cubicBezTo>
                    <a:pt x="801" y="1117"/>
                    <a:pt x="831" y="1089"/>
                    <a:pt x="833" y="1087"/>
                  </a:cubicBezTo>
                  <a:lnTo>
                    <a:pt x="799" y="1049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 bwMode="auto">
            <a:xfrm>
              <a:off x="9131878" y="870639"/>
              <a:ext cx="1120337" cy="2085693"/>
            </a:xfrm>
            <a:custGeom>
              <a:avLst/>
              <a:gdLst>
                <a:gd name="T0" fmla="*/ 270 w 360"/>
                <a:gd name="T1" fmla="*/ 462 h 671"/>
                <a:gd name="T2" fmla="*/ 335 w 360"/>
                <a:gd name="T3" fmla="*/ 393 h 671"/>
                <a:gd name="T4" fmla="*/ 341 w 360"/>
                <a:gd name="T5" fmla="*/ 382 h 671"/>
                <a:gd name="T6" fmla="*/ 359 w 360"/>
                <a:gd name="T7" fmla="*/ 296 h 671"/>
                <a:gd name="T8" fmla="*/ 356 w 360"/>
                <a:gd name="T9" fmla="*/ 250 h 671"/>
                <a:gd name="T10" fmla="*/ 336 w 360"/>
                <a:gd name="T11" fmla="*/ 292 h 671"/>
                <a:gd name="T12" fmla="*/ 305 w 360"/>
                <a:gd name="T13" fmla="*/ 132 h 671"/>
                <a:gd name="T14" fmla="*/ 195 w 360"/>
                <a:gd name="T15" fmla="*/ 0 h 671"/>
                <a:gd name="T16" fmla="*/ 176 w 360"/>
                <a:gd name="T17" fmla="*/ 93 h 671"/>
                <a:gd name="T18" fmla="*/ 10 w 360"/>
                <a:gd name="T19" fmla="*/ 344 h 671"/>
                <a:gd name="T20" fmla="*/ 20 w 360"/>
                <a:gd name="T21" fmla="*/ 448 h 671"/>
                <a:gd name="T22" fmla="*/ 3 w 360"/>
                <a:gd name="T23" fmla="*/ 432 h 671"/>
                <a:gd name="T24" fmla="*/ 160 w 360"/>
                <a:gd name="T25" fmla="*/ 671 h 671"/>
                <a:gd name="T26" fmla="*/ 101 w 360"/>
                <a:gd name="T27" fmla="*/ 497 h 671"/>
                <a:gd name="T28" fmla="*/ 181 w 360"/>
                <a:gd name="T29" fmla="*/ 237 h 671"/>
                <a:gd name="T30" fmla="*/ 115 w 360"/>
                <a:gd name="T31" fmla="*/ 495 h 671"/>
                <a:gd name="T32" fmla="*/ 177 w 360"/>
                <a:gd name="T33" fmla="*/ 656 h 671"/>
                <a:gd name="T34" fmla="*/ 184 w 360"/>
                <a:gd name="T35" fmla="*/ 592 h 671"/>
                <a:gd name="T36" fmla="*/ 322 w 360"/>
                <a:gd name="T37" fmla="*/ 440 h 671"/>
                <a:gd name="T38" fmla="*/ 270 w 360"/>
                <a:gd name="T39" fmla="*/ 46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671">
                  <a:moveTo>
                    <a:pt x="270" y="462"/>
                  </a:moveTo>
                  <a:cubicBezTo>
                    <a:pt x="270" y="462"/>
                    <a:pt x="313" y="430"/>
                    <a:pt x="335" y="393"/>
                  </a:cubicBezTo>
                  <a:cubicBezTo>
                    <a:pt x="337" y="389"/>
                    <a:pt x="339" y="386"/>
                    <a:pt x="341" y="382"/>
                  </a:cubicBezTo>
                  <a:cubicBezTo>
                    <a:pt x="352" y="356"/>
                    <a:pt x="358" y="327"/>
                    <a:pt x="359" y="296"/>
                  </a:cubicBezTo>
                  <a:cubicBezTo>
                    <a:pt x="360" y="280"/>
                    <a:pt x="359" y="265"/>
                    <a:pt x="356" y="250"/>
                  </a:cubicBezTo>
                  <a:cubicBezTo>
                    <a:pt x="346" y="274"/>
                    <a:pt x="336" y="292"/>
                    <a:pt x="336" y="292"/>
                  </a:cubicBezTo>
                  <a:cubicBezTo>
                    <a:pt x="336" y="292"/>
                    <a:pt x="358" y="242"/>
                    <a:pt x="305" y="132"/>
                  </a:cubicBezTo>
                  <a:cubicBezTo>
                    <a:pt x="272" y="64"/>
                    <a:pt x="195" y="0"/>
                    <a:pt x="195" y="0"/>
                  </a:cubicBezTo>
                  <a:cubicBezTo>
                    <a:pt x="195" y="0"/>
                    <a:pt x="210" y="31"/>
                    <a:pt x="176" y="93"/>
                  </a:cubicBezTo>
                  <a:cubicBezTo>
                    <a:pt x="148" y="143"/>
                    <a:pt x="30" y="208"/>
                    <a:pt x="10" y="344"/>
                  </a:cubicBezTo>
                  <a:cubicBezTo>
                    <a:pt x="0" y="407"/>
                    <a:pt x="20" y="448"/>
                    <a:pt x="20" y="448"/>
                  </a:cubicBezTo>
                  <a:cubicBezTo>
                    <a:pt x="20" y="448"/>
                    <a:pt x="13" y="448"/>
                    <a:pt x="3" y="432"/>
                  </a:cubicBezTo>
                  <a:cubicBezTo>
                    <a:pt x="20" y="565"/>
                    <a:pt x="160" y="671"/>
                    <a:pt x="160" y="671"/>
                  </a:cubicBezTo>
                  <a:cubicBezTo>
                    <a:pt x="160" y="671"/>
                    <a:pt x="115" y="626"/>
                    <a:pt x="101" y="497"/>
                  </a:cubicBezTo>
                  <a:cubicBezTo>
                    <a:pt x="86" y="357"/>
                    <a:pt x="181" y="237"/>
                    <a:pt x="181" y="237"/>
                  </a:cubicBezTo>
                  <a:cubicBezTo>
                    <a:pt x="181" y="237"/>
                    <a:pt x="96" y="368"/>
                    <a:pt x="115" y="495"/>
                  </a:cubicBezTo>
                  <a:cubicBezTo>
                    <a:pt x="127" y="582"/>
                    <a:pt x="163" y="636"/>
                    <a:pt x="177" y="656"/>
                  </a:cubicBezTo>
                  <a:cubicBezTo>
                    <a:pt x="172" y="646"/>
                    <a:pt x="168" y="627"/>
                    <a:pt x="184" y="592"/>
                  </a:cubicBezTo>
                  <a:cubicBezTo>
                    <a:pt x="207" y="540"/>
                    <a:pt x="275" y="507"/>
                    <a:pt x="322" y="440"/>
                  </a:cubicBezTo>
                  <a:cubicBezTo>
                    <a:pt x="294" y="456"/>
                    <a:pt x="270" y="462"/>
                    <a:pt x="270" y="46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 bwMode="auto">
            <a:xfrm>
              <a:off x="9795150" y="2312762"/>
              <a:ext cx="790672" cy="1597105"/>
            </a:xfrm>
            <a:custGeom>
              <a:avLst/>
              <a:gdLst>
                <a:gd name="T0" fmla="*/ 201 w 254"/>
                <a:gd name="T1" fmla="*/ 353 h 514"/>
                <a:gd name="T2" fmla="*/ 243 w 254"/>
                <a:gd name="T3" fmla="*/ 299 h 514"/>
                <a:gd name="T4" fmla="*/ 247 w 254"/>
                <a:gd name="T5" fmla="*/ 291 h 514"/>
                <a:gd name="T6" fmla="*/ 253 w 254"/>
                <a:gd name="T7" fmla="*/ 225 h 514"/>
                <a:gd name="T8" fmla="*/ 246 w 254"/>
                <a:gd name="T9" fmla="*/ 190 h 514"/>
                <a:gd name="T10" fmla="*/ 235 w 254"/>
                <a:gd name="T11" fmla="*/ 222 h 514"/>
                <a:gd name="T12" fmla="*/ 199 w 254"/>
                <a:gd name="T13" fmla="*/ 100 h 514"/>
                <a:gd name="T14" fmla="*/ 108 w 254"/>
                <a:gd name="T15" fmla="*/ 0 h 514"/>
                <a:gd name="T16" fmla="*/ 102 w 254"/>
                <a:gd name="T17" fmla="*/ 71 h 514"/>
                <a:gd name="T18" fmla="*/ 2 w 254"/>
                <a:gd name="T19" fmla="*/ 265 h 514"/>
                <a:gd name="T20" fmla="*/ 18 w 254"/>
                <a:gd name="T21" fmla="*/ 345 h 514"/>
                <a:gd name="T22" fmla="*/ 4 w 254"/>
                <a:gd name="T23" fmla="*/ 333 h 514"/>
                <a:gd name="T24" fmla="*/ 139 w 254"/>
                <a:gd name="T25" fmla="*/ 514 h 514"/>
                <a:gd name="T26" fmla="*/ 81 w 254"/>
                <a:gd name="T27" fmla="*/ 381 h 514"/>
                <a:gd name="T28" fmla="*/ 118 w 254"/>
                <a:gd name="T29" fmla="*/ 181 h 514"/>
                <a:gd name="T30" fmla="*/ 91 w 254"/>
                <a:gd name="T31" fmla="*/ 380 h 514"/>
                <a:gd name="T32" fmla="*/ 150 w 254"/>
                <a:gd name="T33" fmla="*/ 502 h 514"/>
                <a:gd name="T34" fmla="*/ 149 w 254"/>
                <a:gd name="T35" fmla="*/ 453 h 514"/>
                <a:gd name="T36" fmla="*/ 237 w 254"/>
                <a:gd name="T37" fmla="*/ 336 h 514"/>
                <a:gd name="T38" fmla="*/ 201 w 254"/>
                <a:gd name="T39" fmla="*/ 35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4" h="514">
                  <a:moveTo>
                    <a:pt x="201" y="353"/>
                  </a:moveTo>
                  <a:cubicBezTo>
                    <a:pt x="201" y="353"/>
                    <a:pt x="230" y="328"/>
                    <a:pt x="243" y="299"/>
                  </a:cubicBezTo>
                  <a:cubicBezTo>
                    <a:pt x="244" y="297"/>
                    <a:pt x="246" y="294"/>
                    <a:pt x="247" y="291"/>
                  </a:cubicBezTo>
                  <a:cubicBezTo>
                    <a:pt x="252" y="271"/>
                    <a:pt x="254" y="249"/>
                    <a:pt x="253" y="225"/>
                  </a:cubicBezTo>
                  <a:cubicBezTo>
                    <a:pt x="252" y="213"/>
                    <a:pt x="249" y="201"/>
                    <a:pt x="246" y="190"/>
                  </a:cubicBezTo>
                  <a:cubicBezTo>
                    <a:pt x="241" y="208"/>
                    <a:pt x="235" y="222"/>
                    <a:pt x="235" y="222"/>
                  </a:cubicBezTo>
                  <a:cubicBezTo>
                    <a:pt x="235" y="222"/>
                    <a:pt x="247" y="184"/>
                    <a:pt x="199" y="100"/>
                  </a:cubicBezTo>
                  <a:cubicBezTo>
                    <a:pt x="170" y="49"/>
                    <a:pt x="108" y="0"/>
                    <a:pt x="108" y="0"/>
                  </a:cubicBezTo>
                  <a:cubicBezTo>
                    <a:pt x="108" y="0"/>
                    <a:pt x="122" y="24"/>
                    <a:pt x="102" y="71"/>
                  </a:cubicBezTo>
                  <a:cubicBezTo>
                    <a:pt x="86" y="111"/>
                    <a:pt x="5" y="162"/>
                    <a:pt x="2" y="265"/>
                  </a:cubicBezTo>
                  <a:cubicBezTo>
                    <a:pt x="0" y="314"/>
                    <a:pt x="18" y="345"/>
                    <a:pt x="18" y="345"/>
                  </a:cubicBezTo>
                  <a:cubicBezTo>
                    <a:pt x="18" y="345"/>
                    <a:pt x="13" y="345"/>
                    <a:pt x="4" y="333"/>
                  </a:cubicBezTo>
                  <a:cubicBezTo>
                    <a:pt x="28" y="434"/>
                    <a:pt x="139" y="514"/>
                    <a:pt x="139" y="514"/>
                  </a:cubicBezTo>
                  <a:cubicBezTo>
                    <a:pt x="139" y="514"/>
                    <a:pt x="102" y="480"/>
                    <a:pt x="81" y="381"/>
                  </a:cubicBezTo>
                  <a:cubicBezTo>
                    <a:pt x="59" y="275"/>
                    <a:pt x="118" y="181"/>
                    <a:pt x="118" y="181"/>
                  </a:cubicBezTo>
                  <a:cubicBezTo>
                    <a:pt x="118" y="181"/>
                    <a:pt x="67" y="283"/>
                    <a:pt x="91" y="380"/>
                  </a:cubicBezTo>
                  <a:cubicBezTo>
                    <a:pt x="107" y="446"/>
                    <a:pt x="138" y="487"/>
                    <a:pt x="150" y="502"/>
                  </a:cubicBezTo>
                  <a:cubicBezTo>
                    <a:pt x="146" y="495"/>
                    <a:pt x="141" y="480"/>
                    <a:pt x="149" y="453"/>
                  </a:cubicBezTo>
                  <a:cubicBezTo>
                    <a:pt x="162" y="413"/>
                    <a:pt x="209" y="387"/>
                    <a:pt x="237" y="336"/>
                  </a:cubicBezTo>
                  <a:cubicBezTo>
                    <a:pt x="219" y="348"/>
                    <a:pt x="201" y="353"/>
                    <a:pt x="201" y="35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 bwMode="auto">
            <a:xfrm>
              <a:off x="8678752" y="777387"/>
              <a:ext cx="634376" cy="1184695"/>
            </a:xfrm>
            <a:custGeom>
              <a:avLst/>
              <a:gdLst>
                <a:gd name="T0" fmla="*/ 157 w 204"/>
                <a:gd name="T1" fmla="*/ 252 h 381"/>
                <a:gd name="T2" fmla="*/ 192 w 204"/>
                <a:gd name="T3" fmla="*/ 207 h 381"/>
                <a:gd name="T4" fmla="*/ 196 w 204"/>
                <a:gd name="T5" fmla="*/ 201 h 381"/>
                <a:gd name="T6" fmla="*/ 204 w 204"/>
                <a:gd name="T7" fmla="*/ 151 h 381"/>
                <a:gd name="T8" fmla="*/ 201 w 204"/>
                <a:gd name="T9" fmla="*/ 125 h 381"/>
                <a:gd name="T10" fmla="*/ 190 w 204"/>
                <a:gd name="T11" fmla="*/ 150 h 381"/>
                <a:gd name="T12" fmla="*/ 168 w 204"/>
                <a:gd name="T13" fmla="*/ 64 h 381"/>
                <a:gd name="T14" fmla="*/ 101 w 204"/>
                <a:gd name="T15" fmla="*/ 0 h 381"/>
                <a:gd name="T16" fmla="*/ 93 w 204"/>
                <a:gd name="T17" fmla="*/ 54 h 381"/>
                <a:gd name="T18" fmla="*/ 3 w 204"/>
                <a:gd name="T19" fmla="*/ 211 h 381"/>
                <a:gd name="T20" fmla="*/ 12 w 204"/>
                <a:gd name="T21" fmla="*/ 269 h 381"/>
                <a:gd name="T22" fmla="*/ 2 w 204"/>
                <a:gd name="T23" fmla="*/ 262 h 381"/>
                <a:gd name="T24" fmla="*/ 99 w 204"/>
                <a:gd name="T25" fmla="*/ 381 h 381"/>
                <a:gd name="T26" fmla="*/ 60 w 204"/>
                <a:gd name="T27" fmla="*/ 288 h 381"/>
                <a:gd name="T28" fmla="*/ 99 w 204"/>
                <a:gd name="T29" fmla="*/ 134 h 381"/>
                <a:gd name="T30" fmla="*/ 68 w 204"/>
                <a:gd name="T31" fmla="*/ 286 h 381"/>
                <a:gd name="T32" fmla="*/ 108 w 204"/>
                <a:gd name="T33" fmla="*/ 371 h 381"/>
                <a:gd name="T34" fmla="*/ 110 w 204"/>
                <a:gd name="T35" fmla="*/ 334 h 381"/>
                <a:gd name="T36" fmla="*/ 186 w 204"/>
                <a:gd name="T37" fmla="*/ 235 h 381"/>
                <a:gd name="T38" fmla="*/ 157 w 204"/>
                <a:gd name="T39" fmla="*/ 252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381">
                  <a:moveTo>
                    <a:pt x="157" y="252"/>
                  </a:moveTo>
                  <a:cubicBezTo>
                    <a:pt x="157" y="252"/>
                    <a:pt x="181" y="230"/>
                    <a:pt x="192" y="207"/>
                  </a:cubicBezTo>
                  <a:cubicBezTo>
                    <a:pt x="194" y="205"/>
                    <a:pt x="195" y="203"/>
                    <a:pt x="196" y="201"/>
                  </a:cubicBezTo>
                  <a:cubicBezTo>
                    <a:pt x="201" y="185"/>
                    <a:pt x="204" y="168"/>
                    <a:pt x="204" y="151"/>
                  </a:cubicBezTo>
                  <a:cubicBezTo>
                    <a:pt x="204" y="142"/>
                    <a:pt x="202" y="133"/>
                    <a:pt x="201" y="125"/>
                  </a:cubicBezTo>
                  <a:cubicBezTo>
                    <a:pt x="195" y="139"/>
                    <a:pt x="190" y="150"/>
                    <a:pt x="190" y="150"/>
                  </a:cubicBezTo>
                  <a:cubicBezTo>
                    <a:pt x="190" y="150"/>
                    <a:pt x="202" y="120"/>
                    <a:pt x="168" y="64"/>
                  </a:cubicBezTo>
                  <a:cubicBezTo>
                    <a:pt x="147" y="29"/>
                    <a:pt x="101" y="0"/>
                    <a:pt x="101" y="0"/>
                  </a:cubicBezTo>
                  <a:cubicBezTo>
                    <a:pt x="101" y="0"/>
                    <a:pt x="110" y="16"/>
                    <a:pt x="93" y="54"/>
                  </a:cubicBezTo>
                  <a:cubicBezTo>
                    <a:pt x="78" y="85"/>
                    <a:pt x="11" y="133"/>
                    <a:pt x="3" y="211"/>
                  </a:cubicBezTo>
                  <a:cubicBezTo>
                    <a:pt x="0" y="248"/>
                    <a:pt x="12" y="269"/>
                    <a:pt x="12" y="269"/>
                  </a:cubicBezTo>
                  <a:cubicBezTo>
                    <a:pt x="12" y="269"/>
                    <a:pt x="8" y="270"/>
                    <a:pt x="2" y="262"/>
                  </a:cubicBezTo>
                  <a:cubicBezTo>
                    <a:pt x="15" y="334"/>
                    <a:pt x="99" y="381"/>
                    <a:pt x="99" y="381"/>
                  </a:cubicBezTo>
                  <a:cubicBezTo>
                    <a:pt x="99" y="381"/>
                    <a:pt x="72" y="360"/>
                    <a:pt x="60" y="288"/>
                  </a:cubicBezTo>
                  <a:cubicBezTo>
                    <a:pt x="48" y="211"/>
                    <a:pt x="99" y="134"/>
                    <a:pt x="99" y="134"/>
                  </a:cubicBezTo>
                  <a:cubicBezTo>
                    <a:pt x="99" y="134"/>
                    <a:pt x="54" y="216"/>
                    <a:pt x="68" y="286"/>
                  </a:cubicBezTo>
                  <a:cubicBezTo>
                    <a:pt x="77" y="334"/>
                    <a:pt x="100" y="361"/>
                    <a:pt x="108" y="371"/>
                  </a:cubicBezTo>
                  <a:cubicBezTo>
                    <a:pt x="105" y="366"/>
                    <a:pt x="102" y="355"/>
                    <a:pt x="110" y="334"/>
                  </a:cubicBezTo>
                  <a:cubicBezTo>
                    <a:pt x="122" y="303"/>
                    <a:pt x="161" y="278"/>
                    <a:pt x="186" y="235"/>
                  </a:cubicBezTo>
                  <a:cubicBezTo>
                    <a:pt x="170" y="247"/>
                    <a:pt x="157" y="252"/>
                    <a:pt x="157" y="25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3" name="任意多边形: 形状 92"/>
            <p:cNvSpPr/>
            <p:nvPr/>
          </p:nvSpPr>
          <p:spPr bwMode="auto">
            <a:xfrm>
              <a:off x="8917793" y="2903796"/>
              <a:ext cx="711867" cy="1196515"/>
            </a:xfrm>
            <a:custGeom>
              <a:avLst/>
              <a:gdLst>
                <a:gd name="T0" fmla="*/ 20 w 229"/>
                <a:gd name="T1" fmla="*/ 190 h 385"/>
                <a:gd name="T2" fmla="*/ 15 w 229"/>
                <a:gd name="T3" fmla="*/ 126 h 385"/>
                <a:gd name="T4" fmla="*/ 43 w 229"/>
                <a:gd name="T5" fmla="*/ 68 h 385"/>
                <a:gd name="T6" fmla="*/ 45 w 229"/>
                <a:gd name="T7" fmla="*/ 93 h 385"/>
                <a:gd name="T8" fmla="*/ 94 w 229"/>
                <a:gd name="T9" fmla="*/ 32 h 385"/>
                <a:gd name="T10" fmla="*/ 153 w 229"/>
                <a:gd name="T11" fmla="*/ 4 h 385"/>
                <a:gd name="T12" fmla="*/ 183 w 229"/>
                <a:gd name="T13" fmla="*/ 0 h 385"/>
                <a:gd name="T14" fmla="*/ 164 w 229"/>
                <a:gd name="T15" fmla="*/ 46 h 385"/>
                <a:gd name="T16" fmla="*/ 210 w 229"/>
                <a:gd name="T17" fmla="*/ 198 h 385"/>
                <a:gd name="T18" fmla="*/ 134 w 229"/>
                <a:gd name="T19" fmla="*/ 354 h 385"/>
                <a:gd name="T20" fmla="*/ 95 w 229"/>
                <a:gd name="T21" fmla="*/ 385 h 385"/>
                <a:gd name="T22" fmla="*/ 140 w 229"/>
                <a:gd name="T23" fmla="*/ 293 h 385"/>
                <a:gd name="T24" fmla="*/ 122 w 229"/>
                <a:gd name="T25" fmla="*/ 167 h 385"/>
                <a:gd name="T26" fmla="*/ 122 w 229"/>
                <a:gd name="T27" fmla="*/ 297 h 385"/>
                <a:gd name="T28" fmla="*/ 74 w 229"/>
                <a:gd name="T29" fmla="*/ 361 h 385"/>
                <a:gd name="T30" fmla="*/ 26 w 229"/>
                <a:gd name="T31" fmla="*/ 258 h 385"/>
                <a:gd name="T32" fmla="*/ 0 w 229"/>
                <a:gd name="T33" fmla="*/ 165 h 385"/>
                <a:gd name="T34" fmla="*/ 20 w 229"/>
                <a:gd name="T35" fmla="*/ 19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9" h="385">
                  <a:moveTo>
                    <a:pt x="20" y="190"/>
                  </a:moveTo>
                  <a:cubicBezTo>
                    <a:pt x="20" y="190"/>
                    <a:pt x="9" y="161"/>
                    <a:pt x="15" y="126"/>
                  </a:cubicBezTo>
                  <a:cubicBezTo>
                    <a:pt x="22" y="90"/>
                    <a:pt x="43" y="68"/>
                    <a:pt x="43" y="68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45" y="93"/>
                    <a:pt x="52" y="65"/>
                    <a:pt x="94" y="32"/>
                  </a:cubicBezTo>
                  <a:cubicBezTo>
                    <a:pt x="114" y="17"/>
                    <a:pt x="136" y="9"/>
                    <a:pt x="153" y="4"/>
                  </a:cubicBezTo>
                  <a:cubicBezTo>
                    <a:pt x="171" y="1"/>
                    <a:pt x="183" y="0"/>
                    <a:pt x="183" y="0"/>
                  </a:cubicBezTo>
                  <a:cubicBezTo>
                    <a:pt x="183" y="0"/>
                    <a:pt x="166" y="9"/>
                    <a:pt x="164" y="46"/>
                  </a:cubicBezTo>
                  <a:cubicBezTo>
                    <a:pt x="160" y="105"/>
                    <a:pt x="192" y="118"/>
                    <a:pt x="210" y="198"/>
                  </a:cubicBezTo>
                  <a:cubicBezTo>
                    <a:pt x="229" y="285"/>
                    <a:pt x="166" y="335"/>
                    <a:pt x="134" y="354"/>
                  </a:cubicBezTo>
                  <a:cubicBezTo>
                    <a:pt x="111" y="368"/>
                    <a:pt x="99" y="380"/>
                    <a:pt x="95" y="385"/>
                  </a:cubicBezTo>
                  <a:cubicBezTo>
                    <a:pt x="102" y="376"/>
                    <a:pt x="125" y="343"/>
                    <a:pt x="140" y="293"/>
                  </a:cubicBezTo>
                  <a:cubicBezTo>
                    <a:pt x="159" y="232"/>
                    <a:pt x="122" y="167"/>
                    <a:pt x="122" y="167"/>
                  </a:cubicBezTo>
                  <a:cubicBezTo>
                    <a:pt x="122" y="167"/>
                    <a:pt x="151" y="231"/>
                    <a:pt x="122" y="297"/>
                  </a:cubicBezTo>
                  <a:cubicBezTo>
                    <a:pt x="104" y="337"/>
                    <a:pt x="74" y="361"/>
                    <a:pt x="74" y="361"/>
                  </a:cubicBezTo>
                  <a:cubicBezTo>
                    <a:pt x="74" y="361"/>
                    <a:pt x="68" y="330"/>
                    <a:pt x="26" y="258"/>
                  </a:cubicBezTo>
                  <a:cubicBezTo>
                    <a:pt x="11" y="233"/>
                    <a:pt x="0" y="199"/>
                    <a:pt x="0" y="165"/>
                  </a:cubicBezTo>
                  <a:cubicBezTo>
                    <a:pt x="12" y="189"/>
                    <a:pt x="20" y="190"/>
                    <a:pt x="20" y="19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4" name="任意多边形: 形状 93"/>
            <p:cNvSpPr/>
            <p:nvPr/>
          </p:nvSpPr>
          <p:spPr bwMode="auto">
            <a:xfrm>
              <a:off x="10338901" y="1591700"/>
              <a:ext cx="815627" cy="1333110"/>
            </a:xfrm>
            <a:custGeom>
              <a:avLst/>
              <a:gdLst>
                <a:gd name="T0" fmla="*/ 97 w 262"/>
                <a:gd name="T1" fmla="*/ 429 h 429"/>
                <a:gd name="T2" fmla="*/ 54 w 262"/>
                <a:gd name="T3" fmla="*/ 337 h 429"/>
                <a:gd name="T4" fmla="*/ 18 w 262"/>
                <a:gd name="T5" fmla="*/ 200 h 429"/>
                <a:gd name="T6" fmla="*/ 29 w 262"/>
                <a:gd name="T7" fmla="*/ 215 h 429"/>
                <a:gd name="T8" fmla="*/ 74 w 262"/>
                <a:gd name="T9" fmla="*/ 97 h 429"/>
                <a:gd name="T10" fmla="*/ 187 w 262"/>
                <a:gd name="T11" fmla="*/ 0 h 429"/>
                <a:gd name="T12" fmla="*/ 211 w 262"/>
                <a:gd name="T13" fmla="*/ 119 h 429"/>
                <a:gd name="T14" fmla="*/ 220 w 262"/>
                <a:gd name="T15" fmla="*/ 310 h 429"/>
                <a:gd name="T16" fmla="*/ 116 w 262"/>
                <a:gd name="T17" fmla="*/ 424 h 429"/>
                <a:gd name="T18" fmla="*/ 152 w 262"/>
                <a:gd name="T19" fmla="*/ 324 h 429"/>
                <a:gd name="T20" fmla="*/ 138 w 262"/>
                <a:gd name="T21" fmla="*/ 242 h 429"/>
                <a:gd name="T22" fmla="*/ 137 w 262"/>
                <a:gd name="T23" fmla="*/ 327 h 429"/>
                <a:gd name="T24" fmla="*/ 97 w 262"/>
                <a:gd name="T25" fmla="*/ 429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2" h="429">
                  <a:moveTo>
                    <a:pt x="97" y="429"/>
                  </a:moveTo>
                  <a:cubicBezTo>
                    <a:pt x="97" y="429"/>
                    <a:pt x="91" y="386"/>
                    <a:pt x="54" y="337"/>
                  </a:cubicBezTo>
                  <a:cubicBezTo>
                    <a:pt x="0" y="267"/>
                    <a:pt x="18" y="200"/>
                    <a:pt x="18" y="200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29" y="215"/>
                    <a:pt x="26" y="152"/>
                    <a:pt x="74" y="97"/>
                  </a:cubicBezTo>
                  <a:cubicBezTo>
                    <a:pt x="122" y="42"/>
                    <a:pt x="187" y="0"/>
                    <a:pt x="187" y="0"/>
                  </a:cubicBezTo>
                  <a:cubicBezTo>
                    <a:pt x="187" y="0"/>
                    <a:pt x="172" y="47"/>
                    <a:pt x="211" y="119"/>
                  </a:cubicBezTo>
                  <a:cubicBezTo>
                    <a:pt x="249" y="192"/>
                    <a:pt x="262" y="235"/>
                    <a:pt x="220" y="310"/>
                  </a:cubicBezTo>
                  <a:cubicBezTo>
                    <a:pt x="178" y="385"/>
                    <a:pt x="116" y="424"/>
                    <a:pt x="116" y="424"/>
                  </a:cubicBezTo>
                  <a:cubicBezTo>
                    <a:pt x="116" y="424"/>
                    <a:pt x="151" y="354"/>
                    <a:pt x="152" y="324"/>
                  </a:cubicBezTo>
                  <a:cubicBezTo>
                    <a:pt x="152" y="293"/>
                    <a:pt x="138" y="242"/>
                    <a:pt x="138" y="242"/>
                  </a:cubicBezTo>
                  <a:cubicBezTo>
                    <a:pt x="138" y="242"/>
                    <a:pt x="149" y="274"/>
                    <a:pt x="137" y="327"/>
                  </a:cubicBezTo>
                  <a:cubicBezTo>
                    <a:pt x="125" y="379"/>
                    <a:pt x="97" y="429"/>
                    <a:pt x="97" y="42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 bwMode="auto">
            <a:xfrm>
              <a:off x="7894648" y="1227886"/>
              <a:ext cx="952221" cy="1712685"/>
            </a:xfrm>
            <a:custGeom>
              <a:avLst/>
              <a:gdLst>
                <a:gd name="T0" fmla="*/ 244 w 306"/>
                <a:gd name="T1" fmla="*/ 551 h 551"/>
                <a:gd name="T2" fmla="*/ 141 w 306"/>
                <a:gd name="T3" fmla="*/ 472 h 551"/>
                <a:gd name="T4" fmla="*/ 21 w 306"/>
                <a:gd name="T5" fmla="*/ 335 h 551"/>
                <a:gd name="T6" fmla="*/ 41 w 306"/>
                <a:gd name="T7" fmla="*/ 346 h 551"/>
                <a:gd name="T8" fmla="*/ 19 w 306"/>
                <a:gd name="T9" fmla="*/ 182 h 551"/>
                <a:gd name="T10" fmla="*/ 85 w 306"/>
                <a:gd name="T11" fmla="*/ 0 h 551"/>
                <a:gd name="T12" fmla="*/ 181 w 306"/>
                <a:gd name="T13" fmla="*/ 123 h 551"/>
                <a:gd name="T14" fmla="*/ 306 w 306"/>
                <a:gd name="T15" fmla="*/ 337 h 551"/>
                <a:gd name="T16" fmla="*/ 261 w 306"/>
                <a:gd name="T17" fmla="*/ 533 h 551"/>
                <a:gd name="T18" fmla="*/ 240 w 306"/>
                <a:gd name="T19" fmla="*/ 396 h 551"/>
                <a:gd name="T20" fmla="*/ 176 w 306"/>
                <a:gd name="T21" fmla="*/ 309 h 551"/>
                <a:gd name="T22" fmla="*/ 225 w 306"/>
                <a:gd name="T23" fmla="*/ 408 h 551"/>
                <a:gd name="T24" fmla="*/ 244 w 306"/>
                <a:gd name="T25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551">
                  <a:moveTo>
                    <a:pt x="244" y="551"/>
                  </a:moveTo>
                  <a:cubicBezTo>
                    <a:pt x="244" y="551"/>
                    <a:pt x="210" y="505"/>
                    <a:pt x="141" y="472"/>
                  </a:cubicBezTo>
                  <a:cubicBezTo>
                    <a:pt x="41" y="424"/>
                    <a:pt x="21" y="335"/>
                    <a:pt x="21" y="335"/>
                  </a:cubicBezTo>
                  <a:cubicBezTo>
                    <a:pt x="41" y="346"/>
                    <a:pt x="41" y="346"/>
                    <a:pt x="41" y="346"/>
                  </a:cubicBezTo>
                  <a:cubicBezTo>
                    <a:pt x="41" y="346"/>
                    <a:pt x="0" y="275"/>
                    <a:pt x="19" y="182"/>
                  </a:cubicBezTo>
                  <a:cubicBezTo>
                    <a:pt x="38" y="88"/>
                    <a:pt x="85" y="0"/>
                    <a:pt x="85" y="0"/>
                  </a:cubicBezTo>
                  <a:cubicBezTo>
                    <a:pt x="85" y="0"/>
                    <a:pt x="97" y="63"/>
                    <a:pt x="181" y="123"/>
                  </a:cubicBezTo>
                  <a:cubicBezTo>
                    <a:pt x="266" y="184"/>
                    <a:pt x="306" y="224"/>
                    <a:pt x="306" y="337"/>
                  </a:cubicBezTo>
                  <a:cubicBezTo>
                    <a:pt x="305" y="450"/>
                    <a:pt x="261" y="533"/>
                    <a:pt x="261" y="533"/>
                  </a:cubicBezTo>
                  <a:cubicBezTo>
                    <a:pt x="261" y="533"/>
                    <a:pt x="257" y="432"/>
                    <a:pt x="240" y="396"/>
                  </a:cubicBezTo>
                  <a:cubicBezTo>
                    <a:pt x="222" y="360"/>
                    <a:pt x="176" y="309"/>
                    <a:pt x="176" y="309"/>
                  </a:cubicBezTo>
                  <a:cubicBezTo>
                    <a:pt x="176" y="309"/>
                    <a:pt x="207" y="341"/>
                    <a:pt x="225" y="408"/>
                  </a:cubicBezTo>
                  <a:cubicBezTo>
                    <a:pt x="243" y="476"/>
                    <a:pt x="244" y="551"/>
                    <a:pt x="244" y="55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6" name="任意多边形: 形状 95"/>
            <p:cNvSpPr/>
            <p:nvPr/>
          </p:nvSpPr>
          <p:spPr bwMode="auto">
            <a:xfrm>
              <a:off x="8345147" y="979652"/>
              <a:ext cx="324412" cy="546378"/>
            </a:xfrm>
            <a:custGeom>
              <a:avLst/>
              <a:gdLst>
                <a:gd name="T0" fmla="*/ 30 w 104"/>
                <a:gd name="T1" fmla="*/ 176 h 176"/>
                <a:gd name="T2" fmla="*/ 17 w 104"/>
                <a:gd name="T3" fmla="*/ 133 h 176"/>
                <a:gd name="T4" fmla="*/ 11 w 104"/>
                <a:gd name="T5" fmla="*/ 72 h 176"/>
                <a:gd name="T6" fmla="*/ 14 w 104"/>
                <a:gd name="T7" fmla="*/ 79 h 176"/>
                <a:gd name="T8" fmla="*/ 38 w 104"/>
                <a:gd name="T9" fmla="*/ 33 h 176"/>
                <a:gd name="T10" fmla="*/ 87 w 104"/>
                <a:gd name="T11" fmla="*/ 0 h 176"/>
                <a:gd name="T12" fmla="*/ 82 w 104"/>
                <a:gd name="T13" fmla="*/ 54 h 176"/>
                <a:gd name="T14" fmla="*/ 83 w 104"/>
                <a:gd name="T15" fmla="*/ 135 h 176"/>
                <a:gd name="T16" fmla="*/ 37 w 104"/>
                <a:gd name="T17" fmla="*/ 175 h 176"/>
                <a:gd name="T18" fmla="*/ 56 w 104"/>
                <a:gd name="T19" fmla="*/ 135 h 176"/>
                <a:gd name="T20" fmla="*/ 55 w 104"/>
                <a:gd name="T21" fmla="*/ 99 h 176"/>
                <a:gd name="T22" fmla="*/ 50 w 104"/>
                <a:gd name="T23" fmla="*/ 135 h 176"/>
                <a:gd name="T24" fmla="*/ 30 w 104"/>
                <a:gd name="T25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76">
                  <a:moveTo>
                    <a:pt x="30" y="176"/>
                  </a:moveTo>
                  <a:cubicBezTo>
                    <a:pt x="30" y="176"/>
                    <a:pt x="29" y="157"/>
                    <a:pt x="17" y="133"/>
                  </a:cubicBezTo>
                  <a:cubicBezTo>
                    <a:pt x="0" y="99"/>
                    <a:pt x="11" y="72"/>
                    <a:pt x="11" y="72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79"/>
                    <a:pt x="16" y="52"/>
                    <a:pt x="38" y="33"/>
                  </a:cubicBezTo>
                  <a:cubicBezTo>
                    <a:pt x="59" y="13"/>
                    <a:pt x="87" y="0"/>
                    <a:pt x="87" y="0"/>
                  </a:cubicBezTo>
                  <a:cubicBezTo>
                    <a:pt x="87" y="0"/>
                    <a:pt x="70" y="20"/>
                    <a:pt x="82" y="54"/>
                  </a:cubicBezTo>
                  <a:cubicBezTo>
                    <a:pt x="93" y="88"/>
                    <a:pt x="104" y="106"/>
                    <a:pt x="83" y="135"/>
                  </a:cubicBezTo>
                  <a:cubicBezTo>
                    <a:pt x="63" y="164"/>
                    <a:pt x="37" y="175"/>
                    <a:pt x="37" y="175"/>
                  </a:cubicBezTo>
                  <a:cubicBezTo>
                    <a:pt x="37" y="175"/>
                    <a:pt x="54" y="148"/>
                    <a:pt x="56" y="135"/>
                  </a:cubicBezTo>
                  <a:cubicBezTo>
                    <a:pt x="58" y="123"/>
                    <a:pt x="55" y="99"/>
                    <a:pt x="55" y="99"/>
                  </a:cubicBezTo>
                  <a:cubicBezTo>
                    <a:pt x="55" y="99"/>
                    <a:pt x="58" y="114"/>
                    <a:pt x="50" y="135"/>
                  </a:cubicBezTo>
                  <a:cubicBezTo>
                    <a:pt x="43" y="157"/>
                    <a:pt x="30" y="176"/>
                    <a:pt x="30" y="17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7" name="任意多边形: 形状 96"/>
            <p:cNvSpPr/>
            <p:nvPr/>
          </p:nvSpPr>
          <p:spPr bwMode="auto">
            <a:xfrm>
              <a:off x="7649040" y="1700713"/>
              <a:ext cx="279756" cy="518796"/>
            </a:xfrm>
            <a:custGeom>
              <a:avLst/>
              <a:gdLst>
                <a:gd name="T0" fmla="*/ 51 w 90"/>
                <a:gd name="T1" fmla="*/ 167 h 167"/>
                <a:gd name="T2" fmla="*/ 27 w 90"/>
                <a:gd name="T3" fmla="*/ 137 h 167"/>
                <a:gd name="T4" fmla="*/ 2 w 90"/>
                <a:gd name="T5" fmla="*/ 91 h 167"/>
                <a:gd name="T6" fmla="*/ 7 w 90"/>
                <a:gd name="T7" fmla="*/ 96 h 167"/>
                <a:gd name="T8" fmla="*/ 11 w 90"/>
                <a:gd name="T9" fmla="*/ 48 h 167"/>
                <a:gd name="T10" fmla="*/ 41 w 90"/>
                <a:gd name="T11" fmla="*/ 0 h 167"/>
                <a:gd name="T12" fmla="*/ 54 w 90"/>
                <a:gd name="T13" fmla="*/ 45 h 167"/>
                <a:gd name="T14" fmla="*/ 82 w 90"/>
                <a:gd name="T15" fmla="*/ 110 h 167"/>
                <a:gd name="T16" fmla="*/ 57 w 90"/>
                <a:gd name="T17" fmla="*/ 163 h 167"/>
                <a:gd name="T18" fmla="*/ 60 w 90"/>
                <a:gd name="T19" fmla="*/ 122 h 167"/>
                <a:gd name="T20" fmla="*/ 47 w 90"/>
                <a:gd name="T21" fmla="*/ 94 h 167"/>
                <a:gd name="T22" fmla="*/ 55 w 90"/>
                <a:gd name="T23" fmla="*/ 125 h 167"/>
                <a:gd name="T24" fmla="*/ 51 w 90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167">
                  <a:moveTo>
                    <a:pt x="51" y="167"/>
                  </a:moveTo>
                  <a:cubicBezTo>
                    <a:pt x="51" y="167"/>
                    <a:pt x="44" y="151"/>
                    <a:pt x="27" y="137"/>
                  </a:cubicBezTo>
                  <a:cubicBezTo>
                    <a:pt x="2" y="118"/>
                    <a:pt x="2" y="91"/>
                    <a:pt x="2" y="91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6"/>
                    <a:pt x="0" y="73"/>
                    <a:pt x="11" y="48"/>
                  </a:cubicBezTo>
                  <a:cubicBezTo>
                    <a:pt x="23" y="22"/>
                    <a:pt x="41" y="0"/>
                    <a:pt x="41" y="0"/>
                  </a:cubicBezTo>
                  <a:cubicBezTo>
                    <a:pt x="41" y="0"/>
                    <a:pt x="34" y="23"/>
                    <a:pt x="54" y="45"/>
                  </a:cubicBezTo>
                  <a:cubicBezTo>
                    <a:pt x="74" y="68"/>
                    <a:pt x="90" y="78"/>
                    <a:pt x="82" y="110"/>
                  </a:cubicBezTo>
                  <a:cubicBezTo>
                    <a:pt x="75" y="142"/>
                    <a:pt x="57" y="163"/>
                    <a:pt x="57" y="163"/>
                  </a:cubicBezTo>
                  <a:cubicBezTo>
                    <a:pt x="57" y="163"/>
                    <a:pt x="62" y="134"/>
                    <a:pt x="60" y="122"/>
                  </a:cubicBezTo>
                  <a:cubicBezTo>
                    <a:pt x="57" y="111"/>
                    <a:pt x="47" y="94"/>
                    <a:pt x="47" y="94"/>
                  </a:cubicBezTo>
                  <a:cubicBezTo>
                    <a:pt x="47" y="94"/>
                    <a:pt x="54" y="105"/>
                    <a:pt x="55" y="125"/>
                  </a:cubicBezTo>
                  <a:cubicBezTo>
                    <a:pt x="56" y="145"/>
                    <a:pt x="51" y="167"/>
                    <a:pt x="51" y="16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 bwMode="auto">
            <a:xfrm>
              <a:off x="10193112" y="1066337"/>
              <a:ext cx="510916" cy="841895"/>
            </a:xfrm>
            <a:custGeom>
              <a:avLst/>
              <a:gdLst>
                <a:gd name="T0" fmla="*/ 109 w 164"/>
                <a:gd name="T1" fmla="*/ 271 h 271"/>
                <a:gd name="T2" fmla="*/ 133 w 164"/>
                <a:gd name="T3" fmla="*/ 212 h 271"/>
                <a:gd name="T4" fmla="*/ 151 w 164"/>
                <a:gd name="T5" fmla="*/ 124 h 271"/>
                <a:gd name="T6" fmla="*/ 145 w 164"/>
                <a:gd name="T7" fmla="*/ 134 h 271"/>
                <a:gd name="T8" fmla="*/ 113 w 164"/>
                <a:gd name="T9" fmla="*/ 60 h 271"/>
                <a:gd name="T10" fmla="*/ 39 w 164"/>
                <a:gd name="T11" fmla="*/ 0 h 271"/>
                <a:gd name="T12" fmla="*/ 41 w 164"/>
                <a:gd name="T13" fmla="*/ 79 h 271"/>
                <a:gd name="T14" fmla="*/ 28 w 164"/>
                <a:gd name="T15" fmla="*/ 198 h 271"/>
                <a:gd name="T16" fmla="*/ 97 w 164"/>
                <a:gd name="T17" fmla="*/ 268 h 271"/>
                <a:gd name="T18" fmla="*/ 72 w 164"/>
                <a:gd name="T19" fmla="*/ 205 h 271"/>
                <a:gd name="T20" fmla="*/ 77 w 164"/>
                <a:gd name="T21" fmla="*/ 153 h 271"/>
                <a:gd name="T22" fmla="*/ 81 w 164"/>
                <a:gd name="T23" fmla="*/ 207 h 271"/>
                <a:gd name="T24" fmla="*/ 109 w 164"/>
                <a:gd name="T2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271">
                  <a:moveTo>
                    <a:pt x="109" y="271"/>
                  </a:moveTo>
                  <a:cubicBezTo>
                    <a:pt x="109" y="271"/>
                    <a:pt x="112" y="243"/>
                    <a:pt x="133" y="212"/>
                  </a:cubicBezTo>
                  <a:cubicBezTo>
                    <a:pt x="164" y="166"/>
                    <a:pt x="151" y="124"/>
                    <a:pt x="151" y="12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94"/>
                    <a:pt x="113" y="60"/>
                  </a:cubicBezTo>
                  <a:cubicBezTo>
                    <a:pt x="81" y="25"/>
                    <a:pt x="39" y="0"/>
                    <a:pt x="39" y="0"/>
                  </a:cubicBezTo>
                  <a:cubicBezTo>
                    <a:pt x="39" y="0"/>
                    <a:pt x="62" y="33"/>
                    <a:pt x="41" y="79"/>
                  </a:cubicBezTo>
                  <a:cubicBezTo>
                    <a:pt x="20" y="126"/>
                    <a:pt x="0" y="151"/>
                    <a:pt x="28" y="198"/>
                  </a:cubicBezTo>
                  <a:cubicBezTo>
                    <a:pt x="57" y="245"/>
                    <a:pt x="97" y="268"/>
                    <a:pt x="97" y="268"/>
                  </a:cubicBezTo>
                  <a:cubicBezTo>
                    <a:pt x="97" y="268"/>
                    <a:pt x="73" y="225"/>
                    <a:pt x="72" y="205"/>
                  </a:cubicBezTo>
                  <a:cubicBezTo>
                    <a:pt x="70" y="186"/>
                    <a:pt x="77" y="153"/>
                    <a:pt x="77" y="153"/>
                  </a:cubicBezTo>
                  <a:cubicBezTo>
                    <a:pt x="77" y="153"/>
                    <a:pt x="72" y="174"/>
                    <a:pt x="81" y="207"/>
                  </a:cubicBezTo>
                  <a:cubicBezTo>
                    <a:pt x="90" y="240"/>
                    <a:pt x="109" y="271"/>
                    <a:pt x="109" y="27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 bwMode="auto">
            <a:xfrm>
              <a:off x="10566120" y="3058778"/>
              <a:ext cx="585780" cy="612048"/>
            </a:xfrm>
            <a:custGeom>
              <a:avLst/>
              <a:gdLst>
                <a:gd name="T0" fmla="*/ 4 w 188"/>
                <a:gd name="T1" fmla="*/ 191 h 197"/>
                <a:gd name="T2" fmla="*/ 64 w 188"/>
                <a:gd name="T3" fmla="*/ 188 h 197"/>
                <a:gd name="T4" fmla="*/ 143 w 188"/>
                <a:gd name="T5" fmla="*/ 164 h 197"/>
                <a:gd name="T6" fmla="*/ 132 w 188"/>
                <a:gd name="T7" fmla="*/ 163 h 197"/>
                <a:gd name="T8" fmla="*/ 176 w 188"/>
                <a:gd name="T9" fmla="*/ 98 h 197"/>
                <a:gd name="T10" fmla="*/ 188 w 188"/>
                <a:gd name="T11" fmla="*/ 0 h 197"/>
                <a:gd name="T12" fmla="*/ 125 w 188"/>
                <a:gd name="T13" fmla="*/ 38 h 197"/>
                <a:gd name="T14" fmla="*/ 24 w 188"/>
                <a:gd name="T15" fmla="*/ 80 h 197"/>
                <a:gd name="T16" fmla="*/ 1 w 188"/>
                <a:gd name="T17" fmla="*/ 179 h 197"/>
                <a:gd name="T18" fmla="*/ 39 w 188"/>
                <a:gd name="T19" fmla="*/ 125 h 197"/>
                <a:gd name="T20" fmla="*/ 84 w 188"/>
                <a:gd name="T21" fmla="*/ 107 h 197"/>
                <a:gd name="T22" fmla="*/ 42 w 188"/>
                <a:gd name="T23" fmla="*/ 135 h 197"/>
                <a:gd name="T24" fmla="*/ 4 w 188"/>
                <a:gd name="T25" fmla="*/ 191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97">
                  <a:moveTo>
                    <a:pt x="4" y="191"/>
                  </a:moveTo>
                  <a:cubicBezTo>
                    <a:pt x="4" y="191"/>
                    <a:pt x="28" y="181"/>
                    <a:pt x="64" y="188"/>
                  </a:cubicBezTo>
                  <a:cubicBezTo>
                    <a:pt x="115" y="197"/>
                    <a:pt x="143" y="164"/>
                    <a:pt x="143" y="164"/>
                  </a:cubicBezTo>
                  <a:cubicBezTo>
                    <a:pt x="132" y="163"/>
                    <a:pt x="132" y="163"/>
                    <a:pt x="132" y="163"/>
                  </a:cubicBezTo>
                  <a:cubicBezTo>
                    <a:pt x="132" y="163"/>
                    <a:pt x="164" y="145"/>
                    <a:pt x="176" y="98"/>
                  </a:cubicBezTo>
                  <a:cubicBezTo>
                    <a:pt x="188" y="52"/>
                    <a:pt x="188" y="0"/>
                    <a:pt x="188" y="0"/>
                  </a:cubicBezTo>
                  <a:cubicBezTo>
                    <a:pt x="188" y="0"/>
                    <a:pt x="174" y="37"/>
                    <a:pt x="125" y="38"/>
                  </a:cubicBezTo>
                  <a:cubicBezTo>
                    <a:pt x="77" y="39"/>
                    <a:pt x="47" y="31"/>
                    <a:pt x="24" y="80"/>
                  </a:cubicBezTo>
                  <a:cubicBezTo>
                    <a:pt x="0" y="129"/>
                    <a:pt x="1" y="179"/>
                    <a:pt x="1" y="179"/>
                  </a:cubicBezTo>
                  <a:cubicBezTo>
                    <a:pt x="1" y="179"/>
                    <a:pt x="24" y="136"/>
                    <a:pt x="39" y="125"/>
                  </a:cubicBezTo>
                  <a:cubicBezTo>
                    <a:pt x="54" y="115"/>
                    <a:pt x="84" y="107"/>
                    <a:pt x="84" y="107"/>
                  </a:cubicBezTo>
                  <a:cubicBezTo>
                    <a:pt x="84" y="107"/>
                    <a:pt x="64" y="111"/>
                    <a:pt x="42" y="135"/>
                  </a:cubicBezTo>
                  <a:cubicBezTo>
                    <a:pt x="20" y="159"/>
                    <a:pt x="4" y="191"/>
                    <a:pt x="4" y="19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 bwMode="auto">
            <a:xfrm>
              <a:off x="7549221" y="2638487"/>
              <a:ext cx="1150546" cy="1016578"/>
            </a:xfrm>
            <a:custGeom>
              <a:avLst/>
              <a:gdLst>
                <a:gd name="T0" fmla="*/ 44 w 370"/>
                <a:gd name="T1" fmla="*/ 0 h 327"/>
                <a:gd name="T2" fmla="*/ 121 w 370"/>
                <a:gd name="T3" fmla="*/ 276 h 327"/>
                <a:gd name="T4" fmla="*/ 189 w 370"/>
                <a:gd name="T5" fmla="*/ 304 h 327"/>
                <a:gd name="T6" fmla="*/ 178 w 370"/>
                <a:gd name="T7" fmla="*/ 311 h 327"/>
                <a:gd name="T8" fmla="*/ 160 w 370"/>
                <a:gd name="T9" fmla="*/ 318 h 327"/>
                <a:gd name="T10" fmla="*/ 257 w 370"/>
                <a:gd name="T11" fmla="*/ 315 h 327"/>
                <a:gd name="T12" fmla="*/ 356 w 370"/>
                <a:gd name="T13" fmla="*/ 277 h 327"/>
                <a:gd name="T14" fmla="*/ 258 w 370"/>
                <a:gd name="T15" fmla="*/ 252 h 327"/>
                <a:gd name="T16" fmla="*/ 163 w 370"/>
                <a:gd name="T17" fmla="*/ 190 h 327"/>
                <a:gd name="T18" fmla="*/ 274 w 370"/>
                <a:gd name="T19" fmla="*/ 241 h 327"/>
                <a:gd name="T20" fmla="*/ 370 w 370"/>
                <a:gd name="T21" fmla="*/ 252 h 327"/>
                <a:gd name="T22" fmla="*/ 357 w 370"/>
                <a:gd name="T23" fmla="*/ 242 h 327"/>
                <a:gd name="T24" fmla="*/ 335 w 370"/>
                <a:gd name="T25" fmla="*/ 212 h 327"/>
                <a:gd name="T26" fmla="*/ 289 w 370"/>
                <a:gd name="T27" fmla="*/ 116 h 327"/>
                <a:gd name="T28" fmla="*/ 197 w 370"/>
                <a:gd name="T29" fmla="*/ 62 h 327"/>
                <a:gd name="T30" fmla="*/ 207 w 370"/>
                <a:gd name="T31" fmla="*/ 75 h 327"/>
                <a:gd name="T32" fmla="*/ 124 w 370"/>
                <a:gd name="T33" fmla="*/ 70 h 327"/>
                <a:gd name="T34" fmla="*/ 44 w 370"/>
                <a:gd name="T3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0" h="327">
                  <a:moveTo>
                    <a:pt x="44" y="0"/>
                  </a:moveTo>
                  <a:cubicBezTo>
                    <a:pt x="44" y="0"/>
                    <a:pt x="0" y="194"/>
                    <a:pt x="121" y="276"/>
                  </a:cubicBezTo>
                  <a:cubicBezTo>
                    <a:pt x="143" y="291"/>
                    <a:pt x="166" y="299"/>
                    <a:pt x="189" y="304"/>
                  </a:cubicBezTo>
                  <a:cubicBezTo>
                    <a:pt x="185" y="307"/>
                    <a:pt x="182" y="310"/>
                    <a:pt x="178" y="311"/>
                  </a:cubicBezTo>
                  <a:cubicBezTo>
                    <a:pt x="167" y="316"/>
                    <a:pt x="160" y="318"/>
                    <a:pt x="160" y="318"/>
                  </a:cubicBezTo>
                  <a:cubicBezTo>
                    <a:pt x="160" y="318"/>
                    <a:pt x="204" y="327"/>
                    <a:pt x="257" y="315"/>
                  </a:cubicBezTo>
                  <a:cubicBezTo>
                    <a:pt x="309" y="303"/>
                    <a:pt x="356" y="277"/>
                    <a:pt x="356" y="277"/>
                  </a:cubicBezTo>
                  <a:cubicBezTo>
                    <a:pt x="356" y="277"/>
                    <a:pt x="308" y="271"/>
                    <a:pt x="258" y="252"/>
                  </a:cubicBezTo>
                  <a:cubicBezTo>
                    <a:pt x="209" y="232"/>
                    <a:pt x="163" y="190"/>
                    <a:pt x="163" y="190"/>
                  </a:cubicBezTo>
                  <a:cubicBezTo>
                    <a:pt x="163" y="190"/>
                    <a:pt x="225" y="229"/>
                    <a:pt x="274" y="241"/>
                  </a:cubicBezTo>
                  <a:cubicBezTo>
                    <a:pt x="322" y="254"/>
                    <a:pt x="370" y="252"/>
                    <a:pt x="370" y="252"/>
                  </a:cubicBezTo>
                  <a:cubicBezTo>
                    <a:pt x="357" y="242"/>
                    <a:pt x="357" y="242"/>
                    <a:pt x="357" y="242"/>
                  </a:cubicBezTo>
                  <a:cubicBezTo>
                    <a:pt x="350" y="235"/>
                    <a:pt x="342" y="226"/>
                    <a:pt x="335" y="212"/>
                  </a:cubicBezTo>
                  <a:cubicBezTo>
                    <a:pt x="321" y="186"/>
                    <a:pt x="310" y="140"/>
                    <a:pt x="289" y="116"/>
                  </a:cubicBezTo>
                  <a:cubicBezTo>
                    <a:pt x="261" y="84"/>
                    <a:pt x="229" y="70"/>
                    <a:pt x="197" y="62"/>
                  </a:cubicBezTo>
                  <a:cubicBezTo>
                    <a:pt x="201" y="66"/>
                    <a:pt x="204" y="70"/>
                    <a:pt x="207" y="75"/>
                  </a:cubicBezTo>
                  <a:cubicBezTo>
                    <a:pt x="178" y="71"/>
                    <a:pt x="149" y="74"/>
                    <a:pt x="124" y="70"/>
                  </a:cubicBezTo>
                  <a:cubicBezTo>
                    <a:pt x="60" y="6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 bwMode="auto">
            <a:xfrm>
              <a:off x="7545281" y="2107870"/>
              <a:ext cx="531930" cy="661958"/>
            </a:xfrm>
            <a:custGeom>
              <a:avLst/>
              <a:gdLst>
                <a:gd name="T0" fmla="*/ 135 w 171"/>
                <a:gd name="T1" fmla="*/ 213 h 213"/>
                <a:gd name="T2" fmla="*/ 102 w 171"/>
                <a:gd name="T3" fmla="*/ 198 h 213"/>
                <a:gd name="T4" fmla="*/ 19 w 171"/>
                <a:gd name="T5" fmla="*/ 135 h 213"/>
                <a:gd name="T6" fmla="*/ 31 w 171"/>
                <a:gd name="T7" fmla="*/ 0 h 213"/>
                <a:gd name="T8" fmla="*/ 68 w 171"/>
                <a:gd name="T9" fmla="*/ 47 h 213"/>
                <a:gd name="T10" fmla="*/ 138 w 171"/>
                <a:gd name="T11" fmla="*/ 89 h 213"/>
                <a:gd name="T12" fmla="*/ 144 w 171"/>
                <a:gd name="T13" fmla="*/ 207 h 213"/>
                <a:gd name="T14" fmla="*/ 113 w 171"/>
                <a:gd name="T15" fmla="*/ 143 h 213"/>
                <a:gd name="T16" fmla="*/ 72 w 171"/>
                <a:gd name="T17" fmla="*/ 115 h 213"/>
                <a:gd name="T18" fmla="*/ 118 w 171"/>
                <a:gd name="T19" fmla="*/ 162 h 213"/>
                <a:gd name="T20" fmla="*/ 135 w 171"/>
                <a:gd name="T21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1" h="213">
                  <a:moveTo>
                    <a:pt x="135" y="213"/>
                  </a:moveTo>
                  <a:cubicBezTo>
                    <a:pt x="135" y="213"/>
                    <a:pt x="124" y="207"/>
                    <a:pt x="102" y="198"/>
                  </a:cubicBezTo>
                  <a:cubicBezTo>
                    <a:pt x="80" y="189"/>
                    <a:pt x="34" y="178"/>
                    <a:pt x="19" y="135"/>
                  </a:cubicBezTo>
                  <a:cubicBezTo>
                    <a:pt x="0" y="80"/>
                    <a:pt x="31" y="0"/>
                    <a:pt x="31" y="0"/>
                  </a:cubicBezTo>
                  <a:cubicBezTo>
                    <a:pt x="31" y="0"/>
                    <a:pt x="35" y="33"/>
                    <a:pt x="68" y="47"/>
                  </a:cubicBezTo>
                  <a:cubicBezTo>
                    <a:pt x="101" y="60"/>
                    <a:pt x="112" y="58"/>
                    <a:pt x="138" y="89"/>
                  </a:cubicBezTo>
                  <a:cubicBezTo>
                    <a:pt x="171" y="128"/>
                    <a:pt x="144" y="207"/>
                    <a:pt x="144" y="207"/>
                  </a:cubicBezTo>
                  <a:cubicBezTo>
                    <a:pt x="144" y="207"/>
                    <a:pt x="134" y="165"/>
                    <a:pt x="113" y="143"/>
                  </a:cubicBezTo>
                  <a:cubicBezTo>
                    <a:pt x="92" y="120"/>
                    <a:pt x="72" y="115"/>
                    <a:pt x="72" y="115"/>
                  </a:cubicBezTo>
                  <a:cubicBezTo>
                    <a:pt x="72" y="115"/>
                    <a:pt x="104" y="129"/>
                    <a:pt x="118" y="162"/>
                  </a:cubicBezTo>
                  <a:cubicBezTo>
                    <a:pt x="133" y="194"/>
                    <a:pt x="135" y="213"/>
                    <a:pt x="135" y="21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 bwMode="auto">
            <a:xfrm>
              <a:off x="8083778" y="3689214"/>
              <a:ext cx="915446" cy="612048"/>
            </a:xfrm>
            <a:custGeom>
              <a:avLst/>
              <a:gdLst>
                <a:gd name="T0" fmla="*/ 289 w 294"/>
                <a:gd name="T1" fmla="*/ 154 h 197"/>
                <a:gd name="T2" fmla="*/ 240 w 294"/>
                <a:gd name="T3" fmla="*/ 164 h 197"/>
                <a:gd name="T4" fmla="*/ 97 w 294"/>
                <a:gd name="T5" fmla="*/ 162 h 197"/>
                <a:gd name="T6" fmla="*/ 0 w 294"/>
                <a:gd name="T7" fmla="*/ 2 h 197"/>
                <a:gd name="T8" fmla="*/ 79 w 294"/>
                <a:gd name="T9" fmla="*/ 24 h 197"/>
                <a:gd name="T10" fmla="*/ 192 w 294"/>
                <a:gd name="T11" fmla="*/ 14 h 197"/>
                <a:gd name="T12" fmla="*/ 294 w 294"/>
                <a:gd name="T13" fmla="*/ 140 h 197"/>
                <a:gd name="T14" fmla="*/ 207 w 294"/>
                <a:gd name="T15" fmla="*/ 93 h 197"/>
                <a:gd name="T16" fmla="*/ 138 w 294"/>
                <a:gd name="T17" fmla="*/ 96 h 197"/>
                <a:gd name="T18" fmla="*/ 229 w 294"/>
                <a:gd name="T19" fmla="*/ 110 h 197"/>
                <a:gd name="T20" fmla="*/ 289 w 294"/>
                <a:gd name="T21" fmla="*/ 15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4" h="197">
                  <a:moveTo>
                    <a:pt x="289" y="154"/>
                  </a:moveTo>
                  <a:cubicBezTo>
                    <a:pt x="289" y="154"/>
                    <a:pt x="272" y="156"/>
                    <a:pt x="240" y="164"/>
                  </a:cubicBezTo>
                  <a:cubicBezTo>
                    <a:pt x="208" y="173"/>
                    <a:pt x="149" y="197"/>
                    <a:pt x="97" y="162"/>
                  </a:cubicBezTo>
                  <a:cubicBezTo>
                    <a:pt x="30" y="116"/>
                    <a:pt x="0" y="2"/>
                    <a:pt x="0" y="2"/>
                  </a:cubicBezTo>
                  <a:cubicBezTo>
                    <a:pt x="0" y="2"/>
                    <a:pt x="31" y="35"/>
                    <a:pt x="79" y="24"/>
                  </a:cubicBezTo>
                  <a:cubicBezTo>
                    <a:pt x="127" y="12"/>
                    <a:pt x="137" y="0"/>
                    <a:pt x="192" y="14"/>
                  </a:cubicBezTo>
                  <a:cubicBezTo>
                    <a:pt x="259" y="30"/>
                    <a:pt x="294" y="140"/>
                    <a:pt x="294" y="140"/>
                  </a:cubicBezTo>
                  <a:cubicBezTo>
                    <a:pt x="294" y="140"/>
                    <a:pt x="249" y="102"/>
                    <a:pt x="207" y="93"/>
                  </a:cubicBezTo>
                  <a:cubicBezTo>
                    <a:pt x="166" y="85"/>
                    <a:pt x="138" y="96"/>
                    <a:pt x="138" y="96"/>
                  </a:cubicBezTo>
                  <a:cubicBezTo>
                    <a:pt x="138" y="96"/>
                    <a:pt x="187" y="86"/>
                    <a:pt x="229" y="110"/>
                  </a:cubicBezTo>
                  <a:cubicBezTo>
                    <a:pt x="271" y="134"/>
                    <a:pt x="289" y="154"/>
                    <a:pt x="289" y="15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 bwMode="auto">
            <a:xfrm>
              <a:off x="9713718" y="3636678"/>
              <a:ext cx="404530" cy="684286"/>
            </a:xfrm>
            <a:custGeom>
              <a:avLst/>
              <a:gdLst>
                <a:gd name="T0" fmla="*/ 91 w 130"/>
                <a:gd name="T1" fmla="*/ 53 h 220"/>
                <a:gd name="T2" fmla="*/ 92 w 130"/>
                <a:gd name="T3" fmla="*/ 69 h 220"/>
                <a:gd name="T4" fmla="*/ 80 w 130"/>
                <a:gd name="T5" fmla="*/ 53 h 220"/>
                <a:gd name="T6" fmla="*/ 71 w 130"/>
                <a:gd name="T7" fmla="*/ 0 h 220"/>
                <a:gd name="T8" fmla="*/ 12 w 130"/>
                <a:gd name="T9" fmla="*/ 66 h 220"/>
                <a:gd name="T10" fmla="*/ 7 w 130"/>
                <a:gd name="T11" fmla="*/ 121 h 220"/>
                <a:gd name="T12" fmla="*/ 0 w 130"/>
                <a:gd name="T13" fmla="*/ 115 h 220"/>
                <a:gd name="T14" fmla="*/ 35 w 130"/>
                <a:gd name="T15" fmla="*/ 173 h 220"/>
                <a:gd name="T16" fmla="*/ 71 w 130"/>
                <a:gd name="T17" fmla="*/ 220 h 220"/>
                <a:gd name="T18" fmla="*/ 72 w 130"/>
                <a:gd name="T19" fmla="*/ 219 h 220"/>
                <a:gd name="T20" fmla="*/ 82 w 130"/>
                <a:gd name="T21" fmla="*/ 187 h 220"/>
                <a:gd name="T22" fmla="*/ 70 w 130"/>
                <a:gd name="T23" fmla="*/ 107 h 220"/>
                <a:gd name="T24" fmla="*/ 93 w 130"/>
                <a:gd name="T25" fmla="*/ 164 h 220"/>
                <a:gd name="T26" fmla="*/ 91 w 130"/>
                <a:gd name="T27" fmla="*/ 205 h 220"/>
                <a:gd name="T28" fmla="*/ 119 w 130"/>
                <a:gd name="T29" fmla="*/ 158 h 220"/>
                <a:gd name="T30" fmla="*/ 120 w 130"/>
                <a:gd name="T31" fmla="*/ 152 h 220"/>
                <a:gd name="T32" fmla="*/ 91 w 130"/>
                <a:gd name="T33" fmla="*/ 5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220">
                  <a:moveTo>
                    <a:pt x="91" y="53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88" y="63"/>
                    <a:pt x="83" y="58"/>
                    <a:pt x="80" y="53"/>
                  </a:cubicBezTo>
                  <a:cubicBezTo>
                    <a:pt x="64" y="32"/>
                    <a:pt x="71" y="0"/>
                    <a:pt x="71" y="0"/>
                  </a:cubicBezTo>
                  <a:cubicBezTo>
                    <a:pt x="71" y="0"/>
                    <a:pt x="27" y="22"/>
                    <a:pt x="12" y="66"/>
                  </a:cubicBezTo>
                  <a:cubicBezTo>
                    <a:pt x="5" y="85"/>
                    <a:pt x="4" y="104"/>
                    <a:pt x="7" y="121"/>
                  </a:cubicBezTo>
                  <a:cubicBezTo>
                    <a:pt x="5" y="119"/>
                    <a:pt x="2" y="117"/>
                    <a:pt x="0" y="115"/>
                  </a:cubicBezTo>
                  <a:cubicBezTo>
                    <a:pt x="2" y="140"/>
                    <a:pt x="18" y="159"/>
                    <a:pt x="35" y="173"/>
                  </a:cubicBezTo>
                  <a:cubicBezTo>
                    <a:pt x="64" y="198"/>
                    <a:pt x="71" y="220"/>
                    <a:pt x="71" y="220"/>
                  </a:cubicBezTo>
                  <a:cubicBezTo>
                    <a:pt x="71" y="220"/>
                    <a:pt x="72" y="219"/>
                    <a:pt x="72" y="219"/>
                  </a:cubicBezTo>
                  <a:cubicBezTo>
                    <a:pt x="76" y="211"/>
                    <a:pt x="79" y="200"/>
                    <a:pt x="82" y="187"/>
                  </a:cubicBezTo>
                  <a:cubicBezTo>
                    <a:pt x="92" y="144"/>
                    <a:pt x="70" y="107"/>
                    <a:pt x="70" y="107"/>
                  </a:cubicBezTo>
                  <a:cubicBezTo>
                    <a:pt x="70" y="107"/>
                    <a:pt x="87" y="131"/>
                    <a:pt x="93" y="164"/>
                  </a:cubicBezTo>
                  <a:cubicBezTo>
                    <a:pt x="95" y="176"/>
                    <a:pt x="93" y="191"/>
                    <a:pt x="91" y="205"/>
                  </a:cubicBezTo>
                  <a:cubicBezTo>
                    <a:pt x="101" y="195"/>
                    <a:pt x="113" y="180"/>
                    <a:pt x="119" y="158"/>
                  </a:cubicBezTo>
                  <a:cubicBezTo>
                    <a:pt x="119" y="156"/>
                    <a:pt x="120" y="154"/>
                    <a:pt x="120" y="152"/>
                  </a:cubicBezTo>
                  <a:cubicBezTo>
                    <a:pt x="130" y="110"/>
                    <a:pt x="107" y="73"/>
                    <a:pt x="91" y="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 bwMode="auto">
            <a:xfrm>
              <a:off x="9328890" y="852251"/>
              <a:ext cx="266622" cy="484648"/>
            </a:xfrm>
            <a:custGeom>
              <a:avLst/>
              <a:gdLst>
                <a:gd name="T0" fmla="*/ 28 w 86"/>
                <a:gd name="T1" fmla="*/ 37 h 156"/>
                <a:gd name="T2" fmla="*/ 27 w 86"/>
                <a:gd name="T3" fmla="*/ 48 h 156"/>
                <a:gd name="T4" fmla="*/ 35 w 86"/>
                <a:gd name="T5" fmla="*/ 37 h 156"/>
                <a:gd name="T6" fmla="*/ 43 w 86"/>
                <a:gd name="T7" fmla="*/ 0 h 156"/>
                <a:gd name="T8" fmla="*/ 80 w 86"/>
                <a:gd name="T9" fmla="*/ 49 h 156"/>
                <a:gd name="T10" fmla="*/ 82 w 86"/>
                <a:gd name="T11" fmla="*/ 88 h 156"/>
                <a:gd name="T12" fmla="*/ 86 w 86"/>
                <a:gd name="T13" fmla="*/ 84 h 156"/>
                <a:gd name="T14" fmla="*/ 61 w 86"/>
                <a:gd name="T15" fmla="*/ 124 h 156"/>
                <a:gd name="T16" fmla="*/ 35 w 86"/>
                <a:gd name="T17" fmla="*/ 156 h 156"/>
                <a:gd name="T18" fmla="*/ 35 w 86"/>
                <a:gd name="T19" fmla="*/ 156 h 156"/>
                <a:gd name="T20" fmla="*/ 29 w 86"/>
                <a:gd name="T21" fmla="*/ 133 h 156"/>
                <a:gd name="T22" fmla="*/ 40 w 86"/>
                <a:gd name="T23" fmla="*/ 76 h 156"/>
                <a:gd name="T24" fmla="*/ 23 w 86"/>
                <a:gd name="T25" fmla="*/ 115 h 156"/>
                <a:gd name="T26" fmla="*/ 23 w 86"/>
                <a:gd name="T27" fmla="*/ 145 h 156"/>
                <a:gd name="T28" fmla="*/ 6 w 86"/>
                <a:gd name="T29" fmla="*/ 111 h 156"/>
                <a:gd name="T30" fmla="*/ 5 w 86"/>
                <a:gd name="T31" fmla="*/ 106 h 156"/>
                <a:gd name="T32" fmla="*/ 28 w 86"/>
                <a:gd name="T33" fmla="*/ 3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" h="156">
                  <a:moveTo>
                    <a:pt x="28" y="37"/>
                  </a:moveTo>
                  <a:cubicBezTo>
                    <a:pt x="27" y="48"/>
                    <a:pt x="27" y="48"/>
                    <a:pt x="27" y="48"/>
                  </a:cubicBezTo>
                  <a:cubicBezTo>
                    <a:pt x="30" y="44"/>
                    <a:pt x="33" y="40"/>
                    <a:pt x="35" y="37"/>
                  </a:cubicBezTo>
                  <a:cubicBezTo>
                    <a:pt x="47" y="23"/>
                    <a:pt x="43" y="0"/>
                    <a:pt x="43" y="0"/>
                  </a:cubicBezTo>
                  <a:cubicBezTo>
                    <a:pt x="43" y="0"/>
                    <a:pt x="71" y="17"/>
                    <a:pt x="80" y="49"/>
                  </a:cubicBezTo>
                  <a:cubicBezTo>
                    <a:pt x="84" y="63"/>
                    <a:pt x="84" y="76"/>
                    <a:pt x="82" y="88"/>
                  </a:cubicBezTo>
                  <a:cubicBezTo>
                    <a:pt x="83" y="87"/>
                    <a:pt x="85" y="85"/>
                    <a:pt x="86" y="84"/>
                  </a:cubicBezTo>
                  <a:cubicBezTo>
                    <a:pt x="84" y="101"/>
                    <a:pt x="73" y="114"/>
                    <a:pt x="61" y="124"/>
                  </a:cubicBezTo>
                  <a:cubicBezTo>
                    <a:pt x="41" y="141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3" y="150"/>
                    <a:pt x="31" y="142"/>
                    <a:pt x="29" y="133"/>
                  </a:cubicBezTo>
                  <a:cubicBezTo>
                    <a:pt x="24" y="102"/>
                    <a:pt x="40" y="76"/>
                    <a:pt x="40" y="76"/>
                  </a:cubicBezTo>
                  <a:cubicBezTo>
                    <a:pt x="40" y="76"/>
                    <a:pt x="28" y="93"/>
                    <a:pt x="23" y="115"/>
                  </a:cubicBezTo>
                  <a:cubicBezTo>
                    <a:pt x="21" y="124"/>
                    <a:pt x="22" y="135"/>
                    <a:pt x="23" y="145"/>
                  </a:cubicBezTo>
                  <a:cubicBezTo>
                    <a:pt x="16" y="138"/>
                    <a:pt x="9" y="126"/>
                    <a:pt x="6" y="111"/>
                  </a:cubicBezTo>
                  <a:cubicBezTo>
                    <a:pt x="5" y="109"/>
                    <a:pt x="5" y="108"/>
                    <a:pt x="5" y="106"/>
                  </a:cubicBezTo>
                  <a:cubicBezTo>
                    <a:pt x="0" y="76"/>
                    <a:pt x="17" y="51"/>
                    <a:pt x="28" y="3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 bwMode="auto">
            <a:xfrm>
              <a:off x="8808780" y="2353477"/>
              <a:ext cx="392709" cy="751270"/>
            </a:xfrm>
            <a:custGeom>
              <a:avLst/>
              <a:gdLst>
                <a:gd name="T0" fmla="*/ 44 w 126"/>
                <a:gd name="T1" fmla="*/ 57 h 242"/>
                <a:gd name="T2" fmla="*/ 41 w 126"/>
                <a:gd name="T3" fmla="*/ 74 h 242"/>
                <a:gd name="T4" fmla="*/ 55 w 126"/>
                <a:gd name="T5" fmla="*/ 58 h 242"/>
                <a:gd name="T6" fmla="*/ 69 w 126"/>
                <a:gd name="T7" fmla="*/ 0 h 242"/>
                <a:gd name="T8" fmla="*/ 120 w 126"/>
                <a:gd name="T9" fmla="*/ 75 h 242"/>
                <a:gd name="T10" fmla="*/ 120 w 126"/>
                <a:gd name="T11" fmla="*/ 135 h 242"/>
                <a:gd name="T12" fmla="*/ 126 w 126"/>
                <a:gd name="T13" fmla="*/ 130 h 242"/>
                <a:gd name="T14" fmla="*/ 87 w 126"/>
                <a:gd name="T15" fmla="*/ 192 h 242"/>
                <a:gd name="T16" fmla="*/ 46 w 126"/>
                <a:gd name="T17" fmla="*/ 242 h 242"/>
                <a:gd name="T18" fmla="*/ 45 w 126"/>
                <a:gd name="T19" fmla="*/ 241 h 242"/>
                <a:gd name="T20" fmla="*/ 39 w 126"/>
                <a:gd name="T21" fmla="*/ 206 h 242"/>
                <a:gd name="T22" fmla="*/ 59 w 126"/>
                <a:gd name="T23" fmla="*/ 117 h 242"/>
                <a:gd name="T24" fmla="*/ 31 w 126"/>
                <a:gd name="T25" fmla="*/ 179 h 242"/>
                <a:gd name="T26" fmla="*/ 28 w 126"/>
                <a:gd name="T27" fmla="*/ 225 h 242"/>
                <a:gd name="T28" fmla="*/ 6 w 126"/>
                <a:gd name="T29" fmla="*/ 172 h 242"/>
                <a:gd name="T30" fmla="*/ 5 w 126"/>
                <a:gd name="T31" fmla="*/ 165 h 242"/>
                <a:gd name="T32" fmla="*/ 44 w 126"/>
                <a:gd name="T33" fmla="*/ 5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6" h="242">
                  <a:moveTo>
                    <a:pt x="44" y="57"/>
                  </a:moveTo>
                  <a:cubicBezTo>
                    <a:pt x="41" y="74"/>
                    <a:pt x="41" y="74"/>
                    <a:pt x="41" y="74"/>
                  </a:cubicBezTo>
                  <a:cubicBezTo>
                    <a:pt x="47" y="68"/>
                    <a:pt x="51" y="62"/>
                    <a:pt x="55" y="58"/>
                  </a:cubicBezTo>
                  <a:cubicBezTo>
                    <a:pt x="73" y="36"/>
                    <a:pt x="69" y="0"/>
                    <a:pt x="69" y="0"/>
                  </a:cubicBezTo>
                  <a:cubicBezTo>
                    <a:pt x="69" y="0"/>
                    <a:pt x="110" y="26"/>
                    <a:pt x="120" y="75"/>
                  </a:cubicBezTo>
                  <a:cubicBezTo>
                    <a:pt x="125" y="97"/>
                    <a:pt x="124" y="117"/>
                    <a:pt x="120" y="135"/>
                  </a:cubicBezTo>
                  <a:cubicBezTo>
                    <a:pt x="122" y="134"/>
                    <a:pt x="124" y="132"/>
                    <a:pt x="126" y="130"/>
                  </a:cubicBezTo>
                  <a:cubicBezTo>
                    <a:pt x="122" y="157"/>
                    <a:pt x="104" y="177"/>
                    <a:pt x="87" y="192"/>
                  </a:cubicBezTo>
                  <a:cubicBezTo>
                    <a:pt x="55" y="218"/>
                    <a:pt x="46" y="242"/>
                    <a:pt x="46" y="242"/>
                  </a:cubicBezTo>
                  <a:cubicBezTo>
                    <a:pt x="46" y="242"/>
                    <a:pt x="45" y="241"/>
                    <a:pt x="45" y="241"/>
                  </a:cubicBezTo>
                  <a:cubicBezTo>
                    <a:pt x="42" y="232"/>
                    <a:pt x="40" y="220"/>
                    <a:pt x="39" y="206"/>
                  </a:cubicBezTo>
                  <a:cubicBezTo>
                    <a:pt x="33" y="158"/>
                    <a:pt x="59" y="117"/>
                    <a:pt x="59" y="117"/>
                  </a:cubicBezTo>
                  <a:cubicBezTo>
                    <a:pt x="59" y="117"/>
                    <a:pt x="39" y="144"/>
                    <a:pt x="31" y="179"/>
                  </a:cubicBezTo>
                  <a:cubicBezTo>
                    <a:pt x="27" y="192"/>
                    <a:pt x="27" y="209"/>
                    <a:pt x="28" y="225"/>
                  </a:cubicBezTo>
                  <a:cubicBezTo>
                    <a:pt x="19" y="213"/>
                    <a:pt x="10" y="196"/>
                    <a:pt x="6" y="172"/>
                  </a:cubicBezTo>
                  <a:cubicBezTo>
                    <a:pt x="5" y="169"/>
                    <a:pt x="5" y="167"/>
                    <a:pt x="5" y="165"/>
                  </a:cubicBezTo>
                  <a:cubicBezTo>
                    <a:pt x="0" y="118"/>
                    <a:pt x="27" y="78"/>
                    <a:pt x="44" y="5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 bwMode="auto">
            <a:xfrm>
              <a:off x="10206247" y="3707602"/>
              <a:ext cx="484648" cy="640943"/>
            </a:xfrm>
            <a:custGeom>
              <a:avLst/>
              <a:gdLst>
                <a:gd name="T0" fmla="*/ 86 w 156"/>
                <a:gd name="T1" fmla="*/ 41 h 206"/>
                <a:gd name="T2" fmla="*/ 77 w 156"/>
                <a:gd name="T3" fmla="*/ 56 h 206"/>
                <a:gd name="T4" fmla="*/ 95 w 156"/>
                <a:gd name="T5" fmla="*/ 46 h 206"/>
                <a:gd name="T6" fmla="*/ 131 w 156"/>
                <a:gd name="T7" fmla="*/ 0 h 206"/>
                <a:gd name="T8" fmla="*/ 146 w 156"/>
                <a:gd name="T9" fmla="*/ 87 h 206"/>
                <a:gd name="T10" fmla="*/ 122 w 156"/>
                <a:gd name="T11" fmla="*/ 141 h 206"/>
                <a:gd name="T12" fmla="*/ 130 w 156"/>
                <a:gd name="T13" fmla="*/ 138 h 206"/>
                <a:gd name="T14" fmla="*/ 70 w 156"/>
                <a:gd name="T15" fmla="*/ 178 h 206"/>
                <a:gd name="T16" fmla="*/ 14 w 156"/>
                <a:gd name="T17" fmla="*/ 206 h 206"/>
                <a:gd name="T18" fmla="*/ 14 w 156"/>
                <a:gd name="T19" fmla="*/ 205 h 206"/>
                <a:gd name="T20" fmla="*/ 22 w 156"/>
                <a:gd name="T21" fmla="*/ 171 h 206"/>
                <a:gd name="T22" fmla="*/ 75 w 156"/>
                <a:gd name="T23" fmla="*/ 101 h 206"/>
                <a:gd name="T24" fmla="*/ 26 w 156"/>
                <a:gd name="T25" fmla="*/ 144 h 206"/>
                <a:gd name="T26" fmla="*/ 5 w 156"/>
                <a:gd name="T27" fmla="*/ 184 h 206"/>
                <a:gd name="T28" fmla="*/ 6 w 156"/>
                <a:gd name="T29" fmla="*/ 128 h 206"/>
                <a:gd name="T30" fmla="*/ 8 w 156"/>
                <a:gd name="T31" fmla="*/ 122 h 206"/>
                <a:gd name="T32" fmla="*/ 86 w 156"/>
                <a:gd name="T33" fmla="*/ 4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6" h="206">
                  <a:moveTo>
                    <a:pt x="86" y="41"/>
                  </a:moveTo>
                  <a:cubicBezTo>
                    <a:pt x="77" y="56"/>
                    <a:pt x="77" y="56"/>
                    <a:pt x="77" y="56"/>
                  </a:cubicBezTo>
                  <a:cubicBezTo>
                    <a:pt x="84" y="52"/>
                    <a:pt x="90" y="49"/>
                    <a:pt x="95" y="46"/>
                  </a:cubicBezTo>
                  <a:cubicBezTo>
                    <a:pt x="120" y="34"/>
                    <a:pt x="131" y="0"/>
                    <a:pt x="131" y="0"/>
                  </a:cubicBezTo>
                  <a:cubicBezTo>
                    <a:pt x="131" y="0"/>
                    <a:pt x="156" y="40"/>
                    <a:pt x="146" y="87"/>
                  </a:cubicBezTo>
                  <a:cubicBezTo>
                    <a:pt x="142" y="108"/>
                    <a:pt x="133" y="126"/>
                    <a:pt x="122" y="141"/>
                  </a:cubicBezTo>
                  <a:cubicBezTo>
                    <a:pt x="124" y="140"/>
                    <a:pt x="127" y="139"/>
                    <a:pt x="130" y="138"/>
                  </a:cubicBezTo>
                  <a:cubicBezTo>
                    <a:pt x="115" y="160"/>
                    <a:pt x="91" y="171"/>
                    <a:pt x="70" y="178"/>
                  </a:cubicBezTo>
                  <a:cubicBezTo>
                    <a:pt x="32" y="189"/>
                    <a:pt x="14" y="206"/>
                    <a:pt x="14" y="206"/>
                  </a:cubicBezTo>
                  <a:cubicBezTo>
                    <a:pt x="14" y="206"/>
                    <a:pt x="14" y="205"/>
                    <a:pt x="14" y="205"/>
                  </a:cubicBezTo>
                  <a:cubicBezTo>
                    <a:pt x="15" y="196"/>
                    <a:pt x="18" y="184"/>
                    <a:pt x="22" y="171"/>
                  </a:cubicBezTo>
                  <a:cubicBezTo>
                    <a:pt x="36" y="126"/>
                    <a:pt x="75" y="101"/>
                    <a:pt x="75" y="101"/>
                  </a:cubicBezTo>
                  <a:cubicBezTo>
                    <a:pt x="75" y="101"/>
                    <a:pt x="47" y="116"/>
                    <a:pt x="26" y="144"/>
                  </a:cubicBezTo>
                  <a:cubicBezTo>
                    <a:pt x="18" y="155"/>
                    <a:pt x="11" y="169"/>
                    <a:pt x="5" y="184"/>
                  </a:cubicBezTo>
                  <a:cubicBezTo>
                    <a:pt x="2" y="170"/>
                    <a:pt x="0" y="151"/>
                    <a:pt x="6" y="128"/>
                  </a:cubicBezTo>
                  <a:cubicBezTo>
                    <a:pt x="7" y="126"/>
                    <a:pt x="8" y="124"/>
                    <a:pt x="8" y="122"/>
                  </a:cubicBezTo>
                  <a:cubicBezTo>
                    <a:pt x="23" y="78"/>
                    <a:pt x="62" y="53"/>
                    <a:pt x="86" y="4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 bwMode="auto">
            <a:xfrm>
              <a:off x="10822235" y="2604339"/>
              <a:ext cx="363814" cy="470200"/>
            </a:xfrm>
            <a:custGeom>
              <a:avLst/>
              <a:gdLst>
                <a:gd name="T0" fmla="*/ 61 w 117"/>
                <a:gd name="T1" fmla="*/ 29 h 151"/>
                <a:gd name="T2" fmla="*/ 55 w 117"/>
                <a:gd name="T3" fmla="*/ 40 h 151"/>
                <a:gd name="T4" fmla="*/ 69 w 117"/>
                <a:gd name="T5" fmla="*/ 33 h 151"/>
                <a:gd name="T6" fmla="*/ 95 w 117"/>
                <a:gd name="T7" fmla="*/ 0 h 151"/>
                <a:gd name="T8" fmla="*/ 111 w 117"/>
                <a:gd name="T9" fmla="*/ 67 h 151"/>
                <a:gd name="T10" fmla="*/ 95 w 117"/>
                <a:gd name="T11" fmla="*/ 107 h 151"/>
                <a:gd name="T12" fmla="*/ 101 w 117"/>
                <a:gd name="T13" fmla="*/ 105 h 151"/>
                <a:gd name="T14" fmla="*/ 56 w 117"/>
                <a:gd name="T15" fmla="*/ 132 h 151"/>
                <a:gd name="T16" fmla="*/ 14 w 117"/>
                <a:gd name="T17" fmla="*/ 151 h 151"/>
                <a:gd name="T18" fmla="*/ 13 w 117"/>
                <a:gd name="T19" fmla="*/ 150 h 151"/>
                <a:gd name="T20" fmla="*/ 18 w 117"/>
                <a:gd name="T21" fmla="*/ 125 h 151"/>
                <a:gd name="T22" fmla="*/ 56 w 117"/>
                <a:gd name="T23" fmla="*/ 74 h 151"/>
                <a:gd name="T24" fmla="*/ 20 w 117"/>
                <a:gd name="T25" fmla="*/ 104 h 151"/>
                <a:gd name="T26" fmla="*/ 6 w 117"/>
                <a:gd name="T27" fmla="*/ 134 h 151"/>
                <a:gd name="T28" fmla="*/ 4 w 117"/>
                <a:gd name="T29" fmla="*/ 91 h 151"/>
                <a:gd name="T30" fmla="*/ 5 w 117"/>
                <a:gd name="T31" fmla="*/ 87 h 151"/>
                <a:gd name="T32" fmla="*/ 61 w 117"/>
                <a:gd name="T33" fmla="*/ 2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51">
                  <a:moveTo>
                    <a:pt x="61" y="29"/>
                  </a:moveTo>
                  <a:cubicBezTo>
                    <a:pt x="55" y="40"/>
                    <a:pt x="55" y="40"/>
                    <a:pt x="55" y="40"/>
                  </a:cubicBezTo>
                  <a:cubicBezTo>
                    <a:pt x="60" y="37"/>
                    <a:pt x="65" y="35"/>
                    <a:pt x="69" y="33"/>
                  </a:cubicBezTo>
                  <a:cubicBezTo>
                    <a:pt x="88" y="25"/>
                    <a:pt x="95" y="0"/>
                    <a:pt x="95" y="0"/>
                  </a:cubicBezTo>
                  <a:cubicBezTo>
                    <a:pt x="95" y="0"/>
                    <a:pt x="117" y="32"/>
                    <a:pt x="111" y="67"/>
                  </a:cubicBezTo>
                  <a:cubicBezTo>
                    <a:pt x="109" y="83"/>
                    <a:pt x="103" y="96"/>
                    <a:pt x="95" y="107"/>
                  </a:cubicBezTo>
                  <a:cubicBezTo>
                    <a:pt x="97" y="106"/>
                    <a:pt x="99" y="106"/>
                    <a:pt x="101" y="105"/>
                  </a:cubicBezTo>
                  <a:cubicBezTo>
                    <a:pt x="91" y="122"/>
                    <a:pt x="73" y="129"/>
                    <a:pt x="56" y="132"/>
                  </a:cubicBezTo>
                  <a:cubicBezTo>
                    <a:pt x="27" y="139"/>
                    <a:pt x="14" y="151"/>
                    <a:pt x="14" y="151"/>
                  </a:cubicBezTo>
                  <a:cubicBezTo>
                    <a:pt x="14" y="151"/>
                    <a:pt x="14" y="151"/>
                    <a:pt x="13" y="150"/>
                  </a:cubicBezTo>
                  <a:cubicBezTo>
                    <a:pt x="14" y="143"/>
                    <a:pt x="16" y="135"/>
                    <a:pt x="18" y="125"/>
                  </a:cubicBezTo>
                  <a:cubicBezTo>
                    <a:pt x="27" y="92"/>
                    <a:pt x="56" y="74"/>
                    <a:pt x="56" y="74"/>
                  </a:cubicBezTo>
                  <a:cubicBezTo>
                    <a:pt x="56" y="74"/>
                    <a:pt x="35" y="84"/>
                    <a:pt x="20" y="104"/>
                  </a:cubicBezTo>
                  <a:cubicBezTo>
                    <a:pt x="14" y="112"/>
                    <a:pt x="9" y="123"/>
                    <a:pt x="6" y="134"/>
                  </a:cubicBezTo>
                  <a:cubicBezTo>
                    <a:pt x="3" y="123"/>
                    <a:pt x="0" y="108"/>
                    <a:pt x="4" y="91"/>
                  </a:cubicBezTo>
                  <a:cubicBezTo>
                    <a:pt x="4" y="89"/>
                    <a:pt x="5" y="88"/>
                    <a:pt x="5" y="87"/>
                  </a:cubicBezTo>
                  <a:cubicBezTo>
                    <a:pt x="14" y="54"/>
                    <a:pt x="44" y="37"/>
                    <a:pt x="61" y="2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808612" y="1548155"/>
            <a:ext cx="3651699" cy="4046596"/>
            <a:chOff x="8139353" y="1562286"/>
            <a:chExt cx="3651698" cy="4046596"/>
          </a:xfrm>
        </p:grpSpPr>
        <p:sp>
          <p:nvSpPr>
            <p:cNvPr id="109" name="矩形 108"/>
            <p:cNvSpPr/>
            <p:nvPr/>
          </p:nvSpPr>
          <p:spPr>
            <a:xfrm>
              <a:off x="8685300" y="1562286"/>
              <a:ext cx="2893303" cy="72853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可解释评审：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RAG/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向量库 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+ 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专家与指标对齐</a:t>
              </a:r>
            </a:p>
          </p:txBody>
        </p:sp>
        <p:sp>
          <p:nvSpPr>
            <p:cNvPr id="110" name="矩形 109"/>
            <p:cNvSpPr/>
            <p:nvPr/>
          </p:nvSpPr>
          <p:spPr>
            <a:xfrm>
              <a:off x="8741388" y="2175747"/>
              <a:ext cx="3049663" cy="13626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将论文片段与专家评语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标准指标（嵌入检索）结合，输出带依据、标签、等级的结构化结果，减轻纯生成的“黑箱”和幻觉，突出可追溯、可修改。</a:t>
              </a:r>
            </a:p>
          </p:txBody>
        </p:sp>
        <p:sp>
          <p:nvSpPr>
            <p:cNvPr id="113" name="矩形 112"/>
            <p:cNvSpPr/>
            <p:nvPr/>
          </p:nvSpPr>
          <p:spPr>
            <a:xfrm>
              <a:off x="8629211" y="3839895"/>
              <a:ext cx="3122107" cy="72853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反思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汇总层对多路审计结果的冲突消解与综合</a:t>
              </a:r>
            </a:p>
          </p:txBody>
        </p:sp>
        <p:sp>
          <p:nvSpPr>
            <p:cNvPr id="114" name="矩形 113"/>
            <p:cNvSpPr/>
            <p:nvPr/>
          </p:nvSpPr>
          <p:spPr>
            <a:xfrm>
              <a:off x="8701655" y="4504734"/>
              <a:ext cx="3049663" cy="11041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不仅多模型多维度打分，还设计反思智能体对矛盾意见、重复问题做合并、排序与综合结论，更接近真实“主评”逻辑，区别于简单拼接各条模型输出。</a:t>
              </a: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8139353" y="3975864"/>
              <a:ext cx="489858" cy="489858"/>
              <a:chOff x="7698093" y="3975864"/>
              <a:chExt cx="489858" cy="48985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7698093" y="3975864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 bwMode="auto">
              <a:xfrm>
                <a:off x="7831849" y="4139757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8139354" y="1653267"/>
              <a:ext cx="489858" cy="489858"/>
              <a:chOff x="7698094" y="1653267"/>
              <a:chExt cx="489858" cy="489858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7698094" y="1653267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 bwMode="auto">
              <a:xfrm>
                <a:off x="7831850" y="1789278"/>
                <a:ext cx="212129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671805" y="1548155"/>
            <a:ext cx="3782636" cy="4309769"/>
            <a:chOff x="285229" y="1548155"/>
            <a:chExt cx="3782636" cy="4309769"/>
          </a:xfrm>
        </p:grpSpPr>
        <p:sp>
          <p:nvSpPr>
            <p:cNvPr id="125" name="矩形 124"/>
            <p:cNvSpPr/>
            <p:nvPr/>
          </p:nvSpPr>
          <p:spPr>
            <a:xfrm>
              <a:off x="937785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学科化的多维评价闭环</a:t>
              </a:r>
            </a:p>
          </p:txBody>
        </p:sp>
        <p:sp>
          <p:nvSpPr>
            <p:cNvPr id="126" name="矩形 125"/>
            <p:cNvSpPr/>
            <p:nvPr/>
          </p:nvSpPr>
          <p:spPr>
            <a:xfrm>
              <a:off x="285229" y="1891558"/>
              <a:ext cx="3160511" cy="13626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不是通用“论文打分”，而是</a:t>
              </a:r>
              <a:r>
                <a:rPr lang="zh-CN" altLang="en-US" sz="1400">
                  <a:latin typeface="Arial" panose="020B0604020202090204"/>
                  <a:ea typeface="微软雅黑"/>
                  <a:sym typeface="+mn-lt"/>
                </a:rPr>
                <a:t>对照软件工程论文规范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（结构、</a:t>
              </a:r>
              <a:r>
                <a:rPr lang="zh-CN" altLang="en-US" sz="1400">
                  <a:latin typeface="Arial" panose="020B0604020202090204"/>
                  <a:ea typeface="微软雅黑"/>
                  <a:sym typeface="+mn-lt"/>
                </a:rPr>
                <a:t>实验、代码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、文献、格式等），并固化为可分工的多智能体审计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+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结构化输出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+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证据回链原文，形成可复现的评审流水线。</a:t>
              </a:r>
            </a:p>
          </p:txBody>
        </p:sp>
        <p:sp>
          <p:nvSpPr>
            <p:cNvPr id="129" name="矩形 128"/>
            <p:cNvSpPr/>
            <p:nvPr/>
          </p:nvSpPr>
          <p:spPr>
            <a:xfrm>
              <a:off x="925412" y="3827118"/>
              <a:ext cx="2587220" cy="72853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「编排器 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+ 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多 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Agent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」与统一数据</a:t>
              </a:r>
              <a:r>
                <a:rPr lang="en-US" altLang="zh-CN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接口规范</a:t>
              </a:r>
            </a:p>
          </p:txBody>
        </p:sp>
        <p:sp>
          <p:nvSpPr>
            <p:cNvPr id="130" name="矩形 129"/>
            <p:cNvSpPr/>
            <p:nvPr/>
          </p:nvSpPr>
          <p:spPr>
            <a:xfrm>
              <a:off x="285229" y="4495243"/>
              <a:ext cx="3160509" cy="136268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用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Nanobot/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中枢串行约束、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并发审计（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Tool Calling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、任务表、统一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request/JSON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），把原来分割的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变成可集成、可记录的工程体系，这是组织与工程形态上的创新。</a:t>
              </a: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578007" y="1653267"/>
              <a:ext cx="489858" cy="489858"/>
              <a:chOff x="1363763" y="1653267"/>
              <a:chExt cx="489858" cy="489858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1363763" y="1653267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3578005" y="3963087"/>
              <a:ext cx="489858" cy="489858"/>
              <a:chOff x="1363761" y="3963087"/>
              <a:chExt cx="489858" cy="489858"/>
            </a:xfrm>
          </p:grpSpPr>
          <p:sp>
            <p:nvSpPr>
              <p:cNvPr id="134" name="椭圆 133"/>
              <p:cNvSpPr/>
              <p:nvPr/>
            </p:nvSpPr>
            <p:spPr>
              <a:xfrm>
                <a:off x="1363761" y="3963087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 bwMode="auto">
              <a:xfrm>
                <a:off x="1518704" y="4114162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A6AC-F65A-FF88-7829-7262A257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35D3C4C-B14A-2023-188C-FE0A7637EAF3}"/>
              </a:ext>
            </a:extLst>
          </p:cNvPr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049979A-1D2A-44F3-8A65-0ECFF22200BB}"/>
                </a:ext>
              </a:extLst>
            </p:cNvPr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19D6A21-96B3-DC60-1B84-70B0C60EECDC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E9F5DF12-FF9A-01F5-E1BE-4819CD6C28C1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4E0F2106-4944-9B18-F28C-ACDB5E118D26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4A13E133-C592-289F-4318-3838659336B0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8843BA57-7596-9F7C-D664-4537C008B259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0C878115-1687-B810-A066-BEEA97C42450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3A5495C1-ED62-77F7-6F17-192DD7853451}"/>
                    </a:ext>
                  </a:extLst>
                </p:cNvPr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D4561376-9477-032A-6708-C2654C7B1B50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9E91F5A-36C9-711A-10D8-8486B7946436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94A89D3-FC66-58A5-C7DB-2FF6D7071B1C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D2DE564-41A5-0B7C-3D87-B0451E5D8BF8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6C6D3E4-E7BF-845D-6B8D-BC8C3E03A12A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1D0D15-E85C-7AA9-1614-3C7895121C04}"/>
                </a:ext>
              </a:extLst>
            </p:cNvPr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5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71F3C2D-2B78-964B-A218-394471E0611D}"/>
              </a:ext>
            </a:extLst>
          </p:cNvPr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88E3AF4-4E44-566F-84C8-8A567D8115B9}"/>
              </a:ext>
            </a:extLst>
          </p:cNvPr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87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3C06A7E-34EF-FBD8-7C56-F1902BE1EF0B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" name="直接连接符 3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D010361C-870E-0442-FB56-321A2606EC04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B551BC4-D35E-D313-7181-80222C81C529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五、研究方案与进度安排</a:t>
              </a: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B3BBE2E4-2F57-22D2-D91B-3C467934C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5.1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研究方案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11D1085-721C-C8E1-F00D-286CA82252D4}"/>
              </a:ext>
            </a:extLst>
          </p:cNvPr>
          <p:cNvGrpSpPr/>
          <p:nvPr/>
        </p:nvGrpSpPr>
        <p:grpSpPr>
          <a:xfrm>
            <a:off x="500880" y="1675630"/>
            <a:ext cx="3533862" cy="4713465"/>
            <a:chOff x="500880" y="1675630"/>
            <a:chExt cx="3533862" cy="4713465"/>
          </a:xfrm>
        </p:grpSpPr>
        <p:sp>
          <p:nvSpPr>
            <p:cNvPr id="25" name="矩形: 圆角 24"/>
            <p:cNvSpPr/>
            <p:nvPr/>
          </p:nvSpPr>
          <p:spPr>
            <a:xfrm>
              <a:off x="626899" y="2591513"/>
              <a:ext cx="3319762" cy="372957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输入：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PDF/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文档类论文。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处理：文本抽取、章节识别、片段切分、元数据补全（章节名、段落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ID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、页码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位置）。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存储：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err="1">
                  <a:latin typeface="Arial" panose="020B0604020202090204"/>
                  <a:ea typeface="微软雅黑"/>
                  <a:sym typeface="+mn-lt"/>
                </a:rPr>
                <a:t>paper_sections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论文章节与片段；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err="1">
                  <a:latin typeface="Arial" panose="020B0604020202090204"/>
                  <a:ea typeface="微软雅黑"/>
                  <a:sym typeface="+mn-lt"/>
                </a:rPr>
                <a:t>review_tasks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状态、耗时、分数、错误信息；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err="1">
                  <a:latin typeface="Arial" panose="020B0604020202090204"/>
                  <a:ea typeface="微软雅黑"/>
                  <a:sym typeface="+mn-lt"/>
                </a:rPr>
                <a:t>expert_comments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专家评语与向量；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规则表：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指标项、评分权重、告警阈值。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8E21374-B841-B520-2465-C8DA4D862A3E}"/>
                </a:ext>
              </a:extLst>
            </p:cNvPr>
            <p:cNvGrpSpPr/>
            <p:nvPr/>
          </p:nvGrpSpPr>
          <p:grpSpPr>
            <a:xfrm>
              <a:off x="500880" y="1675630"/>
              <a:ext cx="3533862" cy="4713465"/>
              <a:chOff x="500880" y="1319474"/>
              <a:chExt cx="3506172" cy="4312535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B04CB714-403E-16DC-A282-21B1FE0BC772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A7D86CF3-FCA3-C5CE-4EF7-FAD6D5CBE15A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箭头: 五边形 47">
                  <a:extLst>
                    <a:ext uri="{FF2B5EF4-FFF2-40B4-BE49-F238E27FC236}">
                      <a16:creationId xmlns:a16="http://schemas.microsoft.com/office/drawing/2014/main" id="{766F2C00-CE33-6033-5698-F2B89432FC81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8E3E01-6B7F-19ED-AA1E-1786E687C8EA}"/>
                  </a:ext>
                </a:extLst>
              </p:cNvPr>
              <p:cNvSpPr txBox="1"/>
              <p:nvPr/>
            </p:nvSpPr>
            <p:spPr>
              <a:xfrm>
                <a:off x="1141900" y="1319474"/>
                <a:ext cx="2224129" cy="609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论文多模态解析</a:t>
                </a: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与结构化建库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0E4B357-359C-878B-D3AC-989E00F4C16E}"/>
              </a:ext>
            </a:extLst>
          </p:cNvPr>
          <p:cNvGrpSpPr/>
          <p:nvPr/>
        </p:nvGrpSpPr>
        <p:grpSpPr>
          <a:xfrm>
            <a:off x="4321503" y="1675630"/>
            <a:ext cx="3533862" cy="4713465"/>
            <a:chOff x="4321503" y="1675630"/>
            <a:chExt cx="3533862" cy="4713465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CBC964F-B640-7546-FBAF-3C5B5FD44122}"/>
                </a:ext>
              </a:extLst>
            </p:cNvPr>
            <p:cNvGrpSpPr/>
            <p:nvPr/>
          </p:nvGrpSpPr>
          <p:grpSpPr>
            <a:xfrm>
              <a:off x="4321503" y="1675630"/>
              <a:ext cx="3533862" cy="4713465"/>
              <a:chOff x="500880" y="1319474"/>
              <a:chExt cx="3506172" cy="4312535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44952CB2-A6AB-84FE-68FD-FFC2812AF288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DFC0FF50-00D2-38E8-109D-94C5B498585F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箭头: 五边形 52">
                  <a:extLst>
                    <a:ext uri="{FF2B5EF4-FFF2-40B4-BE49-F238E27FC236}">
                      <a16:creationId xmlns:a16="http://schemas.microsoft.com/office/drawing/2014/main" id="{A0633071-7B54-EE00-392B-B583428E15CC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23BFD07-D0CE-D357-48AD-4CB5B880DC78}"/>
                  </a:ext>
                </a:extLst>
              </p:cNvPr>
              <p:cNvSpPr txBox="1"/>
              <p:nvPr/>
            </p:nvSpPr>
            <p:spPr>
              <a:xfrm>
                <a:off x="1141900" y="1319474"/>
                <a:ext cx="2224129" cy="64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多智能体分项审计机制</a:t>
                </a:r>
              </a:p>
            </p:txBody>
          </p:sp>
        </p:grp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B5520363-4DF4-7F16-C65E-62C7710A7184}"/>
                </a:ext>
              </a:extLst>
            </p:cNvPr>
            <p:cNvSpPr/>
            <p:nvPr/>
          </p:nvSpPr>
          <p:spPr>
            <a:xfrm>
              <a:off x="4428551" y="2591513"/>
              <a:ext cx="3319762" cy="372957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构建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5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类分项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逻辑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       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格式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实验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       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文献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代码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统一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输入输出协议，包括：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score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         评分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 err="1">
                  <a:latin typeface="Arial" panose="020B0604020202090204"/>
                  <a:ea typeface="微软雅黑"/>
                  <a:sym typeface="+mn-lt"/>
                </a:rPr>
                <a:t>audit_level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版本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tags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           标签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comment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   评语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suggestion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修改建议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evidence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     证据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对分项结果进行标准化，确保可统计、可排序、可追踪。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0E0BC23-757B-1BCD-6062-F1F1CD1A2824}"/>
              </a:ext>
            </a:extLst>
          </p:cNvPr>
          <p:cNvGrpSpPr/>
          <p:nvPr/>
        </p:nvGrpSpPr>
        <p:grpSpPr>
          <a:xfrm>
            <a:off x="8157258" y="1675630"/>
            <a:ext cx="3533862" cy="4713465"/>
            <a:chOff x="8157258" y="1675630"/>
            <a:chExt cx="3533862" cy="4713465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ED49C6B1-F3F3-A0DE-2CB9-AC7712BA7AE4}"/>
                </a:ext>
              </a:extLst>
            </p:cNvPr>
            <p:cNvGrpSpPr/>
            <p:nvPr/>
          </p:nvGrpSpPr>
          <p:grpSpPr>
            <a:xfrm>
              <a:off x="8157258" y="1675630"/>
              <a:ext cx="3533862" cy="4713465"/>
              <a:chOff x="500880" y="1319474"/>
              <a:chExt cx="3506172" cy="4312535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A4E86FF0-731E-1C29-4A2C-169E2130F9C7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2D24691E-CC2E-A353-8ECE-C0CA7471B2F7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箭头: 五边形 57">
                  <a:extLst>
                    <a:ext uri="{FF2B5EF4-FFF2-40B4-BE49-F238E27FC236}">
                      <a16:creationId xmlns:a16="http://schemas.microsoft.com/office/drawing/2014/main" id="{443F70D0-F6F4-2074-CF57-39E381C9AB9C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7C636CFD-6D29-48AD-6D36-427536F34608}"/>
                  </a:ext>
                </a:extLst>
              </p:cNvPr>
              <p:cNvSpPr txBox="1"/>
              <p:nvPr/>
            </p:nvSpPr>
            <p:spPr>
              <a:xfrm>
                <a:off x="1141900" y="1319474"/>
                <a:ext cx="2224129" cy="64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Nanobot 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编排</a:t>
                </a:r>
                <a:endParaRPr lang="en-US" altLang="zh-CN" sz="2000" dirty="0">
                  <a:solidFill>
                    <a:schemeClr val="bg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endParaRP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与协同治理</a:t>
                </a:r>
              </a:p>
            </p:txBody>
          </p:sp>
        </p:grp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EE08AE28-E37C-E762-A733-987F63FE3856}"/>
                </a:ext>
              </a:extLst>
            </p:cNvPr>
            <p:cNvSpPr/>
            <p:nvPr/>
          </p:nvSpPr>
          <p:spPr>
            <a:xfrm>
              <a:off x="8252896" y="2588006"/>
              <a:ext cx="3319762" cy="372957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通过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Nanobot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统一调度多个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：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并发调用        重试机制、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超时处理        失败回滚、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日志追踪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设计任务状态机：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PENDING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等待中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RUNNING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评阅中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SUCCESS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评阅成功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   </a:t>
              </a: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FAILED    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评阅失败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TIMEOUT     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评阅超时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实现链路追踪：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algn="just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按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“</a:t>
              </a:r>
              <a:r>
                <a:rPr lang="en-US" altLang="zh-CN" sz="1400" dirty="0" err="1">
                  <a:latin typeface="Arial" panose="020B0604020202090204"/>
                  <a:ea typeface="微软雅黑"/>
                  <a:sym typeface="+mn-lt"/>
                </a:rPr>
                <a:t>request_id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”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定位审计全生命周期。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21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31E9-2A77-8BF9-8FEE-D0EBF52E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DC65D4F-8DE9-122D-DAB4-D792C23D8A68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4" name="直接连接符 3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F0B84EFE-DCD6-4FF5-92B1-31D3D0CA4B9F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2C052C9-9DB8-7FB3-7AD6-CD5C87B9101F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五、研究方案与进度安排</a:t>
              </a: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9886B4D5-AF85-F077-250F-C65773E0C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5.1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研究方案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65A4A38-D00A-F4C2-E866-56BFEADA6C66}"/>
              </a:ext>
            </a:extLst>
          </p:cNvPr>
          <p:cNvGrpSpPr/>
          <p:nvPr/>
        </p:nvGrpSpPr>
        <p:grpSpPr>
          <a:xfrm>
            <a:off x="500880" y="1697932"/>
            <a:ext cx="3533862" cy="4695007"/>
            <a:chOff x="4321503" y="1694088"/>
            <a:chExt cx="3533862" cy="4695007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088F615E-72FA-0ACE-DE8E-2ED9C4284144}"/>
                </a:ext>
              </a:extLst>
            </p:cNvPr>
            <p:cNvGrpSpPr/>
            <p:nvPr/>
          </p:nvGrpSpPr>
          <p:grpSpPr>
            <a:xfrm>
              <a:off x="4321503" y="1694088"/>
              <a:ext cx="3533862" cy="4695007"/>
              <a:chOff x="500880" y="1336362"/>
              <a:chExt cx="3506172" cy="4295647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6AA07913-0313-9609-FCF9-E8B081250C2B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63427505-4606-7FBC-CF36-0360665079F6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箭头: 五边形 52">
                  <a:extLst>
                    <a:ext uri="{FF2B5EF4-FFF2-40B4-BE49-F238E27FC236}">
                      <a16:creationId xmlns:a16="http://schemas.microsoft.com/office/drawing/2014/main" id="{CD75BEA3-4079-DFD8-0404-8C7CBDF6C014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91993BA-713B-C483-038A-1603DABFA6B4}"/>
                  </a:ext>
                </a:extLst>
              </p:cNvPr>
              <p:cNvSpPr txBox="1"/>
              <p:nvPr/>
            </p:nvSpPr>
            <p:spPr>
              <a:xfrm>
                <a:off x="1011906" y="1405003"/>
                <a:ext cx="2484115" cy="366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反思汇总与冲突裁决</a:t>
                </a:r>
              </a:p>
            </p:txBody>
          </p:sp>
        </p:grp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58BE90F8-8C5D-2246-1154-19DC083AC6A3}"/>
                </a:ext>
              </a:extLst>
            </p:cNvPr>
            <p:cNvSpPr/>
            <p:nvPr/>
          </p:nvSpPr>
          <p:spPr>
            <a:xfrm>
              <a:off x="4428551" y="2591513"/>
              <a:ext cx="3319762" cy="360164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建立“反思评估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Agent”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对多路结果进行：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冲突检测：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5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不同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Agent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结论矛盾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重复合并：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5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同类问题聚合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优先级排序：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50000"/>
                </a:lnSpc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Critical &gt; Warning &gt; Info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综合评分与最终结论生成。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导师评语生成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09A8797-897C-2F68-10D7-4AF7FB5FE0B2}"/>
              </a:ext>
            </a:extLst>
          </p:cNvPr>
          <p:cNvGrpSpPr/>
          <p:nvPr/>
        </p:nvGrpSpPr>
        <p:grpSpPr>
          <a:xfrm>
            <a:off x="4321503" y="1697932"/>
            <a:ext cx="3533862" cy="4695007"/>
            <a:chOff x="8157258" y="1694088"/>
            <a:chExt cx="3533862" cy="4695007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EDE0921E-E23C-5944-4902-7D961B9122FF}"/>
                </a:ext>
              </a:extLst>
            </p:cNvPr>
            <p:cNvGrpSpPr/>
            <p:nvPr/>
          </p:nvGrpSpPr>
          <p:grpSpPr>
            <a:xfrm>
              <a:off x="8157258" y="1694088"/>
              <a:ext cx="3533862" cy="4695007"/>
              <a:chOff x="500880" y="1336362"/>
              <a:chExt cx="3506172" cy="4295647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46105F85-BE18-794B-F197-8858D969DA62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5D816656-170D-8C4D-F1A7-8636F6FD348A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箭头: 五边形 57">
                  <a:extLst>
                    <a:ext uri="{FF2B5EF4-FFF2-40B4-BE49-F238E27FC236}">
                      <a16:creationId xmlns:a16="http://schemas.microsoft.com/office/drawing/2014/main" id="{2803D9D2-79C7-B26D-F1D9-43F62BE1D10F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FCC6CAF-02AF-3B89-B4D1-02FB06E024F0}"/>
                  </a:ext>
                </a:extLst>
              </p:cNvPr>
              <p:cNvSpPr txBox="1"/>
              <p:nvPr/>
            </p:nvSpPr>
            <p:spPr>
              <a:xfrm>
                <a:off x="1014849" y="1405003"/>
                <a:ext cx="2493247" cy="366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人机协同与报告交付</a:t>
                </a:r>
              </a:p>
            </p:txBody>
          </p:sp>
        </p:grp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7E611B63-5976-40B2-3172-A93C6D97CEEC}"/>
                </a:ext>
              </a:extLst>
            </p:cNvPr>
            <p:cNvSpPr/>
            <p:nvPr/>
          </p:nvSpPr>
          <p:spPr>
            <a:xfrm>
              <a:off x="8252896" y="2588006"/>
              <a:ext cx="3319762" cy="37748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前端提供双栏界面：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20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原文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+ 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审计建议联动定位。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支持导师操作：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20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复核、编辑、确认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忽略建议。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支持导出结构化报告：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200000"/>
                </a:lnSpc>
              </a:pP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Markdown/PDF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支持查看评阅历史：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20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查看历史评阅结果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重新评阅。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55B8258-B081-E22A-8689-E893BF70608B}"/>
              </a:ext>
            </a:extLst>
          </p:cNvPr>
          <p:cNvGrpSpPr/>
          <p:nvPr/>
        </p:nvGrpSpPr>
        <p:grpSpPr>
          <a:xfrm>
            <a:off x="8157258" y="1697932"/>
            <a:ext cx="3533862" cy="4695007"/>
            <a:chOff x="8157258" y="1694088"/>
            <a:chExt cx="3533862" cy="469500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A35D79C-FC05-4E63-2403-16983F1E470C}"/>
                </a:ext>
              </a:extLst>
            </p:cNvPr>
            <p:cNvGrpSpPr/>
            <p:nvPr/>
          </p:nvGrpSpPr>
          <p:grpSpPr>
            <a:xfrm>
              <a:off x="8157258" y="1694088"/>
              <a:ext cx="3533862" cy="4695007"/>
              <a:chOff x="500880" y="1336362"/>
              <a:chExt cx="3506172" cy="4295647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0BA3B85E-D1A0-1FD3-ABFB-5AF3419E6331}"/>
                  </a:ext>
                </a:extLst>
              </p:cNvPr>
              <p:cNvGrpSpPr/>
              <p:nvPr/>
            </p:nvGrpSpPr>
            <p:grpSpPr>
              <a:xfrm>
                <a:off x="500880" y="1336362"/>
                <a:ext cx="3506172" cy="4295647"/>
                <a:chOff x="500880" y="1336362"/>
                <a:chExt cx="3506172" cy="4295647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D086118-B5B3-4C3E-1E83-BD73D43E695D}"/>
                    </a:ext>
                  </a:extLst>
                </p:cNvPr>
                <p:cNvSpPr/>
                <p:nvPr/>
              </p:nvSpPr>
              <p:spPr>
                <a:xfrm>
                  <a:off x="500880" y="1712585"/>
                  <a:ext cx="3506172" cy="391942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  <a:prstDash val="dashDot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箭头: 五边形 14">
                  <a:extLst>
                    <a:ext uri="{FF2B5EF4-FFF2-40B4-BE49-F238E27FC236}">
                      <a16:creationId xmlns:a16="http://schemas.microsoft.com/office/drawing/2014/main" id="{DF53814A-A0F3-2B0A-8544-BE9126F114C3}"/>
                    </a:ext>
                  </a:extLst>
                </p:cNvPr>
                <p:cNvSpPr/>
                <p:nvPr/>
              </p:nvSpPr>
              <p:spPr>
                <a:xfrm rot="5400000">
                  <a:off x="1877742" y="-40500"/>
                  <a:ext cx="752446" cy="3506170"/>
                </a:xfrm>
                <a:prstGeom prst="homePlate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18386B8-3217-5AE9-9CD1-04345AE66839}"/>
                  </a:ext>
                </a:extLst>
              </p:cNvPr>
              <p:cNvSpPr txBox="1"/>
              <p:nvPr/>
            </p:nvSpPr>
            <p:spPr>
              <a:xfrm>
                <a:off x="1141901" y="1405003"/>
                <a:ext cx="2224129" cy="366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核心评价指标</a:t>
                </a:r>
              </a:p>
            </p:txBody>
          </p:sp>
        </p:grp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56AD29B-789F-67B4-531A-FEBC06A245DD}"/>
                </a:ext>
              </a:extLst>
            </p:cNvPr>
            <p:cNvSpPr/>
            <p:nvPr/>
          </p:nvSpPr>
          <p:spPr>
            <a:xfrm>
              <a:off x="8252896" y="2588006"/>
              <a:ext cx="3319762" cy="368858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准确性：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1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关键问题识别准确率、维度命中率。</a:t>
              </a:r>
            </a:p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一致性：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1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与人工评审结论一致性，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1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可用 </a:t>
              </a:r>
              <a:r>
                <a:rPr lang="en-US" altLang="zh-CN" sz="1400" dirty="0">
                  <a:latin typeface="Arial" panose="020B0604020202090204"/>
                  <a:ea typeface="微软雅黑"/>
                  <a:sym typeface="+mn-lt"/>
                </a:rPr>
                <a:t>Kappa/</a:t>
              </a: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等级一致率。</a:t>
              </a:r>
            </a:p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可解释性：</a:t>
              </a:r>
              <a:endParaRPr lang="en-US" altLang="zh-CN" sz="1400" dirty="0">
                <a:latin typeface="Arial" panose="020B0604020202090204"/>
                <a:ea typeface="微软雅黑"/>
                <a:sym typeface="+mn-lt"/>
              </a:endParaRPr>
            </a:p>
            <a:p>
              <a:pPr lvl="1" algn="just">
                <a:lnSpc>
                  <a:spcPct val="11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建议是否附原文证据，证据可定位率。</a:t>
              </a:r>
            </a:p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效率：单篇处理时延、吞吐量。</a:t>
              </a:r>
            </a:p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稳定性：任务成功率、超时率、重试恢复率。</a:t>
              </a:r>
            </a:p>
            <a:p>
              <a:pPr marL="285750" indent="-28575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可用性：导师满意度、可编辑后采纳率。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24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857129" y="3477926"/>
            <a:ext cx="8469473" cy="1339197"/>
            <a:chOff x="1277634" y="2004681"/>
            <a:chExt cx="6352105" cy="1370116"/>
          </a:xfrm>
        </p:grpSpPr>
        <p:sp>
          <p:nvSpPr>
            <p:cNvPr id="35" name="Freeform: Shape 2"/>
            <p:cNvSpPr/>
            <p:nvPr/>
          </p:nvSpPr>
          <p:spPr bwMode="auto">
            <a:xfrm>
              <a:off x="1277634" y="2004681"/>
              <a:ext cx="1426013" cy="1367249"/>
            </a:xfrm>
            <a:custGeom>
              <a:avLst/>
              <a:gdLst>
                <a:gd name="T0" fmla="*/ 812 w 995"/>
                <a:gd name="T1" fmla="*/ 708 h 954"/>
                <a:gd name="T2" fmla="*/ 760 w 995"/>
                <a:gd name="T3" fmla="*/ 701 h 954"/>
                <a:gd name="T4" fmla="*/ 717 w 995"/>
                <a:gd name="T5" fmla="*/ 685 h 954"/>
                <a:gd name="T6" fmla="*/ 685 w 995"/>
                <a:gd name="T7" fmla="*/ 662 h 954"/>
                <a:gd name="T8" fmla="*/ 641 w 995"/>
                <a:gd name="T9" fmla="*/ 607 h 954"/>
                <a:gd name="T10" fmla="*/ 622 w 995"/>
                <a:gd name="T11" fmla="*/ 550 h 954"/>
                <a:gd name="T12" fmla="*/ 617 w 995"/>
                <a:gd name="T13" fmla="*/ 503 h 954"/>
                <a:gd name="T14" fmla="*/ 610 w 995"/>
                <a:gd name="T15" fmla="*/ 409 h 954"/>
                <a:gd name="T16" fmla="*/ 583 w 995"/>
                <a:gd name="T17" fmla="*/ 292 h 954"/>
                <a:gd name="T18" fmla="*/ 539 w 995"/>
                <a:gd name="T19" fmla="*/ 198 h 954"/>
                <a:gd name="T20" fmla="*/ 482 w 995"/>
                <a:gd name="T21" fmla="*/ 128 h 954"/>
                <a:gd name="T22" fmla="*/ 419 w 995"/>
                <a:gd name="T23" fmla="*/ 76 h 954"/>
                <a:gd name="T24" fmla="*/ 352 w 995"/>
                <a:gd name="T25" fmla="*/ 41 h 954"/>
                <a:gd name="T26" fmla="*/ 286 w 995"/>
                <a:gd name="T27" fmla="*/ 18 h 954"/>
                <a:gd name="T28" fmla="*/ 180 w 995"/>
                <a:gd name="T29" fmla="*/ 0 h 954"/>
                <a:gd name="T30" fmla="*/ 136 w 995"/>
                <a:gd name="T31" fmla="*/ 0 h 954"/>
                <a:gd name="T32" fmla="*/ 96 w 995"/>
                <a:gd name="T33" fmla="*/ 6 h 954"/>
                <a:gd name="T34" fmla="*/ 60 w 995"/>
                <a:gd name="T35" fmla="*/ 23 h 954"/>
                <a:gd name="T36" fmla="*/ 31 w 995"/>
                <a:gd name="T37" fmla="*/ 49 h 954"/>
                <a:gd name="T38" fmla="*/ 11 w 995"/>
                <a:gd name="T39" fmla="*/ 83 h 954"/>
                <a:gd name="T40" fmla="*/ 2 w 995"/>
                <a:gd name="T41" fmla="*/ 122 h 954"/>
                <a:gd name="T42" fmla="*/ 2 w 995"/>
                <a:gd name="T43" fmla="*/ 149 h 954"/>
                <a:gd name="T44" fmla="*/ 11 w 995"/>
                <a:gd name="T45" fmla="*/ 188 h 954"/>
                <a:gd name="T46" fmla="*/ 31 w 995"/>
                <a:gd name="T47" fmla="*/ 221 h 954"/>
                <a:gd name="T48" fmla="*/ 60 w 995"/>
                <a:gd name="T49" fmla="*/ 248 h 954"/>
                <a:gd name="T50" fmla="*/ 96 w 995"/>
                <a:gd name="T51" fmla="*/ 265 h 954"/>
                <a:gd name="T52" fmla="*/ 136 w 995"/>
                <a:gd name="T53" fmla="*/ 271 h 954"/>
                <a:gd name="T54" fmla="*/ 172 w 995"/>
                <a:gd name="T55" fmla="*/ 271 h 954"/>
                <a:gd name="T56" fmla="*/ 221 w 995"/>
                <a:gd name="T57" fmla="*/ 281 h 954"/>
                <a:gd name="T58" fmla="*/ 260 w 995"/>
                <a:gd name="T59" fmla="*/ 299 h 954"/>
                <a:gd name="T60" fmla="*/ 299 w 995"/>
                <a:gd name="T61" fmla="*/ 333 h 954"/>
                <a:gd name="T62" fmla="*/ 336 w 995"/>
                <a:gd name="T63" fmla="*/ 393 h 954"/>
                <a:gd name="T64" fmla="*/ 352 w 995"/>
                <a:gd name="T65" fmla="*/ 448 h 954"/>
                <a:gd name="T66" fmla="*/ 359 w 995"/>
                <a:gd name="T67" fmla="*/ 484 h 954"/>
                <a:gd name="T68" fmla="*/ 372 w 995"/>
                <a:gd name="T69" fmla="*/ 628 h 954"/>
                <a:gd name="T70" fmla="*/ 390 w 995"/>
                <a:gd name="T71" fmla="*/ 695 h 954"/>
                <a:gd name="T72" fmla="*/ 433 w 995"/>
                <a:gd name="T73" fmla="*/ 777 h 954"/>
                <a:gd name="T74" fmla="*/ 489 w 995"/>
                <a:gd name="T75" fmla="*/ 841 h 954"/>
                <a:gd name="T76" fmla="*/ 555 w 995"/>
                <a:gd name="T77" fmla="*/ 888 h 954"/>
                <a:gd name="T78" fmla="*/ 625 w 995"/>
                <a:gd name="T79" fmla="*/ 919 h 954"/>
                <a:gd name="T80" fmla="*/ 696 w 995"/>
                <a:gd name="T81" fmla="*/ 940 h 954"/>
                <a:gd name="T82" fmla="*/ 807 w 995"/>
                <a:gd name="T83" fmla="*/ 953 h 954"/>
                <a:gd name="T84" fmla="*/ 898 w 995"/>
                <a:gd name="T85" fmla="*/ 953 h 954"/>
                <a:gd name="T86" fmla="*/ 958 w 995"/>
                <a:gd name="T87" fmla="*/ 946 h 954"/>
                <a:gd name="T88" fmla="*/ 912 w 995"/>
                <a:gd name="T89" fmla="*/ 698 h 954"/>
                <a:gd name="T90" fmla="*/ 855 w 995"/>
                <a:gd name="T91" fmla="*/ 708 h 954"/>
                <a:gd name="T92" fmla="*/ 831 w 995"/>
                <a:gd name="T93" fmla="*/ 709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95" h="954">
                  <a:moveTo>
                    <a:pt x="831" y="709"/>
                  </a:moveTo>
                  <a:lnTo>
                    <a:pt x="831" y="709"/>
                  </a:lnTo>
                  <a:lnTo>
                    <a:pt x="812" y="708"/>
                  </a:lnTo>
                  <a:lnTo>
                    <a:pt x="792" y="706"/>
                  </a:lnTo>
                  <a:lnTo>
                    <a:pt x="774" y="704"/>
                  </a:lnTo>
                  <a:lnTo>
                    <a:pt x="760" y="701"/>
                  </a:lnTo>
                  <a:lnTo>
                    <a:pt x="743" y="696"/>
                  </a:lnTo>
                  <a:lnTo>
                    <a:pt x="730" y="690"/>
                  </a:lnTo>
                  <a:lnTo>
                    <a:pt x="717" y="685"/>
                  </a:lnTo>
                  <a:lnTo>
                    <a:pt x="704" y="677"/>
                  </a:lnTo>
                  <a:lnTo>
                    <a:pt x="695" y="670"/>
                  </a:lnTo>
                  <a:lnTo>
                    <a:pt x="685" y="662"/>
                  </a:lnTo>
                  <a:lnTo>
                    <a:pt x="667" y="644"/>
                  </a:lnTo>
                  <a:lnTo>
                    <a:pt x="652" y="627"/>
                  </a:lnTo>
                  <a:lnTo>
                    <a:pt x="641" y="607"/>
                  </a:lnTo>
                  <a:lnTo>
                    <a:pt x="633" y="588"/>
                  </a:lnTo>
                  <a:lnTo>
                    <a:pt x="627" y="568"/>
                  </a:lnTo>
                  <a:lnTo>
                    <a:pt x="622" y="550"/>
                  </a:lnTo>
                  <a:lnTo>
                    <a:pt x="618" y="536"/>
                  </a:lnTo>
                  <a:lnTo>
                    <a:pt x="617" y="511"/>
                  </a:lnTo>
                  <a:lnTo>
                    <a:pt x="617" y="503"/>
                  </a:lnTo>
                  <a:lnTo>
                    <a:pt x="617" y="503"/>
                  </a:lnTo>
                  <a:lnTo>
                    <a:pt x="614" y="454"/>
                  </a:lnTo>
                  <a:lnTo>
                    <a:pt x="610" y="409"/>
                  </a:lnTo>
                  <a:lnTo>
                    <a:pt x="604" y="367"/>
                  </a:lnTo>
                  <a:lnTo>
                    <a:pt x="594" y="328"/>
                  </a:lnTo>
                  <a:lnTo>
                    <a:pt x="583" y="292"/>
                  </a:lnTo>
                  <a:lnTo>
                    <a:pt x="570" y="258"/>
                  </a:lnTo>
                  <a:lnTo>
                    <a:pt x="555" y="227"/>
                  </a:lnTo>
                  <a:lnTo>
                    <a:pt x="539" y="198"/>
                  </a:lnTo>
                  <a:lnTo>
                    <a:pt x="521" y="174"/>
                  </a:lnTo>
                  <a:lnTo>
                    <a:pt x="503" y="149"/>
                  </a:lnTo>
                  <a:lnTo>
                    <a:pt x="482" y="128"/>
                  </a:lnTo>
                  <a:lnTo>
                    <a:pt x="463" y="109"/>
                  </a:lnTo>
                  <a:lnTo>
                    <a:pt x="440" y="91"/>
                  </a:lnTo>
                  <a:lnTo>
                    <a:pt x="419" y="76"/>
                  </a:lnTo>
                  <a:lnTo>
                    <a:pt x="396" y="63"/>
                  </a:lnTo>
                  <a:lnTo>
                    <a:pt x="373" y="50"/>
                  </a:lnTo>
                  <a:lnTo>
                    <a:pt x="352" y="41"/>
                  </a:lnTo>
                  <a:lnTo>
                    <a:pt x="329" y="32"/>
                  </a:lnTo>
                  <a:lnTo>
                    <a:pt x="308" y="24"/>
                  </a:lnTo>
                  <a:lnTo>
                    <a:pt x="286" y="18"/>
                  </a:lnTo>
                  <a:lnTo>
                    <a:pt x="247" y="8"/>
                  </a:lnTo>
                  <a:lnTo>
                    <a:pt x="209" y="3"/>
                  </a:lnTo>
                  <a:lnTo>
                    <a:pt x="180" y="0"/>
                  </a:lnTo>
                  <a:lnTo>
                    <a:pt x="156" y="0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22" y="0"/>
                  </a:lnTo>
                  <a:lnTo>
                    <a:pt x="109" y="3"/>
                  </a:lnTo>
                  <a:lnTo>
                    <a:pt x="96" y="6"/>
                  </a:lnTo>
                  <a:lnTo>
                    <a:pt x="83" y="10"/>
                  </a:lnTo>
                  <a:lnTo>
                    <a:pt x="71" y="16"/>
                  </a:lnTo>
                  <a:lnTo>
                    <a:pt x="60" y="23"/>
                  </a:lnTo>
                  <a:lnTo>
                    <a:pt x="49" y="31"/>
                  </a:lnTo>
                  <a:lnTo>
                    <a:pt x="41" y="39"/>
                  </a:lnTo>
                  <a:lnTo>
                    <a:pt x="31" y="49"/>
                  </a:lnTo>
                  <a:lnTo>
                    <a:pt x="23" y="60"/>
                  </a:lnTo>
                  <a:lnTo>
                    <a:pt x="16" y="71"/>
                  </a:lnTo>
                  <a:lnTo>
                    <a:pt x="11" y="83"/>
                  </a:lnTo>
                  <a:lnTo>
                    <a:pt x="6" y="96"/>
                  </a:lnTo>
                  <a:lnTo>
                    <a:pt x="3" y="109"/>
                  </a:lnTo>
                  <a:lnTo>
                    <a:pt x="2" y="122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2" y="149"/>
                  </a:lnTo>
                  <a:lnTo>
                    <a:pt x="3" y="162"/>
                  </a:lnTo>
                  <a:lnTo>
                    <a:pt x="6" y="175"/>
                  </a:lnTo>
                  <a:lnTo>
                    <a:pt x="11" y="188"/>
                  </a:lnTo>
                  <a:lnTo>
                    <a:pt x="16" y="200"/>
                  </a:lnTo>
                  <a:lnTo>
                    <a:pt x="23" y="211"/>
                  </a:lnTo>
                  <a:lnTo>
                    <a:pt x="31" y="221"/>
                  </a:lnTo>
                  <a:lnTo>
                    <a:pt x="41" y="230"/>
                  </a:lnTo>
                  <a:lnTo>
                    <a:pt x="49" y="240"/>
                  </a:lnTo>
                  <a:lnTo>
                    <a:pt x="60" y="248"/>
                  </a:lnTo>
                  <a:lnTo>
                    <a:pt x="71" y="255"/>
                  </a:lnTo>
                  <a:lnTo>
                    <a:pt x="83" y="260"/>
                  </a:lnTo>
                  <a:lnTo>
                    <a:pt x="96" y="265"/>
                  </a:lnTo>
                  <a:lnTo>
                    <a:pt x="109" y="268"/>
                  </a:lnTo>
                  <a:lnTo>
                    <a:pt x="122" y="269"/>
                  </a:lnTo>
                  <a:lnTo>
                    <a:pt x="136" y="271"/>
                  </a:lnTo>
                  <a:lnTo>
                    <a:pt x="136" y="271"/>
                  </a:lnTo>
                  <a:lnTo>
                    <a:pt x="154" y="271"/>
                  </a:lnTo>
                  <a:lnTo>
                    <a:pt x="172" y="271"/>
                  </a:lnTo>
                  <a:lnTo>
                    <a:pt x="190" y="273"/>
                  </a:lnTo>
                  <a:lnTo>
                    <a:pt x="206" y="276"/>
                  </a:lnTo>
                  <a:lnTo>
                    <a:pt x="221" y="281"/>
                  </a:lnTo>
                  <a:lnTo>
                    <a:pt x="234" y="286"/>
                  </a:lnTo>
                  <a:lnTo>
                    <a:pt x="247" y="292"/>
                  </a:lnTo>
                  <a:lnTo>
                    <a:pt x="260" y="299"/>
                  </a:lnTo>
                  <a:lnTo>
                    <a:pt x="269" y="307"/>
                  </a:lnTo>
                  <a:lnTo>
                    <a:pt x="281" y="315"/>
                  </a:lnTo>
                  <a:lnTo>
                    <a:pt x="299" y="333"/>
                  </a:lnTo>
                  <a:lnTo>
                    <a:pt x="313" y="352"/>
                  </a:lnTo>
                  <a:lnTo>
                    <a:pt x="326" y="373"/>
                  </a:lnTo>
                  <a:lnTo>
                    <a:pt x="336" y="393"/>
                  </a:lnTo>
                  <a:lnTo>
                    <a:pt x="342" y="412"/>
                  </a:lnTo>
                  <a:lnTo>
                    <a:pt x="349" y="432"/>
                  </a:lnTo>
                  <a:lnTo>
                    <a:pt x="352" y="448"/>
                  </a:lnTo>
                  <a:lnTo>
                    <a:pt x="357" y="474"/>
                  </a:lnTo>
                  <a:lnTo>
                    <a:pt x="359" y="484"/>
                  </a:lnTo>
                  <a:lnTo>
                    <a:pt x="359" y="484"/>
                  </a:lnTo>
                  <a:lnTo>
                    <a:pt x="362" y="542"/>
                  </a:lnTo>
                  <a:lnTo>
                    <a:pt x="367" y="588"/>
                  </a:lnTo>
                  <a:lnTo>
                    <a:pt x="372" y="628"/>
                  </a:lnTo>
                  <a:lnTo>
                    <a:pt x="372" y="628"/>
                  </a:lnTo>
                  <a:lnTo>
                    <a:pt x="380" y="662"/>
                  </a:lnTo>
                  <a:lnTo>
                    <a:pt x="390" y="695"/>
                  </a:lnTo>
                  <a:lnTo>
                    <a:pt x="403" y="726"/>
                  </a:lnTo>
                  <a:lnTo>
                    <a:pt x="417" y="753"/>
                  </a:lnTo>
                  <a:lnTo>
                    <a:pt x="433" y="777"/>
                  </a:lnTo>
                  <a:lnTo>
                    <a:pt x="450" y="800"/>
                  </a:lnTo>
                  <a:lnTo>
                    <a:pt x="469" y="821"/>
                  </a:lnTo>
                  <a:lnTo>
                    <a:pt x="489" y="841"/>
                  </a:lnTo>
                  <a:lnTo>
                    <a:pt x="510" y="859"/>
                  </a:lnTo>
                  <a:lnTo>
                    <a:pt x="532" y="873"/>
                  </a:lnTo>
                  <a:lnTo>
                    <a:pt x="555" y="888"/>
                  </a:lnTo>
                  <a:lnTo>
                    <a:pt x="578" y="899"/>
                  </a:lnTo>
                  <a:lnTo>
                    <a:pt x="602" y="911"/>
                  </a:lnTo>
                  <a:lnTo>
                    <a:pt x="625" y="919"/>
                  </a:lnTo>
                  <a:lnTo>
                    <a:pt x="649" y="927"/>
                  </a:lnTo>
                  <a:lnTo>
                    <a:pt x="674" y="933"/>
                  </a:lnTo>
                  <a:lnTo>
                    <a:pt x="696" y="940"/>
                  </a:lnTo>
                  <a:lnTo>
                    <a:pt x="721" y="943"/>
                  </a:lnTo>
                  <a:lnTo>
                    <a:pt x="764" y="950"/>
                  </a:lnTo>
                  <a:lnTo>
                    <a:pt x="807" y="953"/>
                  </a:lnTo>
                  <a:lnTo>
                    <a:pt x="842" y="954"/>
                  </a:lnTo>
                  <a:lnTo>
                    <a:pt x="873" y="953"/>
                  </a:lnTo>
                  <a:lnTo>
                    <a:pt x="898" y="953"/>
                  </a:lnTo>
                  <a:lnTo>
                    <a:pt x="917" y="950"/>
                  </a:lnTo>
                  <a:lnTo>
                    <a:pt x="917" y="950"/>
                  </a:lnTo>
                  <a:lnTo>
                    <a:pt x="958" y="946"/>
                  </a:lnTo>
                  <a:lnTo>
                    <a:pt x="995" y="941"/>
                  </a:lnTo>
                  <a:lnTo>
                    <a:pt x="912" y="698"/>
                  </a:lnTo>
                  <a:lnTo>
                    <a:pt x="912" y="698"/>
                  </a:lnTo>
                  <a:lnTo>
                    <a:pt x="896" y="703"/>
                  </a:lnTo>
                  <a:lnTo>
                    <a:pt x="881" y="704"/>
                  </a:lnTo>
                  <a:lnTo>
                    <a:pt x="855" y="708"/>
                  </a:lnTo>
                  <a:lnTo>
                    <a:pt x="838" y="709"/>
                  </a:lnTo>
                  <a:lnTo>
                    <a:pt x="831" y="709"/>
                  </a:lnTo>
                  <a:lnTo>
                    <a:pt x="831" y="709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6" name="Freeform: Shape 3"/>
            <p:cNvSpPr/>
            <p:nvPr/>
          </p:nvSpPr>
          <p:spPr bwMode="auto">
            <a:xfrm>
              <a:off x="2584693" y="2026180"/>
              <a:ext cx="1123612" cy="1327121"/>
            </a:xfrm>
            <a:custGeom>
              <a:avLst/>
              <a:gdLst>
                <a:gd name="T0" fmla="*/ 606 w 784"/>
                <a:gd name="T1" fmla="*/ 0 h 926"/>
                <a:gd name="T2" fmla="*/ 516 w 784"/>
                <a:gd name="T3" fmla="*/ 4 h 926"/>
                <a:gd name="T4" fmla="*/ 438 w 784"/>
                <a:gd name="T5" fmla="*/ 17 h 926"/>
                <a:gd name="T6" fmla="*/ 373 w 784"/>
                <a:gd name="T7" fmla="*/ 42 h 926"/>
                <a:gd name="T8" fmla="*/ 318 w 784"/>
                <a:gd name="T9" fmla="*/ 71 h 926"/>
                <a:gd name="T10" fmla="*/ 271 w 784"/>
                <a:gd name="T11" fmla="*/ 107 h 926"/>
                <a:gd name="T12" fmla="*/ 236 w 784"/>
                <a:gd name="T13" fmla="*/ 146 h 926"/>
                <a:gd name="T14" fmla="*/ 206 w 784"/>
                <a:gd name="T15" fmla="*/ 188 h 926"/>
                <a:gd name="T16" fmla="*/ 184 w 784"/>
                <a:gd name="T17" fmla="*/ 232 h 926"/>
                <a:gd name="T18" fmla="*/ 167 w 784"/>
                <a:gd name="T19" fmla="*/ 276 h 926"/>
                <a:gd name="T20" fmla="*/ 156 w 784"/>
                <a:gd name="T21" fmla="*/ 318 h 926"/>
                <a:gd name="T22" fmla="*/ 146 w 784"/>
                <a:gd name="T23" fmla="*/ 392 h 926"/>
                <a:gd name="T24" fmla="*/ 145 w 784"/>
                <a:gd name="T25" fmla="*/ 446 h 926"/>
                <a:gd name="T26" fmla="*/ 146 w 784"/>
                <a:gd name="T27" fmla="*/ 467 h 926"/>
                <a:gd name="T28" fmla="*/ 143 w 784"/>
                <a:gd name="T29" fmla="*/ 516 h 926"/>
                <a:gd name="T30" fmla="*/ 133 w 784"/>
                <a:gd name="T31" fmla="*/ 558 h 926"/>
                <a:gd name="T32" fmla="*/ 119 w 784"/>
                <a:gd name="T33" fmla="*/ 594 h 926"/>
                <a:gd name="T34" fmla="*/ 99 w 784"/>
                <a:gd name="T35" fmla="*/ 621 h 926"/>
                <a:gd name="T36" fmla="*/ 76 w 784"/>
                <a:gd name="T37" fmla="*/ 644 h 926"/>
                <a:gd name="T38" fmla="*/ 52 w 784"/>
                <a:gd name="T39" fmla="*/ 660 h 926"/>
                <a:gd name="T40" fmla="*/ 26 w 784"/>
                <a:gd name="T41" fmla="*/ 673 h 926"/>
                <a:gd name="T42" fmla="*/ 83 w 784"/>
                <a:gd name="T43" fmla="*/ 926 h 926"/>
                <a:gd name="T44" fmla="*/ 112 w 784"/>
                <a:gd name="T45" fmla="*/ 918 h 926"/>
                <a:gd name="T46" fmla="*/ 164 w 784"/>
                <a:gd name="T47" fmla="*/ 900 h 926"/>
                <a:gd name="T48" fmla="*/ 210 w 784"/>
                <a:gd name="T49" fmla="*/ 878 h 926"/>
                <a:gd name="T50" fmla="*/ 249 w 784"/>
                <a:gd name="T51" fmla="*/ 848 h 926"/>
                <a:gd name="T52" fmla="*/ 281 w 784"/>
                <a:gd name="T53" fmla="*/ 818 h 926"/>
                <a:gd name="T54" fmla="*/ 309 w 784"/>
                <a:gd name="T55" fmla="*/ 784 h 926"/>
                <a:gd name="T56" fmla="*/ 330 w 784"/>
                <a:gd name="T57" fmla="*/ 749 h 926"/>
                <a:gd name="T58" fmla="*/ 354 w 784"/>
                <a:gd name="T59" fmla="*/ 696 h 926"/>
                <a:gd name="T60" fmla="*/ 375 w 784"/>
                <a:gd name="T61" fmla="*/ 626 h 926"/>
                <a:gd name="T62" fmla="*/ 383 w 784"/>
                <a:gd name="T63" fmla="*/ 568 h 926"/>
                <a:gd name="T64" fmla="*/ 385 w 784"/>
                <a:gd name="T65" fmla="*/ 529 h 926"/>
                <a:gd name="T66" fmla="*/ 385 w 784"/>
                <a:gd name="T67" fmla="*/ 513 h 926"/>
                <a:gd name="T68" fmla="*/ 385 w 784"/>
                <a:gd name="T69" fmla="*/ 465 h 926"/>
                <a:gd name="T70" fmla="*/ 390 w 784"/>
                <a:gd name="T71" fmla="*/ 425 h 926"/>
                <a:gd name="T72" fmla="*/ 399 w 784"/>
                <a:gd name="T73" fmla="*/ 389 h 926"/>
                <a:gd name="T74" fmla="*/ 412 w 784"/>
                <a:gd name="T75" fmla="*/ 358 h 926"/>
                <a:gd name="T76" fmla="*/ 430 w 784"/>
                <a:gd name="T77" fmla="*/ 332 h 926"/>
                <a:gd name="T78" fmla="*/ 450 w 784"/>
                <a:gd name="T79" fmla="*/ 311 h 926"/>
                <a:gd name="T80" fmla="*/ 492 w 784"/>
                <a:gd name="T81" fmla="*/ 279 h 926"/>
                <a:gd name="T82" fmla="*/ 536 w 784"/>
                <a:gd name="T83" fmla="*/ 259 h 926"/>
                <a:gd name="T84" fmla="*/ 575 w 784"/>
                <a:gd name="T85" fmla="*/ 250 h 926"/>
                <a:gd name="T86" fmla="*/ 614 w 784"/>
                <a:gd name="T87" fmla="*/ 245 h 926"/>
                <a:gd name="T88" fmla="*/ 630 w 784"/>
                <a:gd name="T89" fmla="*/ 243 h 926"/>
                <a:gd name="T90" fmla="*/ 659 w 784"/>
                <a:gd name="T91" fmla="*/ 245 h 926"/>
                <a:gd name="T92" fmla="*/ 685 w 784"/>
                <a:gd name="T93" fmla="*/ 250 h 926"/>
                <a:gd name="T94" fmla="*/ 719 w 784"/>
                <a:gd name="T95" fmla="*/ 264 h 926"/>
                <a:gd name="T96" fmla="*/ 784 w 784"/>
                <a:gd name="T97" fmla="*/ 24 h 926"/>
                <a:gd name="T98" fmla="*/ 716 w 784"/>
                <a:gd name="T99" fmla="*/ 8 h 926"/>
                <a:gd name="T100" fmla="*/ 659 w 784"/>
                <a:gd name="T101" fmla="*/ 1 h 926"/>
                <a:gd name="T102" fmla="*/ 606 w 784"/>
                <a:gd name="T103" fmla="*/ 0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4" h="926">
                  <a:moveTo>
                    <a:pt x="606" y="0"/>
                  </a:moveTo>
                  <a:lnTo>
                    <a:pt x="606" y="0"/>
                  </a:lnTo>
                  <a:lnTo>
                    <a:pt x="560" y="0"/>
                  </a:lnTo>
                  <a:lnTo>
                    <a:pt x="516" y="4"/>
                  </a:lnTo>
                  <a:lnTo>
                    <a:pt x="476" y="9"/>
                  </a:lnTo>
                  <a:lnTo>
                    <a:pt x="438" y="17"/>
                  </a:lnTo>
                  <a:lnTo>
                    <a:pt x="404" y="29"/>
                  </a:lnTo>
                  <a:lnTo>
                    <a:pt x="373" y="42"/>
                  </a:lnTo>
                  <a:lnTo>
                    <a:pt x="344" y="55"/>
                  </a:lnTo>
                  <a:lnTo>
                    <a:pt x="318" y="71"/>
                  </a:lnTo>
                  <a:lnTo>
                    <a:pt x="294" y="87"/>
                  </a:lnTo>
                  <a:lnTo>
                    <a:pt x="271" y="107"/>
                  </a:lnTo>
                  <a:lnTo>
                    <a:pt x="252" y="125"/>
                  </a:lnTo>
                  <a:lnTo>
                    <a:pt x="236" y="146"/>
                  </a:lnTo>
                  <a:lnTo>
                    <a:pt x="219" y="167"/>
                  </a:lnTo>
                  <a:lnTo>
                    <a:pt x="206" y="188"/>
                  </a:lnTo>
                  <a:lnTo>
                    <a:pt x="193" y="209"/>
                  </a:lnTo>
                  <a:lnTo>
                    <a:pt x="184" y="232"/>
                  </a:lnTo>
                  <a:lnTo>
                    <a:pt x="175" y="253"/>
                  </a:lnTo>
                  <a:lnTo>
                    <a:pt x="167" y="276"/>
                  </a:lnTo>
                  <a:lnTo>
                    <a:pt x="161" y="297"/>
                  </a:lnTo>
                  <a:lnTo>
                    <a:pt x="156" y="318"/>
                  </a:lnTo>
                  <a:lnTo>
                    <a:pt x="149" y="357"/>
                  </a:lnTo>
                  <a:lnTo>
                    <a:pt x="146" y="392"/>
                  </a:lnTo>
                  <a:lnTo>
                    <a:pt x="145" y="423"/>
                  </a:lnTo>
                  <a:lnTo>
                    <a:pt x="145" y="446"/>
                  </a:lnTo>
                  <a:lnTo>
                    <a:pt x="146" y="467"/>
                  </a:lnTo>
                  <a:lnTo>
                    <a:pt x="146" y="467"/>
                  </a:lnTo>
                  <a:lnTo>
                    <a:pt x="146" y="493"/>
                  </a:lnTo>
                  <a:lnTo>
                    <a:pt x="143" y="516"/>
                  </a:lnTo>
                  <a:lnTo>
                    <a:pt x="140" y="538"/>
                  </a:lnTo>
                  <a:lnTo>
                    <a:pt x="133" y="558"/>
                  </a:lnTo>
                  <a:lnTo>
                    <a:pt x="127" y="576"/>
                  </a:lnTo>
                  <a:lnTo>
                    <a:pt x="119" y="594"/>
                  </a:lnTo>
                  <a:lnTo>
                    <a:pt x="109" y="608"/>
                  </a:lnTo>
                  <a:lnTo>
                    <a:pt x="99" y="621"/>
                  </a:lnTo>
                  <a:lnTo>
                    <a:pt x="88" y="633"/>
                  </a:lnTo>
                  <a:lnTo>
                    <a:pt x="76" y="644"/>
                  </a:lnTo>
                  <a:lnTo>
                    <a:pt x="63" y="654"/>
                  </a:lnTo>
                  <a:lnTo>
                    <a:pt x="52" y="660"/>
                  </a:lnTo>
                  <a:lnTo>
                    <a:pt x="39" y="668"/>
                  </a:lnTo>
                  <a:lnTo>
                    <a:pt x="26" y="673"/>
                  </a:lnTo>
                  <a:lnTo>
                    <a:pt x="0" y="683"/>
                  </a:lnTo>
                  <a:lnTo>
                    <a:pt x="83" y="926"/>
                  </a:lnTo>
                  <a:lnTo>
                    <a:pt x="83" y="926"/>
                  </a:lnTo>
                  <a:lnTo>
                    <a:pt x="112" y="918"/>
                  </a:lnTo>
                  <a:lnTo>
                    <a:pt x="138" y="910"/>
                  </a:lnTo>
                  <a:lnTo>
                    <a:pt x="164" y="900"/>
                  </a:lnTo>
                  <a:lnTo>
                    <a:pt x="188" y="889"/>
                  </a:lnTo>
                  <a:lnTo>
                    <a:pt x="210" y="878"/>
                  </a:lnTo>
                  <a:lnTo>
                    <a:pt x="231" y="863"/>
                  </a:lnTo>
                  <a:lnTo>
                    <a:pt x="249" y="848"/>
                  </a:lnTo>
                  <a:lnTo>
                    <a:pt x="266" y="834"/>
                  </a:lnTo>
                  <a:lnTo>
                    <a:pt x="281" y="818"/>
                  </a:lnTo>
                  <a:lnTo>
                    <a:pt x="296" y="801"/>
                  </a:lnTo>
                  <a:lnTo>
                    <a:pt x="309" y="784"/>
                  </a:lnTo>
                  <a:lnTo>
                    <a:pt x="320" y="767"/>
                  </a:lnTo>
                  <a:lnTo>
                    <a:pt x="330" y="749"/>
                  </a:lnTo>
                  <a:lnTo>
                    <a:pt x="339" y="732"/>
                  </a:lnTo>
                  <a:lnTo>
                    <a:pt x="354" y="696"/>
                  </a:lnTo>
                  <a:lnTo>
                    <a:pt x="365" y="660"/>
                  </a:lnTo>
                  <a:lnTo>
                    <a:pt x="375" y="626"/>
                  </a:lnTo>
                  <a:lnTo>
                    <a:pt x="380" y="595"/>
                  </a:lnTo>
                  <a:lnTo>
                    <a:pt x="383" y="568"/>
                  </a:lnTo>
                  <a:lnTo>
                    <a:pt x="385" y="545"/>
                  </a:lnTo>
                  <a:lnTo>
                    <a:pt x="385" y="529"/>
                  </a:lnTo>
                  <a:lnTo>
                    <a:pt x="385" y="513"/>
                  </a:lnTo>
                  <a:lnTo>
                    <a:pt x="385" y="513"/>
                  </a:lnTo>
                  <a:lnTo>
                    <a:pt x="385" y="488"/>
                  </a:lnTo>
                  <a:lnTo>
                    <a:pt x="385" y="465"/>
                  </a:lnTo>
                  <a:lnTo>
                    <a:pt x="386" y="444"/>
                  </a:lnTo>
                  <a:lnTo>
                    <a:pt x="390" y="425"/>
                  </a:lnTo>
                  <a:lnTo>
                    <a:pt x="395" y="407"/>
                  </a:lnTo>
                  <a:lnTo>
                    <a:pt x="399" y="389"/>
                  </a:lnTo>
                  <a:lnTo>
                    <a:pt x="406" y="373"/>
                  </a:lnTo>
                  <a:lnTo>
                    <a:pt x="412" y="358"/>
                  </a:lnTo>
                  <a:lnTo>
                    <a:pt x="421" y="345"/>
                  </a:lnTo>
                  <a:lnTo>
                    <a:pt x="430" y="332"/>
                  </a:lnTo>
                  <a:lnTo>
                    <a:pt x="440" y="321"/>
                  </a:lnTo>
                  <a:lnTo>
                    <a:pt x="450" y="311"/>
                  </a:lnTo>
                  <a:lnTo>
                    <a:pt x="471" y="293"/>
                  </a:lnTo>
                  <a:lnTo>
                    <a:pt x="492" y="279"/>
                  </a:lnTo>
                  <a:lnTo>
                    <a:pt x="515" y="267"/>
                  </a:lnTo>
                  <a:lnTo>
                    <a:pt x="536" y="259"/>
                  </a:lnTo>
                  <a:lnTo>
                    <a:pt x="557" y="253"/>
                  </a:lnTo>
                  <a:lnTo>
                    <a:pt x="575" y="250"/>
                  </a:lnTo>
                  <a:lnTo>
                    <a:pt x="602" y="245"/>
                  </a:lnTo>
                  <a:lnTo>
                    <a:pt x="614" y="245"/>
                  </a:lnTo>
                  <a:lnTo>
                    <a:pt x="614" y="245"/>
                  </a:lnTo>
                  <a:lnTo>
                    <a:pt x="630" y="243"/>
                  </a:lnTo>
                  <a:lnTo>
                    <a:pt x="645" y="243"/>
                  </a:lnTo>
                  <a:lnTo>
                    <a:pt x="659" y="245"/>
                  </a:lnTo>
                  <a:lnTo>
                    <a:pt x="672" y="246"/>
                  </a:lnTo>
                  <a:lnTo>
                    <a:pt x="685" y="250"/>
                  </a:lnTo>
                  <a:lnTo>
                    <a:pt x="696" y="254"/>
                  </a:lnTo>
                  <a:lnTo>
                    <a:pt x="719" y="264"/>
                  </a:lnTo>
                  <a:lnTo>
                    <a:pt x="784" y="24"/>
                  </a:lnTo>
                  <a:lnTo>
                    <a:pt x="784" y="24"/>
                  </a:lnTo>
                  <a:lnTo>
                    <a:pt x="748" y="16"/>
                  </a:lnTo>
                  <a:lnTo>
                    <a:pt x="716" y="8"/>
                  </a:lnTo>
                  <a:lnTo>
                    <a:pt x="685" y="3"/>
                  </a:lnTo>
                  <a:lnTo>
                    <a:pt x="659" y="1"/>
                  </a:lnTo>
                  <a:lnTo>
                    <a:pt x="620" y="0"/>
                  </a:lnTo>
                  <a:lnTo>
                    <a:pt x="606" y="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7" name="Freeform: Shape 4"/>
            <p:cNvSpPr/>
            <p:nvPr/>
          </p:nvSpPr>
          <p:spPr bwMode="auto">
            <a:xfrm>
              <a:off x="3606678" y="2060575"/>
              <a:ext cx="1473308" cy="1314222"/>
            </a:xfrm>
            <a:custGeom>
              <a:avLst/>
              <a:gdLst>
                <a:gd name="T0" fmla="*/ 591 w 1028"/>
                <a:gd name="T1" fmla="*/ 670 h 917"/>
                <a:gd name="T2" fmla="*/ 550 w 1028"/>
                <a:gd name="T3" fmla="*/ 669 h 917"/>
                <a:gd name="T4" fmla="*/ 515 w 1028"/>
                <a:gd name="T5" fmla="*/ 664 h 917"/>
                <a:gd name="T6" fmla="*/ 484 w 1028"/>
                <a:gd name="T7" fmla="*/ 656 h 917"/>
                <a:gd name="T8" fmla="*/ 458 w 1028"/>
                <a:gd name="T9" fmla="*/ 644 h 917"/>
                <a:gd name="T10" fmla="*/ 435 w 1028"/>
                <a:gd name="T11" fmla="*/ 630 h 917"/>
                <a:gd name="T12" fmla="*/ 401 w 1028"/>
                <a:gd name="T13" fmla="*/ 596 h 917"/>
                <a:gd name="T14" fmla="*/ 378 w 1028"/>
                <a:gd name="T15" fmla="*/ 560 h 917"/>
                <a:gd name="T16" fmla="*/ 367 w 1028"/>
                <a:gd name="T17" fmla="*/ 523 h 917"/>
                <a:gd name="T18" fmla="*/ 361 w 1028"/>
                <a:gd name="T19" fmla="*/ 477 h 917"/>
                <a:gd name="T20" fmla="*/ 361 w 1028"/>
                <a:gd name="T21" fmla="*/ 461 h 917"/>
                <a:gd name="T22" fmla="*/ 356 w 1028"/>
                <a:gd name="T23" fmla="*/ 393 h 917"/>
                <a:gd name="T24" fmla="*/ 351 w 1028"/>
                <a:gd name="T25" fmla="*/ 346 h 917"/>
                <a:gd name="T26" fmla="*/ 336 w 1028"/>
                <a:gd name="T27" fmla="*/ 271 h 917"/>
                <a:gd name="T28" fmla="*/ 312 w 1028"/>
                <a:gd name="T29" fmla="*/ 206 h 917"/>
                <a:gd name="T30" fmla="*/ 281 w 1028"/>
                <a:gd name="T31" fmla="*/ 151 h 917"/>
                <a:gd name="T32" fmla="*/ 244 w 1028"/>
                <a:gd name="T33" fmla="*/ 105 h 917"/>
                <a:gd name="T34" fmla="*/ 201 w 1028"/>
                <a:gd name="T35" fmla="*/ 70 h 917"/>
                <a:gd name="T36" fmla="*/ 156 w 1028"/>
                <a:gd name="T37" fmla="*/ 41 h 917"/>
                <a:gd name="T38" fmla="*/ 111 w 1028"/>
                <a:gd name="T39" fmla="*/ 18 h 917"/>
                <a:gd name="T40" fmla="*/ 65 w 1028"/>
                <a:gd name="T41" fmla="*/ 0 h 917"/>
                <a:gd name="T42" fmla="*/ 0 w 1028"/>
                <a:gd name="T43" fmla="*/ 240 h 917"/>
                <a:gd name="T44" fmla="*/ 23 w 1028"/>
                <a:gd name="T45" fmla="*/ 255 h 917"/>
                <a:gd name="T46" fmla="*/ 41 w 1028"/>
                <a:gd name="T47" fmla="*/ 271 h 917"/>
                <a:gd name="T48" fmla="*/ 72 w 1028"/>
                <a:gd name="T49" fmla="*/ 313 h 917"/>
                <a:gd name="T50" fmla="*/ 93 w 1028"/>
                <a:gd name="T51" fmla="*/ 360 h 917"/>
                <a:gd name="T52" fmla="*/ 106 w 1028"/>
                <a:gd name="T53" fmla="*/ 407 h 917"/>
                <a:gd name="T54" fmla="*/ 114 w 1028"/>
                <a:gd name="T55" fmla="*/ 451 h 917"/>
                <a:gd name="T56" fmla="*/ 117 w 1028"/>
                <a:gd name="T57" fmla="*/ 514 h 917"/>
                <a:gd name="T58" fmla="*/ 117 w 1028"/>
                <a:gd name="T59" fmla="*/ 524 h 917"/>
                <a:gd name="T60" fmla="*/ 127 w 1028"/>
                <a:gd name="T61" fmla="*/ 599 h 917"/>
                <a:gd name="T62" fmla="*/ 145 w 1028"/>
                <a:gd name="T63" fmla="*/ 662 h 917"/>
                <a:gd name="T64" fmla="*/ 171 w 1028"/>
                <a:gd name="T65" fmla="*/ 719 h 917"/>
                <a:gd name="T66" fmla="*/ 201 w 1028"/>
                <a:gd name="T67" fmla="*/ 764 h 917"/>
                <a:gd name="T68" fmla="*/ 239 w 1028"/>
                <a:gd name="T69" fmla="*/ 803 h 917"/>
                <a:gd name="T70" fmla="*/ 278 w 1028"/>
                <a:gd name="T71" fmla="*/ 836 h 917"/>
                <a:gd name="T72" fmla="*/ 320 w 1028"/>
                <a:gd name="T73" fmla="*/ 860 h 917"/>
                <a:gd name="T74" fmla="*/ 364 w 1028"/>
                <a:gd name="T75" fmla="*/ 880 h 917"/>
                <a:gd name="T76" fmla="*/ 406 w 1028"/>
                <a:gd name="T77" fmla="*/ 894 h 917"/>
                <a:gd name="T78" fmla="*/ 487 w 1028"/>
                <a:gd name="T79" fmla="*/ 911 h 917"/>
                <a:gd name="T80" fmla="*/ 550 w 1028"/>
                <a:gd name="T81" fmla="*/ 917 h 917"/>
                <a:gd name="T82" fmla="*/ 591 w 1028"/>
                <a:gd name="T83" fmla="*/ 917 h 917"/>
                <a:gd name="T84" fmla="*/ 606 w 1028"/>
                <a:gd name="T85" fmla="*/ 917 h 917"/>
                <a:gd name="T86" fmla="*/ 669 w 1028"/>
                <a:gd name="T87" fmla="*/ 914 h 917"/>
                <a:gd name="T88" fmla="*/ 732 w 1028"/>
                <a:gd name="T89" fmla="*/ 906 h 917"/>
                <a:gd name="T90" fmla="*/ 802 w 1028"/>
                <a:gd name="T91" fmla="*/ 886 h 917"/>
                <a:gd name="T92" fmla="*/ 857 w 1028"/>
                <a:gd name="T93" fmla="*/ 863 h 917"/>
                <a:gd name="T94" fmla="*/ 895 w 1028"/>
                <a:gd name="T95" fmla="*/ 842 h 917"/>
                <a:gd name="T96" fmla="*/ 929 w 1028"/>
                <a:gd name="T97" fmla="*/ 818 h 917"/>
                <a:gd name="T98" fmla="*/ 961 w 1028"/>
                <a:gd name="T99" fmla="*/ 787 h 917"/>
                <a:gd name="T100" fmla="*/ 990 w 1028"/>
                <a:gd name="T101" fmla="*/ 753 h 917"/>
                <a:gd name="T102" fmla="*/ 1016 w 1028"/>
                <a:gd name="T103" fmla="*/ 711 h 917"/>
                <a:gd name="T104" fmla="*/ 810 w 1028"/>
                <a:gd name="T105" fmla="*/ 544 h 917"/>
                <a:gd name="T106" fmla="*/ 800 w 1028"/>
                <a:gd name="T107" fmla="*/ 566 h 917"/>
                <a:gd name="T108" fmla="*/ 787 w 1028"/>
                <a:gd name="T109" fmla="*/ 589 h 917"/>
                <a:gd name="T110" fmla="*/ 770 w 1028"/>
                <a:gd name="T111" fmla="*/ 612 h 917"/>
                <a:gd name="T112" fmla="*/ 745 w 1028"/>
                <a:gd name="T113" fmla="*/ 631 h 917"/>
                <a:gd name="T114" fmla="*/ 718 w 1028"/>
                <a:gd name="T115" fmla="*/ 648 h 917"/>
                <a:gd name="T116" fmla="*/ 682 w 1028"/>
                <a:gd name="T117" fmla="*/ 661 h 917"/>
                <a:gd name="T118" fmla="*/ 641 w 1028"/>
                <a:gd name="T119" fmla="*/ 669 h 917"/>
                <a:gd name="T120" fmla="*/ 591 w 1028"/>
                <a:gd name="T121" fmla="*/ 67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28" h="917">
                  <a:moveTo>
                    <a:pt x="591" y="670"/>
                  </a:moveTo>
                  <a:lnTo>
                    <a:pt x="591" y="670"/>
                  </a:lnTo>
                  <a:lnTo>
                    <a:pt x="570" y="670"/>
                  </a:lnTo>
                  <a:lnTo>
                    <a:pt x="550" y="669"/>
                  </a:lnTo>
                  <a:lnTo>
                    <a:pt x="533" y="667"/>
                  </a:lnTo>
                  <a:lnTo>
                    <a:pt x="515" y="664"/>
                  </a:lnTo>
                  <a:lnTo>
                    <a:pt x="498" y="661"/>
                  </a:lnTo>
                  <a:lnTo>
                    <a:pt x="484" y="656"/>
                  </a:lnTo>
                  <a:lnTo>
                    <a:pt x="471" y="649"/>
                  </a:lnTo>
                  <a:lnTo>
                    <a:pt x="458" y="644"/>
                  </a:lnTo>
                  <a:lnTo>
                    <a:pt x="447" y="638"/>
                  </a:lnTo>
                  <a:lnTo>
                    <a:pt x="435" y="630"/>
                  </a:lnTo>
                  <a:lnTo>
                    <a:pt x="416" y="613"/>
                  </a:lnTo>
                  <a:lnTo>
                    <a:pt x="401" y="596"/>
                  </a:lnTo>
                  <a:lnTo>
                    <a:pt x="388" y="578"/>
                  </a:lnTo>
                  <a:lnTo>
                    <a:pt x="378" y="560"/>
                  </a:lnTo>
                  <a:lnTo>
                    <a:pt x="372" y="540"/>
                  </a:lnTo>
                  <a:lnTo>
                    <a:pt x="367" y="523"/>
                  </a:lnTo>
                  <a:lnTo>
                    <a:pt x="362" y="506"/>
                  </a:lnTo>
                  <a:lnTo>
                    <a:pt x="361" y="477"/>
                  </a:lnTo>
                  <a:lnTo>
                    <a:pt x="361" y="461"/>
                  </a:lnTo>
                  <a:lnTo>
                    <a:pt x="361" y="461"/>
                  </a:lnTo>
                  <a:lnTo>
                    <a:pt x="359" y="432"/>
                  </a:lnTo>
                  <a:lnTo>
                    <a:pt x="356" y="393"/>
                  </a:lnTo>
                  <a:lnTo>
                    <a:pt x="351" y="346"/>
                  </a:lnTo>
                  <a:lnTo>
                    <a:pt x="351" y="346"/>
                  </a:lnTo>
                  <a:lnTo>
                    <a:pt x="344" y="307"/>
                  </a:lnTo>
                  <a:lnTo>
                    <a:pt x="336" y="271"/>
                  </a:lnTo>
                  <a:lnTo>
                    <a:pt x="325" y="237"/>
                  </a:lnTo>
                  <a:lnTo>
                    <a:pt x="312" y="206"/>
                  </a:lnTo>
                  <a:lnTo>
                    <a:pt x="297" y="177"/>
                  </a:lnTo>
                  <a:lnTo>
                    <a:pt x="281" y="151"/>
                  </a:lnTo>
                  <a:lnTo>
                    <a:pt x="263" y="127"/>
                  </a:lnTo>
                  <a:lnTo>
                    <a:pt x="244" y="105"/>
                  </a:lnTo>
                  <a:lnTo>
                    <a:pt x="223" y="86"/>
                  </a:lnTo>
                  <a:lnTo>
                    <a:pt x="201" y="70"/>
                  </a:lnTo>
                  <a:lnTo>
                    <a:pt x="179" y="54"/>
                  </a:lnTo>
                  <a:lnTo>
                    <a:pt x="156" y="41"/>
                  </a:lnTo>
                  <a:lnTo>
                    <a:pt x="133" y="28"/>
                  </a:lnTo>
                  <a:lnTo>
                    <a:pt x="111" y="18"/>
                  </a:lnTo>
                  <a:lnTo>
                    <a:pt x="88" y="8"/>
                  </a:lnTo>
                  <a:lnTo>
                    <a:pt x="65" y="0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12" y="247"/>
                  </a:lnTo>
                  <a:lnTo>
                    <a:pt x="23" y="255"/>
                  </a:lnTo>
                  <a:lnTo>
                    <a:pt x="33" y="263"/>
                  </a:lnTo>
                  <a:lnTo>
                    <a:pt x="41" y="271"/>
                  </a:lnTo>
                  <a:lnTo>
                    <a:pt x="57" y="290"/>
                  </a:lnTo>
                  <a:lnTo>
                    <a:pt x="72" y="313"/>
                  </a:lnTo>
                  <a:lnTo>
                    <a:pt x="83" y="336"/>
                  </a:lnTo>
                  <a:lnTo>
                    <a:pt x="93" y="360"/>
                  </a:lnTo>
                  <a:lnTo>
                    <a:pt x="99" y="383"/>
                  </a:lnTo>
                  <a:lnTo>
                    <a:pt x="106" y="407"/>
                  </a:lnTo>
                  <a:lnTo>
                    <a:pt x="111" y="430"/>
                  </a:lnTo>
                  <a:lnTo>
                    <a:pt x="114" y="451"/>
                  </a:lnTo>
                  <a:lnTo>
                    <a:pt x="117" y="489"/>
                  </a:lnTo>
                  <a:lnTo>
                    <a:pt x="117" y="514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20" y="562"/>
                  </a:lnTo>
                  <a:lnTo>
                    <a:pt x="127" y="599"/>
                  </a:lnTo>
                  <a:lnTo>
                    <a:pt x="135" y="631"/>
                  </a:lnTo>
                  <a:lnTo>
                    <a:pt x="145" y="662"/>
                  </a:lnTo>
                  <a:lnTo>
                    <a:pt x="156" y="691"/>
                  </a:lnTo>
                  <a:lnTo>
                    <a:pt x="171" y="719"/>
                  </a:lnTo>
                  <a:lnTo>
                    <a:pt x="185" y="743"/>
                  </a:lnTo>
                  <a:lnTo>
                    <a:pt x="201" y="764"/>
                  </a:lnTo>
                  <a:lnTo>
                    <a:pt x="219" y="786"/>
                  </a:lnTo>
                  <a:lnTo>
                    <a:pt x="239" y="803"/>
                  </a:lnTo>
                  <a:lnTo>
                    <a:pt x="258" y="820"/>
                  </a:lnTo>
                  <a:lnTo>
                    <a:pt x="278" y="836"/>
                  </a:lnTo>
                  <a:lnTo>
                    <a:pt x="299" y="849"/>
                  </a:lnTo>
                  <a:lnTo>
                    <a:pt x="320" y="860"/>
                  </a:lnTo>
                  <a:lnTo>
                    <a:pt x="343" y="872"/>
                  </a:lnTo>
                  <a:lnTo>
                    <a:pt x="364" y="880"/>
                  </a:lnTo>
                  <a:lnTo>
                    <a:pt x="385" y="888"/>
                  </a:lnTo>
                  <a:lnTo>
                    <a:pt x="406" y="894"/>
                  </a:lnTo>
                  <a:lnTo>
                    <a:pt x="448" y="904"/>
                  </a:lnTo>
                  <a:lnTo>
                    <a:pt x="487" y="911"/>
                  </a:lnTo>
                  <a:lnTo>
                    <a:pt x="521" y="915"/>
                  </a:lnTo>
                  <a:lnTo>
                    <a:pt x="550" y="917"/>
                  </a:lnTo>
                  <a:lnTo>
                    <a:pt x="572" y="917"/>
                  </a:lnTo>
                  <a:lnTo>
                    <a:pt x="591" y="917"/>
                  </a:lnTo>
                  <a:lnTo>
                    <a:pt x="591" y="917"/>
                  </a:lnTo>
                  <a:lnTo>
                    <a:pt x="606" y="917"/>
                  </a:lnTo>
                  <a:lnTo>
                    <a:pt x="643" y="917"/>
                  </a:lnTo>
                  <a:lnTo>
                    <a:pt x="669" y="914"/>
                  </a:lnTo>
                  <a:lnTo>
                    <a:pt x="700" y="911"/>
                  </a:lnTo>
                  <a:lnTo>
                    <a:pt x="732" y="906"/>
                  </a:lnTo>
                  <a:lnTo>
                    <a:pt x="766" y="898"/>
                  </a:lnTo>
                  <a:lnTo>
                    <a:pt x="802" y="886"/>
                  </a:lnTo>
                  <a:lnTo>
                    <a:pt x="839" y="872"/>
                  </a:lnTo>
                  <a:lnTo>
                    <a:pt x="857" y="863"/>
                  </a:lnTo>
                  <a:lnTo>
                    <a:pt x="875" y="854"/>
                  </a:lnTo>
                  <a:lnTo>
                    <a:pt x="895" y="842"/>
                  </a:lnTo>
                  <a:lnTo>
                    <a:pt x="911" y="831"/>
                  </a:lnTo>
                  <a:lnTo>
                    <a:pt x="929" y="818"/>
                  </a:lnTo>
                  <a:lnTo>
                    <a:pt x="945" y="803"/>
                  </a:lnTo>
                  <a:lnTo>
                    <a:pt x="961" y="787"/>
                  </a:lnTo>
                  <a:lnTo>
                    <a:pt x="976" y="771"/>
                  </a:lnTo>
                  <a:lnTo>
                    <a:pt x="990" y="753"/>
                  </a:lnTo>
                  <a:lnTo>
                    <a:pt x="1003" y="732"/>
                  </a:lnTo>
                  <a:lnTo>
                    <a:pt x="1016" y="711"/>
                  </a:lnTo>
                  <a:lnTo>
                    <a:pt x="1028" y="688"/>
                  </a:lnTo>
                  <a:lnTo>
                    <a:pt x="810" y="544"/>
                  </a:lnTo>
                  <a:lnTo>
                    <a:pt x="810" y="544"/>
                  </a:lnTo>
                  <a:lnTo>
                    <a:pt x="800" y="566"/>
                  </a:lnTo>
                  <a:lnTo>
                    <a:pt x="794" y="578"/>
                  </a:lnTo>
                  <a:lnTo>
                    <a:pt x="787" y="589"/>
                  </a:lnTo>
                  <a:lnTo>
                    <a:pt x="778" y="600"/>
                  </a:lnTo>
                  <a:lnTo>
                    <a:pt x="770" y="612"/>
                  </a:lnTo>
                  <a:lnTo>
                    <a:pt x="758" y="622"/>
                  </a:lnTo>
                  <a:lnTo>
                    <a:pt x="745" y="631"/>
                  </a:lnTo>
                  <a:lnTo>
                    <a:pt x="732" y="639"/>
                  </a:lnTo>
                  <a:lnTo>
                    <a:pt x="718" y="648"/>
                  </a:lnTo>
                  <a:lnTo>
                    <a:pt x="701" y="654"/>
                  </a:lnTo>
                  <a:lnTo>
                    <a:pt x="682" y="661"/>
                  </a:lnTo>
                  <a:lnTo>
                    <a:pt x="662" y="665"/>
                  </a:lnTo>
                  <a:lnTo>
                    <a:pt x="641" y="669"/>
                  </a:lnTo>
                  <a:lnTo>
                    <a:pt x="617" y="670"/>
                  </a:lnTo>
                  <a:lnTo>
                    <a:pt x="591" y="670"/>
                  </a:lnTo>
                  <a:lnTo>
                    <a:pt x="591" y="67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Freeform: Shape 5"/>
            <p:cNvSpPr/>
            <p:nvPr/>
          </p:nvSpPr>
          <p:spPr bwMode="auto">
            <a:xfrm>
              <a:off x="4767553" y="2026180"/>
              <a:ext cx="1589396" cy="1329986"/>
            </a:xfrm>
            <a:custGeom>
              <a:avLst/>
              <a:gdLst>
                <a:gd name="T0" fmla="*/ 946 w 1109"/>
                <a:gd name="T1" fmla="*/ 446 h 928"/>
                <a:gd name="T2" fmla="*/ 942 w 1109"/>
                <a:gd name="T3" fmla="*/ 357 h 928"/>
                <a:gd name="T4" fmla="*/ 924 w 1109"/>
                <a:gd name="T5" fmla="*/ 276 h 928"/>
                <a:gd name="T6" fmla="*/ 898 w 1109"/>
                <a:gd name="T7" fmla="*/ 209 h 928"/>
                <a:gd name="T8" fmla="*/ 857 w 1109"/>
                <a:gd name="T9" fmla="*/ 146 h 928"/>
                <a:gd name="T10" fmla="*/ 799 w 1109"/>
                <a:gd name="T11" fmla="*/ 87 h 928"/>
                <a:gd name="T12" fmla="*/ 719 w 1109"/>
                <a:gd name="T13" fmla="*/ 42 h 928"/>
                <a:gd name="T14" fmla="*/ 615 w 1109"/>
                <a:gd name="T15" fmla="*/ 9 h 928"/>
                <a:gd name="T16" fmla="*/ 485 w 1109"/>
                <a:gd name="T17" fmla="*/ 0 h 928"/>
                <a:gd name="T18" fmla="*/ 446 w 1109"/>
                <a:gd name="T19" fmla="*/ 0 h 928"/>
                <a:gd name="T20" fmla="*/ 351 w 1109"/>
                <a:gd name="T21" fmla="*/ 13 h 928"/>
                <a:gd name="T22" fmla="*/ 250 w 1109"/>
                <a:gd name="T23" fmla="*/ 47 h 928"/>
                <a:gd name="T24" fmla="*/ 188 w 1109"/>
                <a:gd name="T25" fmla="*/ 81 h 928"/>
                <a:gd name="T26" fmla="*/ 132 w 1109"/>
                <a:gd name="T27" fmla="*/ 128 h 928"/>
                <a:gd name="T28" fmla="*/ 81 w 1109"/>
                <a:gd name="T29" fmla="*/ 191 h 928"/>
                <a:gd name="T30" fmla="*/ 44 w 1109"/>
                <a:gd name="T31" fmla="*/ 271 h 928"/>
                <a:gd name="T32" fmla="*/ 21 w 1109"/>
                <a:gd name="T33" fmla="*/ 370 h 928"/>
                <a:gd name="T34" fmla="*/ 13 w 1109"/>
                <a:gd name="T35" fmla="*/ 456 h 928"/>
                <a:gd name="T36" fmla="*/ 13 w 1109"/>
                <a:gd name="T37" fmla="*/ 496 h 928"/>
                <a:gd name="T38" fmla="*/ 0 w 1109"/>
                <a:gd name="T39" fmla="*/ 568 h 928"/>
                <a:gd name="T40" fmla="*/ 231 w 1109"/>
                <a:gd name="T41" fmla="*/ 676 h 928"/>
                <a:gd name="T42" fmla="*/ 247 w 1109"/>
                <a:gd name="T43" fmla="*/ 616 h 928"/>
                <a:gd name="T44" fmla="*/ 255 w 1109"/>
                <a:gd name="T45" fmla="*/ 548 h 928"/>
                <a:gd name="T46" fmla="*/ 257 w 1109"/>
                <a:gd name="T47" fmla="*/ 498 h 928"/>
                <a:gd name="T48" fmla="*/ 271 w 1109"/>
                <a:gd name="T49" fmla="*/ 417 h 928"/>
                <a:gd name="T50" fmla="*/ 305 w 1109"/>
                <a:gd name="T51" fmla="*/ 331 h 928"/>
                <a:gd name="T52" fmla="*/ 333 w 1109"/>
                <a:gd name="T53" fmla="*/ 293 h 928"/>
                <a:gd name="T54" fmla="*/ 370 w 1109"/>
                <a:gd name="T55" fmla="*/ 264 h 928"/>
                <a:gd name="T56" fmla="*/ 419 w 1109"/>
                <a:gd name="T57" fmla="*/ 248 h 928"/>
                <a:gd name="T58" fmla="*/ 479 w 1109"/>
                <a:gd name="T59" fmla="*/ 245 h 928"/>
                <a:gd name="T60" fmla="*/ 516 w 1109"/>
                <a:gd name="T61" fmla="*/ 250 h 928"/>
                <a:gd name="T62" fmla="*/ 576 w 1109"/>
                <a:gd name="T63" fmla="*/ 267 h 928"/>
                <a:gd name="T64" fmla="*/ 643 w 1109"/>
                <a:gd name="T65" fmla="*/ 311 h 928"/>
                <a:gd name="T66" fmla="*/ 670 w 1109"/>
                <a:gd name="T67" fmla="*/ 345 h 928"/>
                <a:gd name="T68" fmla="*/ 692 w 1109"/>
                <a:gd name="T69" fmla="*/ 389 h 928"/>
                <a:gd name="T70" fmla="*/ 705 w 1109"/>
                <a:gd name="T71" fmla="*/ 444 h 928"/>
                <a:gd name="T72" fmla="*/ 706 w 1109"/>
                <a:gd name="T73" fmla="*/ 513 h 928"/>
                <a:gd name="T74" fmla="*/ 706 w 1109"/>
                <a:gd name="T75" fmla="*/ 547 h 928"/>
                <a:gd name="T76" fmla="*/ 718 w 1109"/>
                <a:gd name="T77" fmla="*/ 629 h 928"/>
                <a:gd name="T78" fmla="*/ 747 w 1109"/>
                <a:gd name="T79" fmla="*/ 717 h 928"/>
                <a:gd name="T80" fmla="*/ 776 w 1109"/>
                <a:gd name="T81" fmla="*/ 772 h 928"/>
                <a:gd name="T82" fmla="*/ 817 w 1109"/>
                <a:gd name="T83" fmla="*/ 824 h 928"/>
                <a:gd name="T84" fmla="*/ 870 w 1109"/>
                <a:gd name="T85" fmla="*/ 870 h 928"/>
                <a:gd name="T86" fmla="*/ 938 w 1109"/>
                <a:gd name="T87" fmla="*/ 905 h 928"/>
                <a:gd name="T88" fmla="*/ 1024 w 1109"/>
                <a:gd name="T89" fmla="*/ 928 h 928"/>
                <a:gd name="T90" fmla="*/ 1081 w 1109"/>
                <a:gd name="T91" fmla="*/ 680 h 928"/>
                <a:gd name="T92" fmla="*/ 1039 w 1109"/>
                <a:gd name="T93" fmla="*/ 660 h 928"/>
                <a:gd name="T94" fmla="*/ 1000 w 1109"/>
                <a:gd name="T95" fmla="*/ 629 h 928"/>
                <a:gd name="T96" fmla="*/ 969 w 1109"/>
                <a:gd name="T97" fmla="*/ 584 h 928"/>
                <a:gd name="T98" fmla="*/ 950 w 1109"/>
                <a:gd name="T99" fmla="*/ 521 h 928"/>
                <a:gd name="T100" fmla="*/ 946 w 1109"/>
                <a:gd name="T101" fmla="*/ 467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09" h="928">
                  <a:moveTo>
                    <a:pt x="946" y="467"/>
                  </a:moveTo>
                  <a:lnTo>
                    <a:pt x="946" y="467"/>
                  </a:lnTo>
                  <a:lnTo>
                    <a:pt x="946" y="446"/>
                  </a:lnTo>
                  <a:lnTo>
                    <a:pt x="946" y="423"/>
                  </a:lnTo>
                  <a:lnTo>
                    <a:pt x="946" y="392"/>
                  </a:lnTo>
                  <a:lnTo>
                    <a:pt x="942" y="357"/>
                  </a:lnTo>
                  <a:lnTo>
                    <a:pt x="935" y="318"/>
                  </a:lnTo>
                  <a:lnTo>
                    <a:pt x="930" y="297"/>
                  </a:lnTo>
                  <a:lnTo>
                    <a:pt x="924" y="276"/>
                  </a:lnTo>
                  <a:lnTo>
                    <a:pt x="917" y="253"/>
                  </a:lnTo>
                  <a:lnTo>
                    <a:pt x="907" y="232"/>
                  </a:lnTo>
                  <a:lnTo>
                    <a:pt x="898" y="209"/>
                  </a:lnTo>
                  <a:lnTo>
                    <a:pt x="886" y="188"/>
                  </a:lnTo>
                  <a:lnTo>
                    <a:pt x="872" y="167"/>
                  </a:lnTo>
                  <a:lnTo>
                    <a:pt x="857" y="146"/>
                  </a:lnTo>
                  <a:lnTo>
                    <a:pt x="839" y="125"/>
                  </a:lnTo>
                  <a:lnTo>
                    <a:pt x="820" y="107"/>
                  </a:lnTo>
                  <a:lnTo>
                    <a:pt x="799" y="87"/>
                  </a:lnTo>
                  <a:lnTo>
                    <a:pt x="774" y="71"/>
                  </a:lnTo>
                  <a:lnTo>
                    <a:pt x="748" y="55"/>
                  </a:lnTo>
                  <a:lnTo>
                    <a:pt x="719" y="42"/>
                  </a:lnTo>
                  <a:lnTo>
                    <a:pt x="687" y="29"/>
                  </a:lnTo>
                  <a:lnTo>
                    <a:pt x="653" y="17"/>
                  </a:lnTo>
                  <a:lnTo>
                    <a:pt x="615" y="9"/>
                  </a:lnTo>
                  <a:lnTo>
                    <a:pt x="575" y="4"/>
                  </a:lnTo>
                  <a:lnTo>
                    <a:pt x="532" y="0"/>
                  </a:lnTo>
                  <a:lnTo>
                    <a:pt x="485" y="0"/>
                  </a:lnTo>
                  <a:lnTo>
                    <a:pt x="485" y="0"/>
                  </a:lnTo>
                  <a:lnTo>
                    <a:pt x="468" y="0"/>
                  </a:lnTo>
                  <a:lnTo>
                    <a:pt x="446" y="0"/>
                  </a:lnTo>
                  <a:lnTo>
                    <a:pt x="419" y="1"/>
                  </a:lnTo>
                  <a:lnTo>
                    <a:pt x="388" y="6"/>
                  </a:lnTo>
                  <a:lnTo>
                    <a:pt x="351" y="13"/>
                  </a:lnTo>
                  <a:lnTo>
                    <a:pt x="312" y="24"/>
                  </a:lnTo>
                  <a:lnTo>
                    <a:pt x="271" y="39"/>
                  </a:lnTo>
                  <a:lnTo>
                    <a:pt x="250" y="47"/>
                  </a:lnTo>
                  <a:lnTo>
                    <a:pt x="229" y="56"/>
                  </a:lnTo>
                  <a:lnTo>
                    <a:pt x="208" y="68"/>
                  </a:lnTo>
                  <a:lnTo>
                    <a:pt x="188" y="81"/>
                  </a:lnTo>
                  <a:lnTo>
                    <a:pt x="169" y="95"/>
                  </a:lnTo>
                  <a:lnTo>
                    <a:pt x="149" y="110"/>
                  </a:lnTo>
                  <a:lnTo>
                    <a:pt x="132" y="128"/>
                  </a:lnTo>
                  <a:lnTo>
                    <a:pt x="114" y="147"/>
                  </a:lnTo>
                  <a:lnTo>
                    <a:pt x="96" y="168"/>
                  </a:lnTo>
                  <a:lnTo>
                    <a:pt x="81" y="191"/>
                  </a:lnTo>
                  <a:lnTo>
                    <a:pt x="67" y="215"/>
                  </a:lnTo>
                  <a:lnTo>
                    <a:pt x="55" y="241"/>
                  </a:lnTo>
                  <a:lnTo>
                    <a:pt x="44" y="271"/>
                  </a:lnTo>
                  <a:lnTo>
                    <a:pt x="34" y="302"/>
                  </a:lnTo>
                  <a:lnTo>
                    <a:pt x="26" y="334"/>
                  </a:lnTo>
                  <a:lnTo>
                    <a:pt x="21" y="370"/>
                  </a:lnTo>
                  <a:lnTo>
                    <a:pt x="21" y="370"/>
                  </a:lnTo>
                  <a:lnTo>
                    <a:pt x="16" y="417"/>
                  </a:lnTo>
                  <a:lnTo>
                    <a:pt x="13" y="456"/>
                  </a:lnTo>
                  <a:lnTo>
                    <a:pt x="13" y="485"/>
                  </a:lnTo>
                  <a:lnTo>
                    <a:pt x="13" y="485"/>
                  </a:lnTo>
                  <a:lnTo>
                    <a:pt x="13" y="496"/>
                  </a:lnTo>
                  <a:lnTo>
                    <a:pt x="11" y="516"/>
                  </a:lnTo>
                  <a:lnTo>
                    <a:pt x="8" y="540"/>
                  </a:lnTo>
                  <a:lnTo>
                    <a:pt x="0" y="568"/>
                  </a:lnTo>
                  <a:lnTo>
                    <a:pt x="218" y="712"/>
                  </a:lnTo>
                  <a:lnTo>
                    <a:pt x="218" y="712"/>
                  </a:lnTo>
                  <a:lnTo>
                    <a:pt x="231" y="676"/>
                  </a:lnTo>
                  <a:lnTo>
                    <a:pt x="237" y="657"/>
                  </a:lnTo>
                  <a:lnTo>
                    <a:pt x="242" y="637"/>
                  </a:lnTo>
                  <a:lnTo>
                    <a:pt x="247" y="616"/>
                  </a:lnTo>
                  <a:lnTo>
                    <a:pt x="250" y="595"/>
                  </a:lnTo>
                  <a:lnTo>
                    <a:pt x="253" y="571"/>
                  </a:lnTo>
                  <a:lnTo>
                    <a:pt x="255" y="548"/>
                  </a:lnTo>
                  <a:lnTo>
                    <a:pt x="255" y="548"/>
                  </a:lnTo>
                  <a:lnTo>
                    <a:pt x="255" y="534"/>
                  </a:lnTo>
                  <a:lnTo>
                    <a:pt x="257" y="498"/>
                  </a:lnTo>
                  <a:lnTo>
                    <a:pt x="260" y="474"/>
                  </a:lnTo>
                  <a:lnTo>
                    <a:pt x="265" y="446"/>
                  </a:lnTo>
                  <a:lnTo>
                    <a:pt x="271" y="417"/>
                  </a:lnTo>
                  <a:lnTo>
                    <a:pt x="279" y="388"/>
                  </a:lnTo>
                  <a:lnTo>
                    <a:pt x="291" y="358"/>
                  </a:lnTo>
                  <a:lnTo>
                    <a:pt x="305" y="331"/>
                  </a:lnTo>
                  <a:lnTo>
                    <a:pt x="313" y="318"/>
                  </a:lnTo>
                  <a:lnTo>
                    <a:pt x="323" y="305"/>
                  </a:lnTo>
                  <a:lnTo>
                    <a:pt x="333" y="293"/>
                  </a:lnTo>
                  <a:lnTo>
                    <a:pt x="344" y="284"/>
                  </a:lnTo>
                  <a:lnTo>
                    <a:pt x="357" y="274"/>
                  </a:lnTo>
                  <a:lnTo>
                    <a:pt x="370" y="264"/>
                  </a:lnTo>
                  <a:lnTo>
                    <a:pt x="385" y="258"/>
                  </a:lnTo>
                  <a:lnTo>
                    <a:pt x="401" y="251"/>
                  </a:lnTo>
                  <a:lnTo>
                    <a:pt x="419" y="248"/>
                  </a:lnTo>
                  <a:lnTo>
                    <a:pt x="437" y="245"/>
                  </a:lnTo>
                  <a:lnTo>
                    <a:pt x="456" y="243"/>
                  </a:lnTo>
                  <a:lnTo>
                    <a:pt x="479" y="245"/>
                  </a:lnTo>
                  <a:lnTo>
                    <a:pt x="479" y="245"/>
                  </a:lnTo>
                  <a:lnTo>
                    <a:pt x="489" y="245"/>
                  </a:lnTo>
                  <a:lnTo>
                    <a:pt x="516" y="250"/>
                  </a:lnTo>
                  <a:lnTo>
                    <a:pt x="534" y="253"/>
                  </a:lnTo>
                  <a:lnTo>
                    <a:pt x="555" y="259"/>
                  </a:lnTo>
                  <a:lnTo>
                    <a:pt x="576" y="267"/>
                  </a:lnTo>
                  <a:lnTo>
                    <a:pt x="599" y="279"/>
                  </a:lnTo>
                  <a:lnTo>
                    <a:pt x="622" y="293"/>
                  </a:lnTo>
                  <a:lnTo>
                    <a:pt x="643" y="311"/>
                  </a:lnTo>
                  <a:lnTo>
                    <a:pt x="653" y="321"/>
                  </a:lnTo>
                  <a:lnTo>
                    <a:pt x="662" y="332"/>
                  </a:lnTo>
                  <a:lnTo>
                    <a:pt x="670" y="345"/>
                  </a:lnTo>
                  <a:lnTo>
                    <a:pt x="679" y="358"/>
                  </a:lnTo>
                  <a:lnTo>
                    <a:pt x="685" y="373"/>
                  </a:lnTo>
                  <a:lnTo>
                    <a:pt x="692" y="389"/>
                  </a:lnTo>
                  <a:lnTo>
                    <a:pt x="698" y="407"/>
                  </a:lnTo>
                  <a:lnTo>
                    <a:pt x="701" y="425"/>
                  </a:lnTo>
                  <a:lnTo>
                    <a:pt x="705" y="444"/>
                  </a:lnTo>
                  <a:lnTo>
                    <a:pt x="706" y="465"/>
                  </a:lnTo>
                  <a:lnTo>
                    <a:pt x="708" y="488"/>
                  </a:lnTo>
                  <a:lnTo>
                    <a:pt x="706" y="513"/>
                  </a:lnTo>
                  <a:lnTo>
                    <a:pt x="706" y="513"/>
                  </a:lnTo>
                  <a:lnTo>
                    <a:pt x="706" y="529"/>
                  </a:lnTo>
                  <a:lnTo>
                    <a:pt x="706" y="547"/>
                  </a:lnTo>
                  <a:lnTo>
                    <a:pt x="709" y="569"/>
                  </a:lnTo>
                  <a:lnTo>
                    <a:pt x="713" y="599"/>
                  </a:lnTo>
                  <a:lnTo>
                    <a:pt x="718" y="629"/>
                  </a:lnTo>
                  <a:lnTo>
                    <a:pt x="727" y="663"/>
                  </a:lnTo>
                  <a:lnTo>
                    <a:pt x="739" y="699"/>
                  </a:lnTo>
                  <a:lnTo>
                    <a:pt x="747" y="717"/>
                  </a:lnTo>
                  <a:lnTo>
                    <a:pt x="755" y="736"/>
                  </a:lnTo>
                  <a:lnTo>
                    <a:pt x="765" y="754"/>
                  </a:lnTo>
                  <a:lnTo>
                    <a:pt x="776" y="772"/>
                  </a:lnTo>
                  <a:lnTo>
                    <a:pt x="787" y="790"/>
                  </a:lnTo>
                  <a:lnTo>
                    <a:pt x="800" y="808"/>
                  </a:lnTo>
                  <a:lnTo>
                    <a:pt x="817" y="824"/>
                  </a:lnTo>
                  <a:lnTo>
                    <a:pt x="833" y="840"/>
                  </a:lnTo>
                  <a:lnTo>
                    <a:pt x="851" y="855"/>
                  </a:lnTo>
                  <a:lnTo>
                    <a:pt x="870" y="870"/>
                  </a:lnTo>
                  <a:lnTo>
                    <a:pt x="891" y="883"/>
                  </a:lnTo>
                  <a:lnTo>
                    <a:pt x="914" y="894"/>
                  </a:lnTo>
                  <a:lnTo>
                    <a:pt x="938" y="905"/>
                  </a:lnTo>
                  <a:lnTo>
                    <a:pt x="966" y="915"/>
                  </a:lnTo>
                  <a:lnTo>
                    <a:pt x="993" y="922"/>
                  </a:lnTo>
                  <a:lnTo>
                    <a:pt x="1024" y="928"/>
                  </a:lnTo>
                  <a:lnTo>
                    <a:pt x="1109" y="688"/>
                  </a:lnTo>
                  <a:lnTo>
                    <a:pt x="1109" y="688"/>
                  </a:lnTo>
                  <a:lnTo>
                    <a:pt x="1081" y="680"/>
                  </a:lnTo>
                  <a:lnTo>
                    <a:pt x="1068" y="675"/>
                  </a:lnTo>
                  <a:lnTo>
                    <a:pt x="1053" y="668"/>
                  </a:lnTo>
                  <a:lnTo>
                    <a:pt x="1039" y="660"/>
                  </a:lnTo>
                  <a:lnTo>
                    <a:pt x="1026" y="652"/>
                  </a:lnTo>
                  <a:lnTo>
                    <a:pt x="1013" y="642"/>
                  </a:lnTo>
                  <a:lnTo>
                    <a:pt x="1000" y="629"/>
                  </a:lnTo>
                  <a:lnTo>
                    <a:pt x="989" y="616"/>
                  </a:lnTo>
                  <a:lnTo>
                    <a:pt x="977" y="602"/>
                  </a:lnTo>
                  <a:lnTo>
                    <a:pt x="969" y="584"/>
                  </a:lnTo>
                  <a:lnTo>
                    <a:pt x="961" y="564"/>
                  </a:lnTo>
                  <a:lnTo>
                    <a:pt x="954" y="543"/>
                  </a:lnTo>
                  <a:lnTo>
                    <a:pt x="950" y="521"/>
                  </a:lnTo>
                  <a:lnTo>
                    <a:pt x="946" y="495"/>
                  </a:lnTo>
                  <a:lnTo>
                    <a:pt x="946" y="467"/>
                  </a:lnTo>
                  <a:lnTo>
                    <a:pt x="946" y="467"/>
                  </a:lnTo>
                  <a:close/>
                </a:path>
              </a:pathLst>
            </a:custGeom>
            <a:solidFill>
              <a:srgbClr val="7F7F7F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9" name="Freeform: Shape 6"/>
            <p:cNvSpPr/>
            <p:nvPr/>
          </p:nvSpPr>
          <p:spPr bwMode="auto">
            <a:xfrm>
              <a:off x="6226657" y="2004681"/>
              <a:ext cx="1403082" cy="1367249"/>
            </a:xfrm>
            <a:custGeom>
              <a:avLst/>
              <a:gdLst>
                <a:gd name="T0" fmla="*/ 823 w 979"/>
                <a:gd name="T1" fmla="*/ 0 h 954"/>
                <a:gd name="T2" fmla="*/ 734 w 979"/>
                <a:gd name="T3" fmla="*/ 8 h 954"/>
                <a:gd name="T4" fmla="*/ 650 w 979"/>
                <a:gd name="T5" fmla="*/ 32 h 954"/>
                <a:gd name="T6" fmla="*/ 583 w 979"/>
                <a:gd name="T7" fmla="*/ 63 h 954"/>
                <a:gd name="T8" fmla="*/ 518 w 979"/>
                <a:gd name="T9" fmla="*/ 109 h 954"/>
                <a:gd name="T10" fmla="*/ 458 w 979"/>
                <a:gd name="T11" fmla="*/ 174 h 954"/>
                <a:gd name="T12" fmla="*/ 409 w 979"/>
                <a:gd name="T13" fmla="*/ 258 h 954"/>
                <a:gd name="T14" fmla="*/ 377 w 979"/>
                <a:gd name="T15" fmla="*/ 367 h 954"/>
                <a:gd name="T16" fmla="*/ 364 w 979"/>
                <a:gd name="T17" fmla="*/ 503 h 954"/>
                <a:gd name="T18" fmla="*/ 361 w 979"/>
                <a:gd name="T19" fmla="*/ 536 h 954"/>
                <a:gd name="T20" fmla="*/ 348 w 979"/>
                <a:gd name="T21" fmla="*/ 588 h 954"/>
                <a:gd name="T22" fmla="*/ 314 w 979"/>
                <a:gd name="T23" fmla="*/ 644 h 954"/>
                <a:gd name="T24" fmla="*/ 275 w 979"/>
                <a:gd name="T25" fmla="*/ 677 h 954"/>
                <a:gd name="T26" fmla="*/ 236 w 979"/>
                <a:gd name="T27" fmla="*/ 696 h 954"/>
                <a:gd name="T28" fmla="*/ 187 w 979"/>
                <a:gd name="T29" fmla="*/ 706 h 954"/>
                <a:gd name="T30" fmla="*/ 150 w 979"/>
                <a:gd name="T31" fmla="*/ 709 h 954"/>
                <a:gd name="T32" fmla="*/ 85 w 979"/>
                <a:gd name="T33" fmla="*/ 703 h 954"/>
                <a:gd name="T34" fmla="*/ 31 w 979"/>
                <a:gd name="T35" fmla="*/ 948 h 954"/>
                <a:gd name="T36" fmla="*/ 83 w 979"/>
                <a:gd name="T37" fmla="*/ 953 h 954"/>
                <a:gd name="T38" fmla="*/ 174 w 979"/>
                <a:gd name="T39" fmla="*/ 953 h 954"/>
                <a:gd name="T40" fmla="*/ 283 w 979"/>
                <a:gd name="T41" fmla="*/ 940 h 954"/>
                <a:gd name="T42" fmla="*/ 354 w 979"/>
                <a:gd name="T43" fmla="*/ 919 h 954"/>
                <a:gd name="T44" fmla="*/ 426 w 979"/>
                <a:gd name="T45" fmla="*/ 888 h 954"/>
                <a:gd name="T46" fmla="*/ 490 w 979"/>
                <a:gd name="T47" fmla="*/ 841 h 954"/>
                <a:gd name="T48" fmla="*/ 547 w 979"/>
                <a:gd name="T49" fmla="*/ 777 h 954"/>
                <a:gd name="T50" fmla="*/ 589 w 979"/>
                <a:gd name="T51" fmla="*/ 695 h 954"/>
                <a:gd name="T52" fmla="*/ 609 w 979"/>
                <a:gd name="T53" fmla="*/ 628 h 954"/>
                <a:gd name="T54" fmla="*/ 622 w 979"/>
                <a:gd name="T55" fmla="*/ 484 h 954"/>
                <a:gd name="T56" fmla="*/ 627 w 979"/>
                <a:gd name="T57" fmla="*/ 448 h 954"/>
                <a:gd name="T58" fmla="*/ 645 w 979"/>
                <a:gd name="T59" fmla="*/ 393 h 954"/>
                <a:gd name="T60" fmla="*/ 682 w 979"/>
                <a:gd name="T61" fmla="*/ 333 h 954"/>
                <a:gd name="T62" fmla="*/ 721 w 979"/>
                <a:gd name="T63" fmla="*/ 299 h 954"/>
                <a:gd name="T64" fmla="*/ 760 w 979"/>
                <a:gd name="T65" fmla="*/ 281 h 954"/>
                <a:gd name="T66" fmla="*/ 807 w 979"/>
                <a:gd name="T67" fmla="*/ 271 h 954"/>
                <a:gd name="T68" fmla="*/ 844 w 979"/>
                <a:gd name="T69" fmla="*/ 271 h 954"/>
                <a:gd name="T70" fmla="*/ 885 w 979"/>
                <a:gd name="T71" fmla="*/ 265 h 954"/>
                <a:gd name="T72" fmla="*/ 921 w 979"/>
                <a:gd name="T73" fmla="*/ 248 h 954"/>
                <a:gd name="T74" fmla="*/ 948 w 979"/>
                <a:gd name="T75" fmla="*/ 221 h 954"/>
                <a:gd name="T76" fmla="*/ 969 w 979"/>
                <a:gd name="T77" fmla="*/ 188 h 954"/>
                <a:gd name="T78" fmla="*/ 979 w 979"/>
                <a:gd name="T79" fmla="*/ 149 h 954"/>
                <a:gd name="T80" fmla="*/ 979 w 979"/>
                <a:gd name="T81" fmla="*/ 122 h 954"/>
                <a:gd name="T82" fmla="*/ 969 w 979"/>
                <a:gd name="T83" fmla="*/ 83 h 954"/>
                <a:gd name="T84" fmla="*/ 948 w 979"/>
                <a:gd name="T85" fmla="*/ 49 h 954"/>
                <a:gd name="T86" fmla="*/ 921 w 979"/>
                <a:gd name="T87" fmla="*/ 23 h 954"/>
                <a:gd name="T88" fmla="*/ 885 w 979"/>
                <a:gd name="T89" fmla="*/ 6 h 954"/>
                <a:gd name="T90" fmla="*/ 844 w 979"/>
                <a:gd name="T91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79" h="954">
                  <a:moveTo>
                    <a:pt x="844" y="0"/>
                  </a:moveTo>
                  <a:lnTo>
                    <a:pt x="844" y="0"/>
                  </a:lnTo>
                  <a:lnTo>
                    <a:pt x="823" y="0"/>
                  </a:lnTo>
                  <a:lnTo>
                    <a:pt x="800" y="0"/>
                  </a:lnTo>
                  <a:lnTo>
                    <a:pt x="770" y="3"/>
                  </a:lnTo>
                  <a:lnTo>
                    <a:pt x="734" y="8"/>
                  </a:lnTo>
                  <a:lnTo>
                    <a:pt x="693" y="18"/>
                  </a:lnTo>
                  <a:lnTo>
                    <a:pt x="672" y="24"/>
                  </a:lnTo>
                  <a:lnTo>
                    <a:pt x="650" y="32"/>
                  </a:lnTo>
                  <a:lnTo>
                    <a:pt x="628" y="41"/>
                  </a:lnTo>
                  <a:lnTo>
                    <a:pt x="606" y="50"/>
                  </a:lnTo>
                  <a:lnTo>
                    <a:pt x="583" y="63"/>
                  </a:lnTo>
                  <a:lnTo>
                    <a:pt x="560" y="76"/>
                  </a:lnTo>
                  <a:lnTo>
                    <a:pt x="539" y="91"/>
                  </a:lnTo>
                  <a:lnTo>
                    <a:pt x="518" y="109"/>
                  </a:lnTo>
                  <a:lnTo>
                    <a:pt x="497" y="128"/>
                  </a:lnTo>
                  <a:lnTo>
                    <a:pt x="477" y="149"/>
                  </a:lnTo>
                  <a:lnTo>
                    <a:pt x="458" y="174"/>
                  </a:lnTo>
                  <a:lnTo>
                    <a:pt x="440" y="198"/>
                  </a:lnTo>
                  <a:lnTo>
                    <a:pt x="424" y="227"/>
                  </a:lnTo>
                  <a:lnTo>
                    <a:pt x="409" y="258"/>
                  </a:lnTo>
                  <a:lnTo>
                    <a:pt x="396" y="292"/>
                  </a:lnTo>
                  <a:lnTo>
                    <a:pt x="385" y="328"/>
                  </a:lnTo>
                  <a:lnTo>
                    <a:pt x="377" y="367"/>
                  </a:lnTo>
                  <a:lnTo>
                    <a:pt x="370" y="409"/>
                  </a:lnTo>
                  <a:lnTo>
                    <a:pt x="365" y="454"/>
                  </a:lnTo>
                  <a:lnTo>
                    <a:pt x="364" y="503"/>
                  </a:lnTo>
                  <a:lnTo>
                    <a:pt x="364" y="503"/>
                  </a:lnTo>
                  <a:lnTo>
                    <a:pt x="364" y="511"/>
                  </a:lnTo>
                  <a:lnTo>
                    <a:pt x="361" y="536"/>
                  </a:lnTo>
                  <a:lnTo>
                    <a:pt x="357" y="550"/>
                  </a:lnTo>
                  <a:lnTo>
                    <a:pt x="354" y="568"/>
                  </a:lnTo>
                  <a:lnTo>
                    <a:pt x="348" y="588"/>
                  </a:lnTo>
                  <a:lnTo>
                    <a:pt x="338" y="607"/>
                  </a:lnTo>
                  <a:lnTo>
                    <a:pt x="327" y="627"/>
                  </a:lnTo>
                  <a:lnTo>
                    <a:pt x="314" y="644"/>
                  </a:lnTo>
                  <a:lnTo>
                    <a:pt x="296" y="662"/>
                  </a:lnTo>
                  <a:lnTo>
                    <a:pt x="286" y="670"/>
                  </a:lnTo>
                  <a:lnTo>
                    <a:pt x="275" y="677"/>
                  </a:lnTo>
                  <a:lnTo>
                    <a:pt x="263" y="685"/>
                  </a:lnTo>
                  <a:lnTo>
                    <a:pt x="250" y="690"/>
                  </a:lnTo>
                  <a:lnTo>
                    <a:pt x="236" y="696"/>
                  </a:lnTo>
                  <a:lnTo>
                    <a:pt x="221" y="701"/>
                  </a:lnTo>
                  <a:lnTo>
                    <a:pt x="205" y="704"/>
                  </a:lnTo>
                  <a:lnTo>
                    <a:pt x="187" y="706"/>
                  </a:lnTo>
                  <a:lnTo>
                    <a:pt x="169" y="708"/>
                  </a:lnTo>
                  <a:lnTo>
                    <a:pt x="150" y="709"/>
                  </a:lnTo>
                  <a:lnTo>
                    <a:pt x="150" y="709"/>
                  </a:lnTo>
                  <a:lnTo>
                    <a:pt x="130" y="709"/>
                  </a:lnTo>
                  <a:lnTo>
                    <a:pt x="109" y="706"/>
                  </a:lnTo>
                  <a:lnTo>
                    <a:pt x="85" y="703"/>
                  </a:lnTo>
                  <a:lnTo>
                    <a:pt x="0" y="943"/>
                  </a:lnTo>
                  <a:lnTo>
                    <a:pt x="0" y="943"/>
                  </a:lnTo>
                  <a:lnTo>
                    <a:pt x="31" y="948"/>
                  </a:lnTo>
                  <a:lnTo>
                    <a:pt x="62" y="950"/>
                  </a:lnTo>
                  <a:lnTo>
                    <a:pt x="62" y="950"/>
                  </a:lnTo>
                  <a:lnTo>
                    <a:pt x="83" y="953"/>
                  </a:lnTo>
                  <a:lnTo>
                    <a:pt x="106" y="953"/>
                  </a:lnTo>
                  <a:lnTo>
                    <a:pt x="137" y="954"/>
                  </a:lnTo>
                  <a:lnTo>
                    <a:pt x="174" y="953"/>
                  </a:lnTo>
                  <a:lnTo>
                    <a:pt x="215" y="950"/>
                  </a:lnTo>
                  <a:lnTo>
                    <a:pt x="260" y="943"/>
                  </a:lnTo>
                  <a:lnTo>
                    <a:pt x="283" y="940"/>
                  </a:lnTo>
                  <a:lnTo>
                    <a:pt x="307" y="933"/>
                  </a:lnTo>
                  <a:lnTo>
                    <a:pt x="330" y="927"/>
                  </a:lnTo>
                  <a:lnTo>
                    <a:pt x="354" y="919"/>
                  </a:lnTo>
                  <a:lnTo>
                    <a:pt x="378" y="911"/>
                  </a:lnTo>
                  <a:lnTo>
                    <a:pt x="401" y="899"/>
                  </a:lnTo>
                  <a:lnTo>
                    <a:pt x="426" y="888"/>
                  </a:lnTo>
                  <a:lnTo>
                    <a:pt x="448" y="873"/>
                  </a:lnTo>
                  <a:lnTo>
                    <a:pt x="469" y="859"/>
                  </a:lnTo>
                  <a:lnTo>
                    <a:pt x="490" y="841"/>
                  </a:lnTo>
                  <a:lnTo>
                    <a:pt x="510" y="821"/>
                  </a:lnTo>
                  <a:lnTo>
                    <a:pt x="529" y="800"/>
                  </a:lnTo>
                  <a:lnTo>
                    <a:pt x="547" y="777"/>
                  </a:lnTo>
                  <a:lnTo>
                    <a:pt x="563" y="753"/>
                  </a:lnTo>
                  <a:lnTo>
                    <a:pt x="576" y="726"/>
                  </a:lnTo>
                  <a:lnTo>
                    <a:pt x="589" y="695"/>
                  </a:lnTo>
                  <a:lnTo>
                    <a:pt x="601" y="662"/>
                  </a:lnTo>
                  <a:lnTo>
                    <a:pt x="609" y="628"/>
                  </a:lnTo>
                  <a:lnTo>
                    <a:pt x="609" y="628"/>
                  </a:lnTo>
                  <a:lnTo>
                    <a:pt x="614" y="588"/>
                  </a:lnTo>
                  <a:lnTo>
                    <a:pt x="617" y="542"/>
                  </a:lnTo>
                  <a:lnTo>
                    <a:pt x="622" y="484"/>
                  </a:lnTo>
                  <a:lnTo>
                    <a:pt x="622" y="484"/>
                  </a:lnTo>
                  <a:lnTo>
                    <a:pt x="622" y="474"/>
                  </a:lnTo>
                  <a:lnTo>
                    <a:pt x="627" y="448"/>
                  </a:lnTo>
                  <a:lnTo>
                    <a:pt x="632" y="432"/>
                  </a:lnTo>
                  <a:lnTo>
                    <a:pt x="637" y="412"/>
                  </a:lnTo>
                  <a:lnTo>
                    <a:pt x="645" y="393"/>
                  </a:lnTo>
                  <a:lnTo>
                    <a:pt x="654" y="373"/>
                  </a:lnTo>
                  <a:lnTo>
                    <a:pt x="666" y="352"/>
                  </a:lnTo>
                  <a:lnTo>
                    <a:pt x="682" y="333"/>
                  </a:lnTo>
                  <a:lnTo>
                    <a:pt x="700" y="315"/>
                  </a:lnTo>
                  <a:lnTo>
                    <a:pt x="710" y="307"/>
                  </a:lnTo>
                  <a:lnTo>
                    <a:pt x="721" y="299"/>
                  </a:lnTo>
                  <a:lnTo>
                    <a:pt x="732" y="292"/>
                  </a:lnTo>
                  <a:lnTo>
                    <a:pt x="745" y="286"/>
                  </a:lnTo>
                  <a:lnTo>
                    <a:pt x="760" y="281"/>
                  </a:lnTo>
                  <a:lnTo>
                    <a:pt x="774" y="276"/>
                  </a:lnTo>
                  <a:lnTo>
                    <a:pt x="789" y="273"/>
                  </a:lnTo>
                  <a:lnTo>
                    <a:pt x="807" y="271"/>
                  </a:lnTo>
                  <a:lnTo>
                    <a:pt x="825" y="271"/>
                  </a:lnTo>
                  <a:lnTo>
                    <a:pt x="844" y="271"/>
                  </a:lnTo>
                  <a:lnTo>
                    <a:pt x="844" y="271"/>
                  </a:lnTo>
                  <a:lnTo>
                    <a:pt x="857" y="269"/>
                  </a:lnTo>
                  <a:lnTo>
                    <a:pt x="872" y="268"/>
                  </a:lnTo>
                  <a:lnTo>
                    <a:pt x="885" y="265"/>
                  </a:lnTo>
                  <a:lnTo>
                    <a:pt x="896" y="260"/>
                  </a:lnTo>
                  <a:lnTo>
                    <a:pt x="909" y="255"/>
                  </a:lnTo>
                  <a:lnTo>
                    <a:pt x="921" y="248"/>
                  </a:lnTo>
                  <a:lnTo>
                    <a:pt x="930" y="240"/>
                  </a:lnTo>
                  <a:lnTo>
                    <a:pt x="940" y="230"/>
                  </a:lnTo>
                  <a:lnTo>
                    <a:pt x="948" y="221"/>
                  </a:lnTo>
                  <a:lnTo>
                    <a:pt x="956" y="211"/>
                  </a:lnTo>
                  <a:lnTo>
                    <a:pt x="963" y="200"/>
                  </a:lnTo>
                  <a:lnTo>
                    <a:pt x="969" y="188"/>
                  </a:lnTo>
                  <a:lnTo>
                    <a:pt x="974" y="175"/>
                  </a:lnTo>
                  <a:lnTo>
                    <a:pt x="977" y="162"/>
                  </a:lnTo>
                  <a:lnTo>
                    <a:pt x="979" y="149"/>
                  </a:lnTo>
                  <a:lnTo>
                    <a:pt x="979" y="135"/>
                  </a:lnTo>
                  <a:lnTo>
                    <a:pt x="979" y="135"/>
                  </a:lnTo>
                  <a:lnTo>
                    <a:pt x="979" y="122"/>
                  </a:lnTo>
                  <a:lnTo>
                    <a:pt x="977" y="109"/>
                  </a:lnTo>
                  <a:lnTo>
                    <a:pt x="974" y="96"/>
                  </a:lnTo>
                  <a:lnTo>
                    <a:pt x="969" y="83"/>
                  </a:lnTo>
                  <a:lnTo>
                    <a:pt x="963" y="71"/>
                  </a:lnTo>
                  <a:lnTo>
                    <a:pt x="956" y="60"/>
                  </a:lnTo>
                  <a:lnTo>
                    <a:pt x="948" y="49"/>
                  </a:lnTo>
                  <a:lnTo>
                    <a:pt x="940" y="39"/>
                  </a:lnTo>
                  <a:lnTo>
                    <a:pt x="930" y="31"/>
                  </a:lnTo>
                  <a:lnTo>
                    <a:pt x="921" y="23"/>
                  </a:lnTo>
                  <a:lnTo>
                    <a:pt x="909" y="16"/>
                  </a:lnTo>
                  <a:lnTo>
                    <a:pt x="896" y="10"/>
                  </a:lnTo>
                  <a:lnTo>
                    <a:pt x="885" y="6"/>
                  </a:lnTo>
                  <a:lnTo>
                    <a:pt x="872" y="3"/>
                  </a:lnTo>
                  <a:lnTo>
                    <a:pt x="857" y="0"/>
                  </a:lnTo>
                  <a:lnTo>
                    <a:pt x="844" y="0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cxnSp>
        <p:nvCxnSpPr>
          <p:cNvPr id="40" name="Straight Arrow Connector 8"/>
          <p:cNvCxnSpPr>
            <a:cxnSpLocks/>
          </p:cNvCxnSpPr>
          <p:nvPr/>
        </p:nvCxnSpPr>
        <p:spPr>
          <a:xfrm>
            <a:off x="3236785" y="3737582"/>
            <a:ext cx="0" cy="1110358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1" name="Straight Arrow Connector 13"/>
          <p:cNvCxnSpPr>
            <a:cxnSpLocks/>
          </p:cNvCxnSpPr>
          <p:nvPr/>
        </p:nvCxnSpPr>
        <p:spPr>
          <a:xfrm flipV="1">
            <a:off x="1990381" y="3272192"/>
            <a:ext cx="0" cy="1156225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2" name="Straight Arrow Connector 18"/>
          <p:cNvCxnSpPr>
            <a:cxnSpLocks/>
          </p:cNvCxnSpPr>
          <p:nvPr/>
        </p:nvCxnSpPr>
        <p:spPr>
          <a:xfrm>
            <a:off x="6461922" y="3627372"/>
            <a:ext cx="0" cy="1168740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3" name="Straight Arrow Connector 23"/>
          <p:cNvCxnSpPr>
            <a:cxnSpLocks/>
          </p:cNvCxnSpPr>
          <p:nvPr/>
        </p:nvCxnSpPr>
        <p:spPr>
          <a:xfrm flipV="1">
            <a:off x="5266909" y="3627372"/>
            <a:ext cx="0" cy="863925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4" name="Straight Arrow Connector 28"/>
          <p:cNvCxnSpPr>
            <a:cxnSpLocks/>
          </p:cNvCxnSpPr>
          <p:nvPr/>
        </p:nvCxnSpPr>
        <p:spPr>
          <a:xfrm flipV="1">
            <a:off x="9099217" y="3093755"/>
            <a:ext cx="0" cy="533617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grpSp>
        <p:nvGrpSpPr>
          <p:cNvPr id="45" name="Group 22"/>
          <p:cNvGrpSpPr/>
          <p:nvPr/>
        </p:nvGrpSpPr>
        <p:grpSpPr>
          <a:xfrm>
            <a:off x="5266909" y="4796112"/>
            <a:ext cx="3575797" cy="1555917"/>
            <a:chOff x="1197897" y="2503545"/>
            <a:chExt cx="3129639" cy="1555917"/>
          </a:xfrm>
        </p:grpSpPr>
        <p:sp>
          <p:nvSpPr>
            <p:cNvPr id="46" name="TextBox 24"/>
            <p:cNvSpPr txBox="1"/>
            <p:nvPr/>
          </p:nvSpPr>
          <p:spPr>
            <a:xfrm>
              <a:off x="1197898" y="2503545"/>
              <a:ext cx="2198693" cy="39389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pPr algn="ctr"/>
              <a:r>
                <a:rPr lang="en-US" altLang="zh-CN" dirty="0"/>
                <a:t>2026.10—2026.12</a:t>
              </a:r>
            </a:p>
          </p:txBody>
        </p:sp>
        <p:sp>
          <p:nvSpPr>
            <p:cNvPr id="47" name="TextBox 25"/>
            <p:cNvSpPr txBox="1"/>
            <p:nvPr/>
          </p:nvSpPr>
          <p:spPr>
            <a:xfrm>
              <a:off x="1197897" y="2891770"/>
              <a:ext cx="3129639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完成冲突裁决、建议聚合和综合评分模块。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前端实现证据跳转、人工复核、修改留痕。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初步支持报告导出。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交付：端到端闭环版本。</a:t>
              </a:r>
            </a:p>
          </p:txBody>
        </p:sp>
      </p:grpSp>
      <p:grpSp>
        <p:nvGrpSpPr>
          <p:cNvPr id="48" name="Group 30"/>
          <p:cNvGrpSpPr/>
          <p:nvPr/>
        </p:nvGrpSpPr>
        <p:grpSpPr>
          <a:xfrm>
            <a:off x="1629854" y="4847940"/>
            <a:ext cx="3213862" cy="1533928"/>
            <a:chOff x="583727" y="2525534"/>
            <a:chExt cx="2812864" cy="1533928"/>
          </a:xfrm>
        </p:grpSpPr>
        <p:sp>
          <p:nvSpPr>
            <p:cNvPr id="49" name="TextBox 31"/>
            <p:cNvSpPr txBox="1"/>
            <p:nvPr/>
          </p:nvSpPr>
          <p:spPr>
            <a:xfrm>
              <a:off x="856869" y="2525534"/>
              <a:ext cx="2198693" cy="3942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r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pPr algn="ctr"/>
              <a:r>
                <a:rPr lang="en-US" altLang="zh-CN" dirty="0">
                  <a:sym typeface="+mn-lt"/>
                </a:rPr>
                <a:t>2026.04—2026.06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0" name="TextBox 32"/>
            <p:cNvSpPr txBox="1"/>
            <p:nvPr/>
          </p:nvSpPr>
          <p:spPr>
            <a:xfrm>
              <a:off x="583727" y="2891770"/>
              <a:ext cx="2812864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统一输入输出 </a:t>
              </a:r>
              <a:r>
                <a:rPr lang="en-US" altLang="zh-CN" dirty="0">
                  <a:sym typeface="+mn-lt"/>
                </a:rPr>
                <a:t>Schema </a:t>
              </a:r>
              <a:r>
                <a:rPr lang="zh-CN" altLang="en-US" dirty="0">
                  <a:sym typeface="+mn-lt"/>
                </a:rPr>
                <a:t>与错误码。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把现有“直连调用”改造成可编排任务流。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完成任务状态机与日志追踪机制。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交付：系统接口规范 </a:t>
              </a:r>
              <a:r>
                <a:rPr lang="en-US" altLang="zh-CN" dirty="0">
                  <a:sym typeface="+mn-lt"/>
                </a:rPr>
                <a:t>v2</a:t>
              </a:r>
              <a:r>
                <a:rPr lang="zh-CN" altLang="en-US" dirty="0">
                  <a:sym typeface="+mn-lt"/>
                </a:rPr>
                <a:t>、编排雏形 </a:t>
              </a:r>
              <a:r>
                <a:rPr lang="en-US" altLang="zh-CN" dirty="0">
                  <a:sym typeface="+mn-lt"/>
                </a:rPr>
                <a:t>Demo</a:t>
              </a:r>
              <a:r>
                <a:rPr lang="zh-CN" altLang="en-US" dirty="0">
                  <a:sym typeface="+mn-lt"/>
                </a:rPr>
                <a:t>。</a:t>
              </a:r>
            </a:p>
          </p:txBody>
        </p:sp>
      </p:grpSp>
      <p:grpSp>
        <p:nvGrpSpPr>
          <p:cNvPr id="51" name="Group 33"/>
          <p:cNvGrpSpPr/>
          <p:nvPr/>
        </p:nvGrpSpPr>
        <p:grpSpPr>
          <a:xfrm>
            <a:off x="7629549" y="1400842"/>
            <a:ext cx="3331908" cy="1556879"/>
            <a:chOff x="1197898" y="2502583"/>
            <a:chExt cx="2916181" cy="1556879"/>
          </a:xfrm>
        </p:grpSpPr>
        <p:sp>
          <p:nvSpPr>
            <p:cNvPr id="52" name="TextBox 34"/>
            <p:cNvSpPr txBox="1"/>
            <p:nvPr/>
          </p:nvSpPr>
          <p:spPr>
            <a:xfrm>
              <a:off x="1363903" y="2502583"/>
              <a:ext cx="2198693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en-US" altLang="zh-CN" dirty="0"/>
                <a:t>2027.01—2027.02</a:t>
              </a:r>
            </a:p>
          </p:txBody>
        </p:sp>
        <p:sp>
          <p:nvSpPr>
            <p:cNvPr id="53" name="TextBox 35"/>
            <p:cNvSpPr txBox="1"/>
            <p:nvPr/>
          </p:nvSpPr>
          <p:spPr>
            <a:xfrm>
              <a:off x="1197898" y="2891770"/>
              <a:ext cx="2916181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完成对比实验（有</a:t>
              </a:r>
              <a:r>
                <a:rPr lang="en-US" altLang="zh-CN" dirty="0"/>
                <a:t>/</a:t>
              </a:r>
              <a:r>
                <a:rPr lang="zh-CN" altLang="en-US" dirty="0"/>
                <a:t>无编排、单</a:t>
              </a:r>
              <a:r>
                <a:rPr lang="en-US" altLang="zh-CN" dirty="0"/>
                <a:t>/</a:t>
              </a:r>
              <a:r>
                <a:rPr lang="zh-CN" altLang="en-US" dirty="0"/>
                <a:t>多 </a:t>
              </a:r>
              <a:r>
                <a:rPr lang="en-US" altLang="zh-CN" dirty="0"/>
                <a:t>Agent</a:t>
              </a:r>
              <a:r>
                <a:rPr lang="zh-CN" altLang="en-US" dirty="0"/>
                <a:t>）。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优化性能（延迟、稳定性、成本）。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开展压力测试和可用性测试。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交付：实验报告与优化版本。</a:t>
              </a:r>
            </a:p>
          </p:txBody>
        </p:sp>
      </p:grpSp>
      <p:grpSp>
        <p:nvGrpSpPr>
          <p:cNvPr id="54" name="Group 37"/>
          <p:cNvGrpSpPr/>
          <p:nvPr/>
        </p:nvGrpSpPr>
        <p:grpSpPr>
          <a:xfrm>
            <a:off x="4076159" y="1848695"/>
            <a:ext cx="3027476" cy="1555917"/>
            <a:chOff x="978577" y="2503545"/>
            <a:chExt cx="2649733" cy="1555917"/>
          </a:xfrm>
        </p:grpSpPr>
        <p:sp>
          <p:nvSpPr>
            <p:cNvPr id="55" name="TextBox 46"/>
            <p:cNvSpPr txBox="1"/>
            <p:nvPr/>
          </p:nvSpPr>
          <p:spPr>
            <a:xfrm>
              <a:off x="1197898" y="2503545"/>
              <a:ext cx="2198693" cy="3942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en-US" altLang="zh-CN" dirty="0">
                  <a:sym typeface="+mn-lt"/>
                </a:rPr>
                <a:t>2026.07—2026.09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978577" y="2891770"/>
              <a:ext cx="2649733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实现多 </a:t>
              </a:r>
              <a:r>
                <a:rPr lang="en-US" altLang="zh-CN" dirty="0">
                  <a:sym typeface="+mn-lt"/>
                </a:rPr>
                <a:t>Agent </a:t>
              </a:r>
              <a:r>
                <a:rPr lang="zh-CN" altLang="en-US" dirty="0">
                  <a:sym typeface="+mn-lt"/>
                </a:rPr>
                <a:t>并发调度与策略编排。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增加失败重试、超时熔断、结果校验。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接入向量检索，增强证据链输出。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交付：多 </a:t>
              </a:r>
              <a:r>
                <a:rPr lang="en-US" altLang="zh-CN" dirty="0">
                  <a:sym typeface="+mn-lt"/>
                </a:rPr>
                <a:t>Agent </a:t>
              </a:r>
              <a:r>
                <a:rPr lang="zh-CN" altLang="en-US" dirty="0">
                  <a:sym typeface="+mn-lt"/>
                </a:rPr>
                <a:t>协同 </a:t>
              </a:r>
              <a:r>
                <a:rPr lang="en-US" altLang="zh-CN" dirty="0">
                  <a:sym typeface="+mn-lt"/>
                </a:rPr>
                <a:t>Beta </a:t>
              </a:r>
              <a:r>
                <a:rPr lang="zh-CN" altLang="en-US" dirty="0">
                  <a:sym typeface="+mn-lt"/>
                </a:rPr>
                <a:t>版。</a:t>
              </a:r>
            </a:p>
          </p:txBody>
        </p:sp>
      </p:grpSp>
      <p:grpSp>
        <p:nvGrpSpPr>
          <p:cNvPr id="57" name="Group 48"/>
          <p:cNvGrpSpPr/>
          <p:nvPr/>
        </p:nvGrpSpPr>
        <p:grpSpPr>
          <a:xfrm>
            <a:off x="536909" y="1613408"/>
            <a:ext cx="2906943" cy="1555917"/>
            <a:chOff x="1197897" y="2503545"/>
            <a:chExt cx="2544240" cy="1555917"/>
          </a:xfrm>
        </p:grpSpPr>
        <p:sp>
          <p:nvSpPr>
            <p:cNvPr id="58" name="TextBox 49"/>
            <p:cNvSpPr txBox="1"/>
            <p:nvPr/>
          </p:nvSpPr>
          <p:spPr>
            <a:xfrm>
              <a:off x="1197898" y="2503545"/>
              <a:ext cx="2198693" cy="3942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pPr algn="ctr"/>
              <a:r>
                <a:rPr lang="en-US" altLang="zh-CN" dirty="0">
                  <a:sym typeface="+mn-lt"/>
                </a:rPr>
                <a:t>2025.12—2026.03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9" name="TextBox 52"/>
            <p:cNvSpPr txBox="1"/>
            <p:nvPr/>
          </p:nvSpPr>
          <p:spPr>
            <a:xfrm>
              <a:off x="1197897" y="2891770"/>
              <a:ext cx="2544240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完成需求分析、架构草图、基础数据库与接口雏形。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打通上传</a:t>
              </a:r>
              <a:r>
                <a:rPr lang="en-US" altLang="zh-CN" dirty="0">
                  <a:sym typeface="+mn-lt"/>
                </a:rPr>
                <a:t>—</a:t>
              </a:r>
              <a:r>
                <a:rPr lang="zh-CN" altLang="en-US" dirty="0">
                  <a:sym typeface="+mn-lt"/>
                </a:rPr>
                <a:t>解析</a:t>
              </a:r>
              <a:r>
                <a:rPr lang="en-US" altLang="zh-CN" dirty="0">
                  <a:sym typeface="+mn-lt"/>
                </a:rPr>
                <a:t>—</a:t>
              </a:r>
              <a:r>
                <a:rPr lang="zh-CN" altLang="en-US" dirty="0">
                  <a:sym typeface="+mn-lt"/>
                </a:rPr>
                <a:t>单轮审计原型。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>
                  <a:sym typeface="+mn-lt"/>
                </a:rPr>
                <a:t>形成初版评价指标与 </a:t>
              </a:r>
              <a:r>
                <a:rPr lang="en-US" altLang="zh-CN" dirty="0">
                  <a:sym typeface="+mn-lt"/>
                </a:rPr>
                <a:t>Prompt </a:t>
              </a:r>
              <a:r>
                <a:rPr lang="zh-CN" altLang="en-US" dirty="0">
                  <a:sym typeface="+mn-lt"/>
                </a:rPr>
                <a:t>模板。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580803-8E8E-9DB5-7DD4-C273DE8D310D}"/>
              </a:ext>
            </a:extLst>
          </p:cNvPr>
          <p:cNvGrpSpPr/>
          <p:nvPr/>
        </p:nvGrpSpPr>
        <p:grpSpPr>
          <a:xfrm>
            <a:off x="3946662" y="538222"/>
            <a:ext cx="4283545" cy="1155865"/>
            <a:chOff x="3946662" y="538222"/>
            <a:chExt cx="4283545" cy="1155865"/>
          </a:xfrm>
        </p:grpSpPr>
        <p:cxnSp>
          <p:nvCxnSpPr>
            <p:cNvPr id="3" name="直接连接符 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3940AC83-CF0F-90D5-4BCB-EA7EABEBACD9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4AE7876-2AF5-3229-154F-6AB3250C9149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五、研究方案与进度安排</a:t>
              </a:r>
            </a:p>
          </p:txBody>
        </p:sp>
        <p:sp>
          <p:nvSpPr>
            <p:cNvPr id="9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>
              <a:extLst>
                <a:ext uri="{FF2B5EF4-FFF2-40B4-BE49-F238E27FC236}">
                  <a16:creationId xmlns:a16="http://schemas.microsoft.com/office/drawing/2014/main" id="{3653FDDB-76A7-F61D-9DB2-04F922C1E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662" y="1298209"/>
              <a:ext cx="4283545" cy="39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pPr defTabSz="914400"/>
              <a:r>
                <a:rPr lang="en-US" altLang="zh-CN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5.2 </a:t>
              </a:r>
              <a:r>
                <a:rPr lang="zh-CN" altLang="en-US" sz="1800" dirty="0">
                  <a:solidFill>
                    <a:srgbClr val="0170BD"/>
                  </a:solidFill>
                  <a:ea typeface="方正正粗黑简体" panose="02000000000000000000" pitchFamily="2" charset="-122"/>
                  <a:sym typeface="Arial" panose="020B0604020202090204" pitchFamily="34" charset="0"/>
                </a:rPr>
                <a:t>进度安排</a:t>
              </a:r>
              <a:endParaRPr lang="en-US" altLang="zh-CN" sz="1800" dirty="0">
                <a:solidFill>
                  <a:srgbClr val="0170BD"/>
                </a:solidFill>
                <a:ea typeface="方正正粗黑简体" panose="02000000000000000000" pitchFamily="2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29" name="Group 33">
            <a:extLst>
              <a:ext uri="{FF2B5EF4-FFF2-40B4-BE49-F238E27FC236}">
                <a16:creationId xmlns:a16="http://schemas.microsoft.com/office/drawing/2014/main" id="{0AF4839D-4D83-68CD-57FD-7F464623E88C}"/>
              </a:ext>
            </a:extLst>
          </p:cNvPr>
          <p:cNvGrpSpPr/>
          <p:nvPr/>
        </p:nvGrpSpPr>
        <p:grpSpPr>
          <a:xfrm>
            <a:off x="8795369" y="4654065"/>
            <a:ext cx="3331908" cy="1279559"/>
            <a:chOff x="1197898" y="2502583"/>
            <a:chExt cx="2916181" cy="1279559"/>
          </a:xfrm>
        </p:grpSpPr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0A850F5C-37FC-2AFD-3D63-D78E3761E18E}"/>
                </a:ext>
              </a:extLst>
            </p:cNvPr>
            <p:cNvSpPr txBox="1"/>
            <p:nvPr/>
          </p:nvSpPr>
          <p:spPr>
            <a:xfrm>
              <a:off x="1363903" y="2502583"/>
              <a:ext cx="2198693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en-US" altLang="zh-CN" dirty="0"/>
                <a:t>2027.03—2027.04</a:t>
              </a:r>
            </a:p>
          </p:txBody>
        </p:sp>
        <p:sp>
          <p:nvSpPr>
            <p:cNvPr id="31" name="TextBox 35">
              <a:extLst>
                <a:ext uri="{FF2B5EF4-FFF2-40B4-BE49-F238E27FC236}">
                  <a16:creationId xmlns:a16="http://schemas.microsoft.com/office/drawing/2014/main" id="{B2B6CF24-9DE5-4461-D269-34A71083338F}"/>
                </a:ext>
              </a:extLst>
            </p:cNvPr>
            <p:cNvSpPr txBox="1"/>
            <p:nvPr/>
          </p:nvSpPr>
          <p:spPr>
            <a:xfrm>
              <a:off x="1197898" y="2891770"/>
              <a:ext cx="2916181" cy="89037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功能冻结、缺陷修复、文档归档。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形成结题材料与答辩演示。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dirty="0"/>
                <a:t>交付：最终系统、技术文档、结题报告。</a:t>
              </a:r>
            </a:p>
          </p:txBody>
        </p:sp>
      </p:grpSp>
      <p:sp>
        <p:nvSpPr>
          <p:cNvPr id="32" name="箭头: 圆角右 31">
            <a:extLst>
              <a:ext uri="{FF2B5EF4-FFF2-40B4-BE49-F238E27FC236}">
                <a16:creationId xmlns:a16="http://schemas.microsoft.com/office/drawing/2014/main" id="{CB013924-949D-65A5-0549-57706C7DD5DA}"/>
              </a:ext>
            </a:extLst>
          </p:cNvPr>
          <p:cNvSpPr/>
          <p:nvPr/>
        </p:nvSpPr>
        <p:spPr>
          <a:xfrm rot="5400000">
            <a:off x="9090819" y="3423369"/>
            <a:ext cx="1117751" cy="1285211"/>
          </a:xfrm>
          <a:prstGeom prst="bentArrow">
            <a:avLst>
              <a:gd name="adj1" fmla="val 28845"/>
              <a:gd name="adj2" fmla="val 25323"/>
              <a:gd name="adj3" fmla="val 25000"/>
              <a:gd name="adj4" fmla="val 75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9D6D-D34A-DFBD-4398-587D40F4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AE7F71B-4063-8699-CF94-1C7C1BEB943F}"/>
              </a:ext>
            </a:extLst>
          </p:cNvPr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6D77C1C-18F8-08B0-03F1-5666D509D0B6}"/>
                </a:ext>
              </a:extLst>
            </p:cNvPr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48CD05E-4CAE-81F2-77EB-B5DE7B79DD48}"/>
                  </a:ext>
                </a:extLst>
              </p:cNvPr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9D16AF60-81C7-3D7C-E83A-1ABD4B537978}"/>
                    </a:ext>
                  </a:extLst>
                </p:cNvPr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F547316D-4F5D-32FD-CD72-C142CF2B22EF}"/>
                      </a:ext>
                    </a:extLst>
                  </p:cNvPr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CB595218-D176-45AE-F385-24AC382E0948}"/>
                      </a:ext>
                    </a:extLst>
                  </p:cNvPr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12A2B2A6-9E46-1163-1AA1-8D4D8692E372}"/>
                      </a:ext>
                    </a:extLst>
                  </p:cNvPr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EC71E2EE-1097-6FC1-763A-5D079925DC71}"/>
                      </a:ext>
                    </a:extLst>
                  </p:cNvPr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89840B43-B119-2BC5-B13C-D58A04F69A3B}"/>
                    </a:ext>
                  </a:extLst>
                </p:cNvPr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63B361D5-4FA0-5B00-5017-FCF2DFEE2EBB}"/>
                  </a:ext>
                </a:extLst>
              </p:cNvPr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E2E2D97-84B3-DFC8-78F8-28BCD91B19B1}"/>
                    </a:ext>
                  </a:extLst>
                </p:cNvPr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4C32722E-49F2-C3B2-421D-E67099F2B63D}"/>
                    </a:ext>
                  </a:extLst>
                </p:cNvPr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609F106-28D1-6D9C-D351-D444C6B1ACFB}"/>
                    </a:ext>
                  </a:extLst>
                </p:cNvPr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A037DCE-8F5D-EA78-4D47-C656C3C1E41A}"/>
                    </a:ext>
                  </a:extLst>
                </p:cNvPr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068BC32-5314-15B6-B6A4-6602ECD2E5EA}"/>
                </a:ext>
              </a:extLst>
            </p:cNvPr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6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5600DB4-98DE-6E4D-0556-AD204BC2B351}"/>
              </a:ext>
            </a:extLst>
          </p:cNvPr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经费支出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904D108-EDDE-99C2-37B1-A92B2B11E776}"/>
              </a:ext>
            </a:extLst>
          </p:cNvPr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7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F87D-1527-EB8B-9BD2-F9094C59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73D1803-EF7A-F56C-1D7F-72DFB4B4244C}"/>
              </a:ext>
            </a:extLst>
          </p:cNvPr>
          <p:cNvGrpSpPr/>
          <p:nvPr/>
        </p:nvGrpSpPr>
        <p:grpSpPr>
          <a:xfrm>
            <a:off x="4034742" y="538222"/>
            <a:ext cx="4122516" cy="647559"/>
            <a:chOff x="4034742" y="538222"/>
            <a:chExt cx="4122516" cy="647559"/>
          </a:xfrm>
        </p:grpSpPr>
        <p:cxnSp>
          <p:nvCxnSpPr>
            <p:cNvPr id="3" name="直接连接符 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>
              <a:extLst>
                <a:ext uri="{FF2B5EF4-FFF2-40B4-BE49-F238E27FC236}">
                  <a16:creationId xmlns:a16="http://schemas.microsoft.com/office/drawing/2014/main" id="{32A4AA12-5BF3-FC80-485E-34FCB82A0AEF}"/>
                </a:ext>
              </a:extLst>
            </p:cNvPr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CF7C7DA-D352-5A72-61F2-FFEE01770068}"/>
                </a:ext>
              </a:extLst>
            </p:cNvPr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六、经费支出</a:t>
              </a: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2C6A912-7911-1097-EEA1-DB25C4282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28929"/>
              </p:ext>
            </p:extLst>
          </p:nvPr>
        </p:nvGraphicFramePr>
        <p:xfrm>
          <a:off x="2112373" y="1721079"/>
          <a:ext cx="7952124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031">
                  <a:extLst>
                    <a:ext uri="{9D8B030D-6E8A-4147-A177-3AD203B41FA5}">
                      <a16:colId xmlns:a16="http://schemas.microsoft.com/office/drawing/2014/main" val="2065201486"/>
                    </a:ext>
                  </a:extLst>
                </a:gridCol>
                <a:gridCol w="1988031">
                  <a:extLst>
                    <a:ext uri="{9D8B030D-6E8A-4147-A177-3AD203B41FA5}">
                      <a16:colId xmlns:a16="http://schemas.microsoft.com/office/drawing/2014/main" val="3543502595"/>
                    </a:ext>
                  </a:extLst>
                </a:gridCol>
                <a:gridCol w="1988031">
                  <a:extLst>
                    <a:ext uri="{9D8B030D-6E8A-4147-A177-3AD203B41FA5}">
                      <a16:colId xmlns:a16="http://schemas.microsoft.com/office/drawing/2014/main" val="773637229"/>
                    </a:ext>
                  </a:extLst>
                </a:gridCol>
                <a:gridCol w="1988031">
                  <a:extLst>
                    <a:ext uri="{9D8B030D-6E8A-4147-A177-3AD203B41FA5}">
                      <a16:colId xmlns:a16="http://schemas.microsoft.com/office/drawing/2014/main" val="2838482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支出科目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金额（元）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占比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主要用途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467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预算经费总额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5,000.00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100%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项目总预算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239724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1.</a:t>
                      </a:r>
                      <a:r>
                        <a:rPr lang="zh-CN" altLang="en-US">
                          <a:effectLst/>
                        </a:rPr>
                        <a:t>业务费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2,000.00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40%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项目开展相关业务开支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420238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（</a:t>
                      </a:r>
                      <a:r>
                        <a:rPr lang="en-US" altLang="zh-CN" dirty="0">
                          <a:effectLst/>
                        </a:rPr>
                        <a:t>1</a:t>
                      </a:r>
                      <a:r>
                        <a:rPr lang="zh-CN" altLang="en-US" dirty="0">
                          <a:effectLst/>
                        </a:rPr>
                        <a:t>）计算、分析、测试费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1,000.00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20%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算法训练、分析与系统测试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20995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（</a:t>
                      </a:r>
                      <a:r>
                        <a:rPr lang="en-US" altLang="zh-CN" dirty="0">
                          <a:effectLst/>
                        </a:rPr>
                        <a:t>2</a:t>
                      </a:r>
                      <a:r>
                        <a:rPr lang="zh-CN" altLang="en-US" dirty="0">
                          <a:effectLst/>
                        </a:rPr>
                        <a:t>）文献检索费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1,000.00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20%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文献数据库检索与资料获取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79382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2.</a:t>
                      </a:r>
                      <a:r>
                        <a:rPr lang="zh-CN" altLang="en-US" dirty="0">
                          <a:effectLst/>
                        </a:rPr>
                        <a:t>材料费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3,000.00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60%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实验与开发相关材料支出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268613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总计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5,000.00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100%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与申报表一致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323484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54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9427" y="2768907"/>
            <a:ext cx="10273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请各位老师批评指正</a:t>
            </a: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/>
              <a:t>软件学院</a:t>
            </a:r>
            <a:r>
              <a:rPr lang="en-US" altLang="zh-CN" sz="2400" b="0" dirty="0"/>
              <a:t>RB032501</a:t>
            </a:r>
            <a:r>
              <a:rPr lang="zh-CN" altLang="en-US" sz="2400" b="0" dirty="0"/>
              <a:t>班</a:t>
            </a: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1C4987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1C49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1C4987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1C49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52298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答辩学生：周煊博</a:t>
            </a: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32786" y="4991480"/>
            <a:ext cx="213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指导老师：马春燕</a:t>
            </a: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8867" y="5459981"/>
            <a:ext cx="24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2026 . 05 . 11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2382</Words>
  <Application>Microsoft Office PowerPoint</Application>
  <PresentationFormat>宽屏</PresentationFormat>
  <Paragraphs>285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等线</vt:lpstr>
      <vt:lpstr>等线 Light</vt:lpstr>
      <vt:lpstr>方正正粗黑简体</vt:lpstr>
      <vt:lpstr>黑体</vt:lpstr>
      <vt:lpstr>楷体_GB2312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982</dc:title>
  <dc:creator>Anzichen</dc:creator>
  <cp:lastModifiedBy>xuanbo zhou</cp:lastModifiedBy>
  <cp:revision>90</cp:revision>
  <dcterms:created xsi:type="dcterms:W3CDTF">2019-08-17T06:36:39Z</dcterms:created>
  <dcterms:modified xsi:type="dcterms:W3CDTF">2026-04-25T10:11:47Z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2052-1.4.0.1935</vt:lpwstr>
  </property>
</Properties>
</file>