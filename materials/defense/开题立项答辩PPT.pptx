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339" r:id="rId2"/>
    <p:sldId id="387" r:id="rId3"/>
    <p:sldId id="373" r:id="rId4"/>
    <p:sldId id="374" r:id="rId5"/>
    <p:sldId id="375" r:id="rId6"/>
    <p:sldId id="400" r:id="rId7"/>
    <p:sldId id="398" r:id="rId8"/>
    <p:sldId id="399" r:id="rId9"/>
    <p:sldId id="386" r:id="rId10"/>
    <p:sldId id="377" r:id="rId11"/>
    <p:sldId id="378" r:id="rId12"/>
    <p:sldId id="379" r:id="rId13"/>
    <p:sldId id="380" r:id="rId14"/>
    <p:sldId id="382"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60" y="3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9D1061-2762-4052-863B-8B78C3A9CBB6}" type="datetimeFigureOut">
              <a:rPr lang="zh-CN" altLang="en-US" smtClean="0"/>
              <a:t>2025/5/29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0AAA0E-0CE7-44FD-8FAF-12742B1E4BAC}" type="slidenum">
              <a:rPr lang="zh-CN" altLang="en-US" smtClean="0"/>
              <a:t>‹#›</a:t>
            </a:fld>
            <a:endParaRPr lang="zh-CN" altLang="en-US"/>
          </a:p>
        </p:txBody>
      </p:sp>
    </p:spTree>
    <p:extLst>
      <p:ext uri="{BB962C8B-B14F-4D97-AF65-F5344CB8AC3E}">
        <p14:creationId xmlns:p14="http://schemas.microsoft.com/office/powerpoint/2010/main" val="175231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69A8206-4F6D-4A56-AEC2-C9DAEE2DA8B3}"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930379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ln>
            <a:solidFill>
              <a:srgbClr val="000000">
                <a:alpha val="100000"/>
              </a:srgbClr>
            </a:solidFill>
            <a:miter lim="800000"/>
          </a:ln>
        </p:spPr>
      </p:sp>
      <p:sp>
        <p:nvSpPr>
          <p:cNvPr id="43011" name="备注占位符 2"/>
          <p:cNvSpPr>
            <a:spLocks noGrp="1"/>
          </p:cNvSpPr>
          <p:nvPr>
            <p:ph type="body"/>
          </p:nvPr>
        </p:nvSpPr>
        <p:spPr>
          <a:noFill/>
          <a:ln>
            <a:noFill/>
          </a:ln>
        </p:spPr>
        <p:txBody>
          <a:bodyPr wrap="square" lIns="91440" tIns="45720" rIns="91440" bIns="45720" anchor="t"/>
          <a:lstStyle/>
          <a:p>
            <a:pPr lvl="0" eaLnBrk="1" hangingPunct="1"/>
            <a:endParaRPr lang="zh-CN" altLang="en-US" dirty="0"/>
          </a:p>
        </p:txBody>
      </p:sp>
      <p:sp>
        <p:nvSpPr>
          <p:cNvPr id="4301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buChar char="•"/>
            </a:pPr>
            <a:fld id="{9A0DB2DC-4C9A-4742-B13C-FB6460FD3503}" type="slidenum">
              <a:rPr lang="en-US" altLang="en-US" dirty="0">
                <a:solidFill>
                  <a:srgbClr val="000000"/>
                </a:solidFill>
                <a:latin typeface="Calibri" panose="020F0502020204030204" pitchFamily="34" charset="0"/>
                <a:ea typeface="宋体" panose="02010600030101010101" pitchFamily="2" charset="-122"/>
              </a:rPr>
              <a:t>3</a:t>
            </a:fld>
            <a:endParaRPr lang="en-US" altLang="en-US" dirty="0">
              <a:solidFill>
                <a:srgbClr val="000000"/>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649934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r>
              <a:rPr kumimoji="0" lang="zh-CN" altLang="zh-CN" sz="1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确保</a:t>
            </a:r>
            <a:r>
              <a:rPr kumimoji="0" lang="zh-CN" altLang="en-US" sz="1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各</a:t>
            </a:r>
            <a:r>
              <a:rPr kumimoji="0" lang="zh-CN" altLang="zh-CN" sz="1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模块之间能够无缝协作，实现从设备发现到位置计算、数据加密传输再到用户查询展示的全流程功能。</a:t>
            </a:r>
            <a:endParaRPr kumimoji="0" lang="en-US" altLang="zh-CN" sz="1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r>
              <a:rPr kumimoji="0" lang="zh-CN" altLang="zh-CN" sz="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测试内容包括设备的快速发现功能，在不同环境条件下是否能够在规定时间内准确发现被查找设备；定位功能的准确性，是否能够提供可靠的被查找设备位置信息；安全隐私功能的有效性，确保设备身份信息和位置数据不被泄露或篡改；用户交互功能的便捷性，</a:t>
            </a:r>
            <a:r>
              <a:rPr kumimoji="0" lang="zh-CN" altLang="zh-CN" sz="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APP </a:t>
            </a:r>
            <a:r>
              <a:rPr kumimoji="0" lang="zh-CN" altLang="zh-CN" sz="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是否能够为用户提供可靠的设备查找服务。</a:t>
            </a:r>
            <a:endParaRPr kumimoji="0" lang="en-US" altLang="zh-CN" sz="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r>
              <a:rPr kumimoji="0" lang="zh-CN" altLang="zh-CN" sz="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测试指标包括设备发现的时延、定位计算的响应时间、数据传输的带宽占用、系统的稳定性和可靠性等。模拟不同规模的设备网络环境，如</a:t>
            </a:r>
            <a:r>
              <a:rPr kumimoji="0" lang="zh-CN" altLang="zh-CN" sz="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 100 </a:t>
            </a:r>
            <a:r>
              <a:rPr kumimoji="0" lang="zh-CN" altLang="zh-CN" sz="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台、</a:t>
            </a:r>
            <a:r>
              <a:rPr kumimoji="0" lang="zh-CN" altLang="zh-CN" sz="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300 </a:t>
            </a:r>
            <a:r>
              <a:rPr kumimoji="0" lang="zh-CN" altLang="zh-CN" sz="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台、</a:t>
            </a:r>
            <a:r>
              <a:rPr kumimoji="0" lang="zh-CN" altLang="zh-CN" sz="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500 </a:t>
            </a:r>
            <a:r>
              <a:rPr kumimoji="0" lang="zh-CN" altLang="zh-CN" sz="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台设备同时接入，观察系统在高负载情况下的运行状态，分析是否存在性能瓶颈。</a:t>
            </a:r>
            <a:endParaRPr lang="en-US" altLang="zh-CN" sz="800" dirty="0"/>
          </a:p>
          <a:p>
            <a:endParaRPr lang="zh-CN" altLang="en-US" dirty="0"/>
          </a:p>
        </p:txBody>
      </p:sp>
      <p:sp>
        <p:nvSpPr>
          <p:cNvPr id="4" name="灯片编号占位符 3"/>
          <p:cNvSpPr>
            <a:spLocks noGrp="1"/>
          </p:cNvSpPr>
          <p:nvPr>
            <p:ph type="sldNum" sz="quarter" idx="5"/>
          </p:nvPr>
        </p:nvSpPr>
        <p:spPr/>
        <p:txBody>
          <a:bodyPr/>
          <a:lstStyle/>
          <a:p>
            <a:fld id="{3D0AAA0E-0CE7-44FD-8FAF-12742B1E4BAC}" type="slidenum">
              <a:rPr lang="zh-CN" altLang="en-US" smtClean="0"/>
              <a:t>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0AAA0E-0CE7-44FD-8FAF-12742B1E4BAC}" type="slidenum">
              <a:rPr lang="zh-CN" altLang="en-US" smtClean="0"/>
              <a:t>12</a:t>
            </a:fld>
            <a:endParaRPr lang="zh-CN" altLang="en-US"/>
          </a:p>
        </p:txBody>
      </p:sp>
    </p:spTree>
    <p:extLst>
      <p:ext uri="{BB962C8B-B14F-4D97-AF65-F5344CB8AC3E}">
        <p14:creationId xmlns:p14="http://schemas.microsoft.com/office/powerpoint/2010/main" val="320913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BB781-714E-F15A-7E3D-115D52EE48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191495-067E-4469-C850-CF7DFBA9277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9C8450-AFE3-B91B-DC2D-E27E2FB64BE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5005F7A-C1DC-20E9-4F1E-B2F532860BEA}"/>
              </a:ext>
            </a:extLst>
          </p:cNvPr>
          <p:cNvSpPr>
            <a:spLocks noGrp="1"/>
          </p:cNvSpPr>
          <p:nvPr>
            <p:ph type="sldNum" sz="quarter" idx="10"/>
          </p:nvPr>
        </p:nvSpPr>
        <p:spPr/>
        <p:txBody>
          <a:bodyPr/>
          <a:lstStyle/>
          <a:p>
            <a:fld id="{569A8206-4F6D-4A56-AEC2-C9DAEE2DA8B3}" type="slidenum">
              <a:rPr lang="zh-CN" altLang="en-US" smtClean="0">
                <a:solidFill>
                  <a:prstClr val="black"/>
                </a:solidFill>
              </a:rPr>
              <a:pPr/>
              <a:t>14</a:t>
            </a:fld>
            <a:endParaRPr lang="zh-CN" altLang="en-US">
              <a:solidFill>
                <a:prstClr val="black"/>
              </a:solidFill>
            </a:endParaRPr>
          </a:p>
        </p:txBody>
      </p:sp>
    </p:spTree>
    <p:extLst>
      <p:ext uri="{BB962C8B-B14F-4D97-AF65-F5344CB8AC3E}">
        <p14:creationId xmlns:p14="http://schemas.microsoft.com/office/powerpoint/2010/main" val="1314869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76815D-51A3-D7D1-A38D-36FAEDC5BEA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28F01A9-F8C0-A60A-402C-402649A7E6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8422E8C-4579-6C49-B3F9-052CCD96BC3A}"/>
              </a:ext>
            </a:extLst>
          </p:cNvPr>
          <p:cNvSpPr>
            <a:spLocks noGrp="1"/>
          </p:cNvSpPr>
          <p:nvPr>
            <p:ph type="dt" sz="half" idx="10"/>
          </p:nvPr>
        </p:nvSpPr>
        <p:spPr/>
        <p:txBody>
          <a:bodyPr/>
          <a:lstStyle/>
          <a:p>
            <a:fld id="{7BCE8F81-738C-49B4-B668-E64DE1DAE14C}" type="datetimeFigureOut">
              <a:rPr lang="zh-CN" altLang="en-US" smtClean="0"/>
              <a:t>2025/5/29</a:t>
            </a:fld>
            <a:endParaRPr lang="zh-CN" altLang="en-US"/>
          </a:p>
        </p:txBody>
      </p:sp>
      <p:sp>
        <p:nvSpPr>
          <p:cNvPr id="5" name="页脚占位符 4">
            <a:extLst>
              <a:ext uri="{FF2B5EF4-FFF2-40B4-BE49-F238E27FC236}">
                <a16:creationId xmlns:a16="http://schemas.microsoft.com/office/drawing/2014/main" id="{5A1DC2E5-0F82-C478-D37A-41BF0ED1AA1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DC9ED8-2A4E-640B-EA77-FF903AC0D0A3}"/>
              </a:ext>
            </a:extLst>
          </p:cNvPr>
          <p:cNvSpPr>
            <a:spLocks noGrp="1"/>
          </p:cNvSpPr>
          <p:nvPr>
            <p:ph type="sldNum" sz="quarter" idx="12"/>
          </p:nvPr>
        </p:nvSpPr>
        <p:spPr/>
        <p:txBody>
          <a:body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2303557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689D36-A52D-AFA0-DC33-FFA0953FD4F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621D550-6E93-F1C0-3443-6297275A220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976CA0B-B746-7A25-D62E-788C15E4686B}"/>
              </a:ext>
            </a:extLst>
          </p:cNvPr>
          <p:cNvSpPr>
            <a:spLocks noGrp="1"/>
          </p:cNvSpPr>
          <p:nvPr>
            <p:ph type="dt" sz="half" idx="10"/>
          </p:nvPr>
        </p:nvSpPr>
        <p:spPr/>
        <p:txBody>
          <a:bodyPr/>
          <a:lstStyle/>
          <a:p>
            <a:fld id="{7BCE8F81-738C-49B4-B668-E64DE1DAE14C}" type="datetimeFigureOut">
              <a:rPr lang="zh-CN" altLang="en-US" smtClean="0"/>
              <a:t>2025/5/29</a:t>
            </a:fld>
            <a:endParaRPr lang="zh-CN" altLang="en-US"/>
          </a:p>
        </p:txBody>
      </p:sp>
      <p:sp>
        <p:nvSpPr>
          <p:cNvPr id="5" name="页脚占位符 4">
            <a:extLst>
              <a:ext uri="{FF2B5EF4-FFF2-40B4-BE49-F238E27FC236}">
                <a16:creationId xmlns:a16="http://schemas.microsoft.com/office/drawing/2014/main" id="{F5D3CC3F-4E59-3DEE-73B3-8B2FE79D14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857D896-A88D-A451-A85D-9587F1C82D17}"/>
              </a:ext>
            </a:extLst>
          </p:cNvPr>
          <p:cNvSpPr>
            <a:spLocks noGrp="1"/>
          </p:cNvSpPr>
          <p:nvPr>
            <p:ph type="sldNum" sz="quarter" idx="12"/>
          </p:nvPr>
        </p:nvSpPr>
        <p:spPr/>
        <p:txBody>
          <a:body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1345571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188BE5-B0B0-93E0-758D-5C245F34022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10864A4-03FF-D436-B8A5-703F76BD91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1A0F037-B9AA-C75B-F7C0-A6B27DCCE11A}"/>
              </a:ext>
            </a:extLst>
          </p:cNvPr>
          <p:cNvSpPr>
            <a:spLocks noGrp="1"/>
          </p:cNvSpPr>
          <p:nvPr>
            <p:ph type="dt" sz="half" idx="10"/>
          </p:nvPr>
        </p:nvSpPr>
        <p:spPr/>
        <p:txBody>
          <a:bodyPr/>
          <a:lstStyle/>
          <a:p>
            <a:fld id="{7BCE8F81-738C-49B4-B668-E64DE1DAE14C}" type="datetimeFigureOut">
              <a:rPr lang="zh-CN" altLang="en-US" smtClean="0"/>
              <a:t>2025/5/29</a:t>
            </a:fld>
            <a:endParaRPr lang="zh-CN" altLang="en-US"/>
          </a:p>
        </p:txBody>
      </p:sp>
      <p:sp>
        <p:nvSpPr>
          <p:cNvPr id="5" name="页脚占位符 4">
            <a:extLst>
              <a:ext uri="{FF2B5EF4-FFF2-40B4-BE49-F238E27FC236}">
                <a16:creationId xmlns:a16="http://schemas.microsoft.com/office/drawing/2014/main" id="{42C6C919-7CD2-912D-6822-5708A1E8467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E1BDA4C-2359-87C3-301F-D7C670A73D6A}"/>
              </a:ext>
            </a:extLst>
          </p:cNvPr>
          <p:cNvSpPr>
            <a:spLocks noGrp="1"/>
          </p:cNvSpPr>
          <p:nvPr>
            <p:ph type="sldNum" sz="quarter" idx="12"/>
          </p:nvPr>
        </p:nvSpPr>
        <p:spPr/>
        <p:txBody>
          <a:body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222471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5D1A7-671E-4F28-6868-96D93B8FA03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D521F66-2906-10DE-3761-9561EDB5A0B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ED9E01D-12E1-A3F3-EED6-7B6E1614D86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487E517-A792-4FA8-488B-453EFAB914B4}"/>
              </a:ext>
            </a:extLst>
          </p:cNvPr>
          <p:cNvSpPr>
            <a:spLocks noGrp="1"/>
          </p:cNvSpPr>
          <p:nvPr>
            <p:ph type="dt" sz="half" idx="10"/>
          </p:nvPr>
        </p:nvSpPr>
        <p:spPr/>
        <p:txBody>
          <a:bodyPr/>
          <a:lstStyle/>
          <a:p>
            <a:fld id="{7BCE8F81-738C-49B4-B668-E64DE1DAE14C}" type="datetimeFigureOut">
              <a:rPr lang="zh-CN" altLang="en-US" smtClean="0"/>
              <a:t>2025/5/29</a:t>
            </a:fld>
            <a:endParaRPr lang="zh-CN" altLang="en-US"/>
          </a:p>
        </p:txBody>
      </p:sp>
      <p:sp>
        <p:nvSpPr>
          <p:cNvPr id="6" name="页脚占位符 5">
            <a:extLst>
              <a:ext uri="{FF2B5EF4-FFF2-40B4-BE49-F238E27FC236}">
                <a16:creationId xmlns:a16="http://schemas.microsoft.com/office/drawing/2014/main" id="{8A4D8CAF-8674-E9BB-0ACD-0C4579E5F0F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0398BB5-A3B3-75BB-9EC2-00FCE5C3517A}"/>
              </a:ext>
            </a:extLst>
          </p:cNvPr>
          <p:cNvSpPr>
            <a:spLocks noGrp="1"/>
          </p:cNvSpPr>
          <p:nvPr>
            <p:ph type="sldNum" sz="quarter" idx="12"/>
          </p:nvPr>
        </p:nvSpPr>
        <p:spPr/>
        <p:txBody>
          <a:body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2834202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B65D83-E42C-4E13-AD10-FBFF32F96C4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94CB96A-1B3B-EFEC-A7DE-3E6E59C0FC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B994CEB-575C-8CB1-29CD-E4BB92278C6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A399C6D-3FAC-898C-4BE2-8BB3B02473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5F25887-D79A-0BF8-AFEC-9053A9F0BCB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2B173FD-46AC-46DE-2B53-9173C7012DD9}"/>
              </a:ext>
            </a:extLst>
          </p:cNvPr>
          <p:cNvSpPr>
            <a:spLocks noGrp="1"/>
          </p:cNvSpPr>
          <p:nvPr>
            <p:ph type="dt" sz="half" idx="10"/>
          </p:nvPr>
        </p:nvSpPr>
        <p:spPr/>
        <p:txBody>
          <a:bodyPr/>
          <a:lstStyle/>
          <a:p>
            <a:fld id="{7BCE8F81-738C-49B4-B668-E64DE1DAE14C}" type="datetimeFigureOut">
              <a:rPr lang="zh-CN" altLang="en-US" smtClean="0"/>
              <a:t>2025/5/29</a:t>
            </a:fld>
            <a:endParaRPr lang="zh-CN" altLang="en-US"/>
          </a:p>
        </p:txBody>
      </p:sp>
      <p:sp>
        <p:nvSpPr>
          <p:cNvPr id="8" name="页脚占位符 7">
            <a:extLst>
              <a:ext uri="{FF2B5EF4-FFF2-40B4-BE49-F238E27FC236}">
                <a16:creationId xmlns:a16="http://schemas.microsoft.com/office/drawing/2014/main" id="{1B90A131-CA3B-1E26-CCD3-9AC4BDA7345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D95595D-24C6-46C7-A3F7-F30C67AE6FAC}"/>
              </a:ext>
            </a:extLst>
          </p:cNvPr>
          <p:cNvSpPr>
            <a:spLocks noGrp="1"/>
          </p:cNvSpPr>
          <p:nvPr>
            <p:ph type="sldNum" sz="quarter" idx="12"/>
          </p:nvPr>
        </p:nvSpPr>
        <p:spPr/>
        <p:txBody>
          <a:body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36968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B9E04-1B2F-49BA-7ED6-18F2EDCA745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A606ACC-DE34-FF80-EEAE-C72E4976B7B8}"/>
              </a:ext>
            </a:extLst>
          </p:cNvPr>
          <p:cNvSpPr>
            <a:spLocks noGrp="1"/>
          </p:cNvSpPr>
          <p:nvPr>
            <p:ph type="dt" sz="half" idx="10"/>
          </p:nvPr>
        </p:nvSpPr>
        <p:spPr/>
        <p:txBody>
          <a:bodyPr/>
          <a:lstStyle/>
          <a:p>
            <a:fld id="{7BCE8F81-738C-49B4-B668-E64DE1DAE14C}" type="datetimeFigureOut">
              <a:rPr lang="zh-CN" altLang="en-US" smtClean="0"/>
              <a:t>2025/5/29</a:t>
            </a:fld>
            <a:endParaRPr lang="zh-CN" altLang="en-US"/>
          </a:p>
        </p:txBody>
      </p:sp>
      <p:sp>
        <p:nvSpPr>
          <p:cNvPr id="4" name="页脚占位符 3">
            <a:extLst>
              <a:ext uri="{FF2B5EF4-FFF2-40B4-BE49-F238E27FC236}">
                <a16:creationId xmlns:a16="http://schemas.microsoft.com/office/drawing/2014/main" id="{189095E4-F3F5-E94D-5C19-3C862AC9F33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F0FA3DE-8C07-504C-C886-669C4E2A0ADD}"/>
              </a:ext>
            </a:extLst>
          </p:cNvPr>
          <p:cNvSpPr>
            <a:spLocks noGrp="1"/>
          </p:cNvSpPr>
          <p:nvPr>
            <p:ph type="sldNum" sz="quarter" idx="12"/>
          </p:nvPr>
        </p:nvSpPr>
        <p:spPr/>
        <p:txBody>
          <a:body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86008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DF5E1AB-F264-19FE-18E6-7A15D8F58FCC}"/>
              </a:ext>
            </a:extLst>
          </p:cNvPr>
          <p:cNvSpPr>
            <a:spLocks noGrp="1"/>
          </p:cNvSpPr>
          <p:nvPr>
            <p:ph type="dt" sz="half" idx="10"/>
          </p:nvPr>
        </p:nvSpPr>
        <p:spPr/>
        <p:txBody>
          <a:bodyPr/>
          <a:lstStyle/>
          <a:p>
            <a:fld id="{7BCE8F81-738C-49B4-B668-E64DE1DAE14C}" type="datetimeFigureOut">
              <a:rPr lang="zh-CN" altLang="en-US" smtClean="0"/>
              <a:t>2025/5/29</a:t>
            </a:fld>
            <a:endParaRPr lang="zh-CN" altLang="en-US"/>
          </a:p>
        </p:txBody>
      </p:sp>
      <p:sp>
        <p:nvSpPr>
          <p:cNvPr id="3" name="页脚占位符 2">
            <a:extLst>
              <a:ext uri="{FF2B5EF4-FFF2-40B4-BE49-F238E27FC236}">
                <a16:creationId xmlns:a16="http://schemas.microsoft.com/office/drawing/2014/main" id="{84E19A3C-A6FC-A95F-5787-23F1B93A50C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88C7C7A-9AC5-5300-FAB8-95F6ACC71E0E}"/>
              </a:ext>
            </a:extLst>
          </p:cNvPr>
          <p:cNvSpPr>
            <a:spLocks noGrp="1"/>
          </p:cNvSpPr>
          <p:nvPr>
            <p:ph type="sldNum" sz="quarter" idx="12"/>
          </p:nvPr>
        </p:nvSpPr>
        <p:spPr/>
        <p:txBody>
          <a:body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848332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089774-3BC6-4D75-5FBC-41583B2A485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2D27BF2-3C17-A311-1235-3D7B34BFBC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C896C42-634C-1F02-C401-72E70BCADA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31AC3F1-EB05-62FE-8E78-D8AC039415B3}"/>
              </a:ext>
            </a:extLst>
          </p:cNvPr>
          <p:cNvSpPr>
            <a:spLocks noGrp="1"/>
          </p:cNvSpPr>
          <p:nvPr>
            <p:ph type="dt" sz="half" idx="10"/>
          </p:nvPr>
        </p:nvSpPr>
        <p:spPr/>
        <p:txBody>
          <a:bodyPr/>
          <a:lstStyle/>
          <a:p>
            <a:fld id="{7BCE8F81-738C-49B4-B668-E64DE1DAE14C}" type="datetimeFigureOut">
              <a:rPr lang="zh-CN" altLang="en-US" smtClean="0"/>
              <a:t>2025/5/29</a:t>
            </a:fld>
            <a:endParaRPr lang="zh-CN" altLang="en-US"/>
          </a:p>
        </p:txBody>
      </p:sp>
      <p:sp>
        <p:nvSpPr>
          <p:cNvPr id="6" name="页脚占位符 5">
            <a:extLst>
              <a:ext uri="{FF2B5EF4-FFF2-40B4-BE49-F238E27FC236}">
                <a16:creationId xmlns:a16="http://schemas.microsoft.com/office/drawing/2014/main" id="{4237D927-F9ED-87B9-44CB-52974631DD7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DE7388F-56BF-D385-E18B-F947B718CBEA}"/>
              </a:ext>
            </a:extLst>
          </p:cNvPr>
          <p:cNvSpPr>
            <a:spLocks noGrp="1"/>
          </p:cNvSpPr>
          <p:nvPr>
            <p:ph type="sldNum" sz="quarter" idx="12"/>
          </p:nvPr>
        </p:nvSpPr>
        <p:spPr/>
        <p:txBody>
          <a:body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521780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50A13-E0B0-042C-621D-13F4F724140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61C2732-E0E5-92A5-899F-3F03329AB1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0CEACF7-8D6A-E7C6-3A77-2205E64BE6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1A21523-D73B-9C1E-47CA-BC3FE2BFD876}"/>
              </a:ext>
            </a:extLst>
          </p:cNvPr>
          <p:cNvSpPr>
            <a:spLocks noGrp="1"/>
          </p:cNvSpPr>
          <p:nvPr>
            <p:ph type="dt" sz="half" idx="10"/>
          </p:nvPr>
        </p:nvSpPr>
        <p:spPr/>
        <p:txBody>
          <a:bodyPr/>
          <a:lstStyle/>
          <a:p>
            <a:fld id="{7BCE8F81-738C-49B4-B668-E64DE1DAE14C}" type="datetimeFigureOut">
              <a:rPr lang="zh-CN" altLang="en-US" smtClean="0"/>
              <a:t>2025/5/29</a:t>
            </a:fld>
            <a:endParaRPr lang="zh-CN" altLang="en-US"/>
          </a:p>
        </p:txBody>
      </p:sp>
      <p:sp>
        <p:nvSpPr>
          <p:cNvPr id="6" name="页脚占位符 5">
            <a:extLst>
              <a:ext uri="{FF2B5EF4-FFF2-40B4-BE49-F238E27FC236}">
                <a16:creationId xmlns:a16="http://schemas.microsoft.com/office/drawing/2014/main" id="{6B8CF57B-8DD6-FCC1-2815-833AA2D8F1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51C475F-9367-AB31-0F74-FA06D031A1CD}"/>
              </a:ext>
            </a:extLst>
          </p:cNvPr>
          <p:cNvSpPr>
            <a:spLocks noGrp="1"/>
          </p:cNvSpPr>
          <p:nvPr>
            <p:ph type="sldNum" sz="quarter" idx="12"/>
          </p:nvPr>
        </p:nvSpPr>
        <p:spPr/>
        <p:txBody>
          <a:body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1539433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18AFDD-1A3A-1C7E-4639-7A9AC727B43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901F535-730B-1C76-883D-D185DCFA90E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CD21743-F379-573C-A494-E05965AC8C8A}"/>
              </a:ext>
            </a:extLst>
          </p:cNvPr>
          <p:cNvSpPr>
            <a:spLocks noGrp="1"/>
          </p:cNvSpPr>
          <p:nvPr>
            <p:ph type="dt" sz="half" idx="10"/>
          </p:nvPr>
        </p:nvSpPr>
        <p:spPr/>
        <p:txBody>
          <a:bodyPr/>
          <a:lstStyle/>
          <a:p>
            <a:fld id="{7BCE8F81-738C-49B4-B668-E64DE1DAE14C}" type="datetimeFigureOut">
              <a:rPr lang="zh-CN" altLang="en-US" smtClean="0"/>
              <a:t>2025/5/29</a:t>
            </a:fld>
            <a:endParaRPr lang="zh-CN" altLang="en-US"/>
          </a:p>
        </p:txBody>
      </p:sp>
      <p:sp>
        <p:nvSpPr>
          <p:cNvPr id="5" name="页脚占位符 4">
            <a:extLst>
              <a:ext uri="{FF2B5EF4-FFF2-40B4-BE49-F238E27FC236}">
                <a16:creationId xmlns:a16="http://schemas.microsoft.com/office/drawing/2014/main" id="{4837A80A-42F2-B5CD-4424-8C1E62079D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C38011-D159-3B7A-C2BD-FA7B19908D52}"/>
              </a:ext>
            </a:extLst>
          </p:cNvPr>
          <p:cNvSpPr>
            <a:spLocks noGrp="1"/>
          </p:cNvSpPr>
          <p:nvPr>
            <p:ph type="sldNum" sz="quarter" idx="12"/>
          </p:nvPr>
        </p:nvSpPr>
        <p:spPr/>
        <p:txBody>
          <a:body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41506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35480B7-716E-4648-0DF3-0A22EC6B550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53D5914-B6E9-B3E4-E42A-0349A860F6B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09D945A-472D-B623-6BB5-C1AB8CD0E3AB}"/>
              </a:ext>
            </a:extLst>
          </p:cNvPr>
          <p:cNvSpPr>
            <a:spLocks noGrp="1"/>
          </p:cNvSpPr>
          <p:nvPr>
            <p:ph type="dt" sz="half" idx="10"/>
          </p:nvPr>
        </p:nvSpPr>
        <p:spPr/>
        <p:txBody>
          <a:bodyPr/>
          <a:lstStyle/>
          <a:p>
            <a:fld id="{7BCE8F81-738C-49B4-B668-E64DE1DAE14C}" type="datetimeFigureOut">
              <a:rPr lang="zh-CN" altLang="en-US" smtClean="0"/>
              <a:t>2025/5/29</a:t>
            </a:fld>
            <a:endParaRPr lang="zh-CN" altLang="en-US"/>
          </a:p>
        </p:txBody>
      </p:sp>
      <p:sp>
        <p:nvSpPr>
          <p:cNvPr id="5" name="页脚占位符 4">
            <a:extLst>
              <a:ext uri="{FF2B5EF4-FFF2-40B4-BE49-F238E27FC236}">
                <a16:creationId xmlns:a16="http://schemas.microsoft.com/office/drawing/2014/main" id="{D93426DE-DC15-5B94-EB8D-847245C47D1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2CBD883-2AE8-BF62-B08E-4C9D2A012185}"/>
              </a:ext>
            </a:extLst>
          </p:cNvPr>
          <p:cNvSpPr>
            <a:spLocks noGrp="1"/>
          </p:cNvSpPr>
          <p:nvPr>
            <p:ph type="sldNum" sz="quarter" idx="12"/>
          </p:nvPr>
        </p:nvSpPr>
        <p:spPr/>
        <p:txBody>
          <a:body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2681941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E9F6E44-C3D8-EDA8-B80E-08BF97302C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9CB8AFE-701E-2451-0AA6-39EA29147C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F04939-2712-7581-1794-6D9E777900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CE8F81-738C-49B4-B668-E64DE1DAE14C}" type="datetimeFigureOut">
              <a:rPr lang="zh-CN" altLang="en-US" smtClean="0"/>
              <a:t>2025/5/29</a:t>
            </a:fld>
            <a:endParaRPr lang="zh-CN" altLang="en-US"/>
          </a:p>
        </p:txBody>
      </p:sp>
      <p:sp>
        <p:nvSpPr>
          <p:cNvPr id="5" name="页脚占位符 4">
            <a:extLst>
              <a:ext uri="{FF2B5EF4-FFF2-40B4-BE49-F238E27FC236}">
                <a16:creationId xmlns:a16="http://schemas.microsoft.com/office/drawing/2014/main" id="{2DF16690-8F33-D968-D206-3186AA7A15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BAA313A-959B-4969-5A34-A360631CFF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61B76D-CBD4-4796-A812-B9E0E6AB2B95}" type="slidenum">
              <a:rPr lang="zh-CN" altLang="en-US" smtClean="0"/>
              <a:t>‹#›</a:t>
            </a:fld>
            <a:endParaRPr lang="zh-CN" altLang="en-US"/>
          </a:p>
        </p:txBody>
      </p:sp>
    </p:spTree>
    <p:extLst>
      <p:ext uri="{BB962C8B-B14F-4D97-AF65-F5344CB8AC3E}">
        <p14:creationId xmlns:p14="http://schemas.microsoft.com/office/powerpoint/2010/main" val="1294801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7" Type="http://schemas.microsoft.com/office/2007/relationships/hdphoto" Target="../media/hdphoto2.wdp"/><Relationship Id="rId2" Type="http://schemas.openxmlformats.org/officeDocument/2006/relationships/image" Target="../media/image4.jpg"/><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7" Type="http://schemas.microsoft.com/office/2007/relationships/hdphoto" Target="../media/hdphoto2.wdp"/><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png"/><Relationship Id="rId5" Type="http://schemas.microsoft.com/office/2007/relationships/hdphoto" Target="../media/hdphoto2.wdp"/><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jpg"/><Relationship Id="rId5" Type="http://schemas.microsoft.com/office/2007/relationships/hdphoto" Target="../media/hdphoto2.wdp"/><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校徽打底"/>
          <p:cNvSpPr/>
          <p:nvPr/>
        </p:nvSpPr>
        <p:spPr>
          <a:xfrm>
            <a:off x="0" y="-126023"/>
            <a:ext cx="7002008" cy="7002008"/>
          </a:xfrm>
          <a:prstGeom prst="rect">
            <a:avLst/>
          </a:prstGeom>
          <a:blipFill dpi="0" rotWithShape="1">
            <a:blip r:embed="rId3">
              <a:alphaModFix amt="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图书馆照片"/>
          <p:cNvSpPr/>
          <p:nvPr/>
        </p:nvSpPr>
        <p:spPr>
          <a:xfrm>
            <a:off x="0" y="1345075"/>
            <a:ext cx="12192000" cy="2666076"/>
          </a:xfrm>
          <a:prstGeom prst="rect">
            <a:avLst/>
          </a:prstGeom>
          <a:solidFill>
            <a:schemeClr val="accent1"/>
          </a:solidFill>
          <a:ln>
            <a:noFill/>
          </a:ln>
          <a:effectLst>
            <a:outerShdw blurRad="889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4" name="LOGO组合"/>
          <p:cNvGrpSpPr/>
          <p:nvPr/>
        </p:nvGrpSpPr>
        <p:grpSpPr>
          <a:xfrm>
            <a:off x="9031134" y="207790"/>
            <a:ext cx="2719167" cy="586775"/>
            <a:chOff x="685800" y="630052"/>
            <a:chExt cx="2719167" cy="586775"/>
          </a:xfrm>
        </p:grpSpPr>
        <p:pic>
          <p:nvPicPr>
            <p:cNvPr id="26" name="校名"/>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Layer>
                  </a14:imgProps>
                </a:ext>
              </a:extLst>
            </a:blip>
            <a:stretch>
              <a:fillRect/>
            </a:stretch>
          </p:blipFill>
          <p:spPr>
            <a:xfrm>
              <a:off x="1441885" y="679578"/>
              <a:ext cx="1963082" cy="487722"/>
            </a:xfrm>
            <a:prstGeom prst="rect">
              <a:avLst/>
            </a:prstGeom>
          </p:spPr>
        </p:pic>
        <p:pic>
          <p:nvPicPr>
            <p:cNvPr id="27" name="校徽"/>
            <p:cNvPicPr>
              <a:picLocks noChangeAspect="1"/>
            </p:cNvPicPr>
            <p:nvPr/>
          </p:nvPicPr>
          <p:blipFill>
            <a:blip r:embed="rId6" cstate="screen">
              <a:duotone>
                <a:schemeClr val="accent1">
                  <a:shade val="45000"/>
                  <a:satMod val="135000"/>
                </a:schemeClr>
                <a:prstClr val="white"/>
              </a:duotone>
              <a:extLst>
                <a:ext uri="{BEBA8EAE-BF5A-486C-A8C5-ECC9F3942E4B}">
                  <a14:imgProps xmlns:a14="http://schemas.microsoft.com/office/drawing/2010/main">
                    <a14:imgLayer r:embed="rId7">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5" name="合作QQ： 243001978"/>
          <p:cNvSpPr/>
          <p:nvPr/>
        </p:nvSpPr>
        <p:spPr>
          <a:xfrm>
            <a:off x="9737482" y="6488668"/>
            <a:ext cx="2454518" cy="369332"/>
          </a:xfrm>
          <a:prstGeom prst="rect">
            <a:avLst/>
          </a:prstGeom>
        </p:spPr>
        <p:txBody>
          <a:bodyPr wrap="none">
            <a:spAutoFit/>
          </a:bodyPr>
          <a:lstStyle/>
          <a:p>
            <a:pPr algn="ct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sp>
        <p:nvSpPr>
          <p:cNvPr id="6" name="主标题">
            <a:extLst>
              <a:ext uri="{FF2B5EF4-FFF2-40B4-BE49-F238E27FC236}">
                <a16:creationId xmlns:a16="http://schemas.microsoft.com/office/drawing/2014/main" id="{A7C3354A-4787-6141-DCB4-022C494ADEC6}"/>
              </a:ext>
            </a:extLst>
          </p:cNvPr>
          <p:cNvSpPr txBox="1"/>
          <p:nvPr/>
        </p:nvSpPr>
        <p:spPr>
          <a:xfrm>
            <a:off x="962894" y="1580390"/>
            <a:ext cx="10467106" cy="1754326"/>
          </a:xfrm>
          <a:prstGeom prst="rect">
            <a:avLst/>
          </a:prstGeom>
          <a:noFill/>
        </p:spPr>
        <p:txBody>
          <a:bodyPr wrap="square" rtlCol="0">
            <a:spAutoFit/>
          </a:bodyPr>
          <a:lstStyle/>
          <a:p>
            <a:pPr defTabSz="457200"/>
            <a:r>
              <a:rPr lang="zh-CN" altLang="en-US" sz="5400" b="1" dirty="0">
                <a:solidFill>
                  <a:schemeClr val="bg1"/>
                </a:solidFill>
                <a:latin typeface="Arial" panose="020B0604020202020204" pitchFamily="34" charset="0"/>
                <a:ea typeface="微软雅黑" panose="020B0503020204020204" pitchFamily="34" charset="-122"/>
                <a:sym typeface="Arial" panose="020B0604020202020204" pitchFamily="34" charset="0"/>
              </a:rPr>
              <a:t>基于</a:t>
            </a:r>
            <a:r>
              <a:rPr lang="en-US" altLang="zh-CN" sz="5400" b="1" dirty="0">
                <a:solidFill>
                  <a:schemeClr val="bg1"/>
                </a:solidFill>
                <a:latin typeface="Arial" panose="020B0604020202020204" pitchFamily="34" charset="0"/>
                <a:ea typeface="微软雅黑" panose="020B0503020204020204" pitchFamily="34" charset="-122"/>
                <a:sym typeface="Arial" panose="020B0604020202020204" pitchFamily="34" charset="0"/>
              </a:rPr>
              <a:t>xxx</a:t>
            </a:r>
            <a:r>
              <a:rPr lang="zh-CN" altLang="en-US" sz="5400" b="1" dirty="0">
                <a:solidFill>
                  <a:schemeClr val="bg1"/>
                </a:solidFill>
                <a:latin typeface="Arial" panose="020B0604020202020204" pitchFamily="34" charset="0"/>
                <a:ea typeface="微软雅黑" panose="020B0503020204020204" pitchFamily="34" charset="-122"/>
                <a:sym typeface="Arial" panose="020B0604020202020204" pitchFamily="34" charset="0"/>
              </a:rPr>
              <a:t>技术的</a:t>
            </a:r>
            <a:r>
              <a:rPr lang="en-US" altLang="zh-CN" sz="5400" b="1" dirty="0" err="1">
                <a:solidFill>
                  <a:schemeClr val="bg1"/>
                </a:solidFill>
                <a:latin typeface="Arial" panose="020B0604020202020204" pitchFamily="34" charset="0"/>
                <a:ea typeface="微软雅黑" panose="020B0503020204020204" pitchFamily="34" charset="-122"/>
                <a:sym typeface="Arial" panose="020B0604020202020204" pitchFamily="34" charset="0"/>
              </a:rPr>
              <a:t>xxxx</a:t>
            </a:r>
            <a:r>
              <a:rPr lang="zh-CN" altLang="en-US" sz="5400" b="1" dirty="0">
                <a:solidFill>
                  <a:schemeClr val="bg1"/>
                </a:solidFill>
                <a:latin typeface="Arial" panose="020B0604020202020204" pitchFamily="34" charset="0"/>
                <a:ea typeface="微软雅黑" panose="020B0503020204020204" pitchFamily="34" charset="-122"/>
                <a:sym typeface="Arial" panose="020B0604020202020204" pitchFamily="34" charset="0"/>
              </a:rPr>
              <a:t>应用</a:t>
            </a:r>
            <a:endParaRPr lang="en-US" altLang="zh-CN" sz="5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defTabSz="457200"/>
            <a:r>
              <a:rPr lang="en-US" altLang="zh-CN" sz="5400" b="1" dirty="0">
                <a:solidFill>
                  <a:schemeClr val="bg1"/>
                </a:solidFill>
                <a:latin typeface="Arial" panose="020B0604020202020204" pitchFamily="34" charset="0"/>
                <a:ea typeface="微软雅黑" panose="020B0503020204020204" pitchFamily="34" charset="-122"/>
                <a:sym typeface="Arial" panose="020B0604020202020204" pitchFamily="34" charset="0"/>
              </a:rPr>
              <a:t>                          ——xxx</a:t>
            </a:r>
            <a:r>
              <a:rPr lang="zh-CN" altLang="en-US" sz="5400" b="1" dirty="0">
                <a:solidFill>
                  <a:schemeClr val="bg1"/>
                </a:solidFill>
                <a:latin typeface="Arial" panose="020B0604020202020204" pitchFamily="34" charset="0"/>
                <a:ea typeface="微软雅黑" panose="020B0503020204020204" pitchFamily="34" charset="-122"/>
                <a:sym typeface="Arial" panose="020B0604020202020204" pitchFamily="34" charset="0"/>
              </a:rPr>
              <a:t>立项答辩</a:t>
            </a:r>
            <a:endParaRPr lang="zh-CN" altLang="en-US" sz="4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a:extLst>
              <a:ext uri="{FF2B5EF4-FFF2-40B4-BE49-F238E27FC236}">
                <a16:creationId xmlns:a16="http://schemas.microsoft.com/office/drawing/2014/main" id="{B5CC9847-C61C-224D-FF8D-010E6D5A547E}"/>
              </a:ext>
            </a:extLst>
          </p:cNvPr>
          <p:cNvSpPr txBox="1"/>
          <p:nvPr/>
        </p:nvSpPr>
        <p:spPr>
          <a:xfrm>
            <a:off x="4263466" y="4398752"/>
            <a:ext cx="3331052" cy="1905778"/>
          </a:xfrm>
          <a:prstGeom prst="rect">
            <a:avLst/>
          </a:prstGeom>
          <a:noFill/>
        </p:spPr>
        <p:txBody>
          <a:bodyPr wrap="square" rtlCol="0">
            <a:spAutoFit/>
          </a:bodyPr>
          <a:lstStyle/>
          <a:p>
            <a:pPr algn="ctr">
              <a:lnSpc>
                <a:spcPts val="3600"/>
              </a:lnSpc>
            </a:pPr>
            <a:r>
              <a:rPr lang="zh-CN" altLang="en-US" sz="2400" b="1" dirty="0">
                <a:latin typeface="黑体" panose="02010609060101010101" pitchFamily="49" charset="-122"/>
                <a:ea typeface="黑体" panose="02010609060101010101" pitchFamily="49" charset="-122"/>
              </a:rPr>
              <a:t>答辩人：</a:t>
            </a:r>
            <a:r>
              <a:rPr lang="en-US" altLang="zh-CN" sz="2400" b="1" dirty="0">
                <a:latin typeface="黑体" panose="02010609060101010101" pitchFamily="49" charset="-122"/>
                <a:ea typeface="黑体" panose="02010609060101010101" pitchFamily="49" charset="-122"/>
              </a:rPr>
              <a:t>xxx</a:t>
            </a:r>
          </a:p>
          <a:p>
            <a:pPr algn="ctr">
              <a:lnSpc>
                <a:spcPts val="3600"/>
              </a:lnSpc>
            </a:pPr>
            <a:r>
              <a:rPr lang="zh-CN" altLang="en-US" sz="2400" b="1" dirty="0">
                <a:latin typeface="黑体" panose="02010609060101010101" pitchFamily="49" charset="-122"/>
                <a:ea typeface="黑体" panose="02010609060101010101" pitchFamily="49" charset="-122"/>
              </a:rPr>
              <a:t>指导老师：</a:t>
            </a:r>
            <a:r>
              <a:rPr lang="en-US" altLang="zh-CN" sz="2400" b="1" dirty="0">
                <a:latin typeface="黑体" panose="02010609060101010101" pitchFamily="49" charset="-122"/>
                <a:ea typeface="黑体" panose="02010609060101010101" pitchFamily="49" charset="-122"/>
              </a:rPr>
              <a:t>xxx</a:t>
            </a:r>
          </a:p>
          <a:p>
            <a:pPr algn="ctr">
              <a:lnSpc>
                <a:spcPts val="3600"/>
              </a:lnSpc>
            </a:pPr>
            <a:r>
              <a:rPr lang="zh-CN" altLang="en-US" sz="2400" b="1" dirty="0">
                <a:latin typeface="黑体" panose="02010609060101010101" pitchFamily="49" charset="-122"/>
                <a:ea typeface="黑体" panose="02010609060101010101" pitchFamily="49" charset="-122"/>
              </a:rPr>
              <a:t>学院：</a:t>
            </a:r>
            <a:r>
              <a:rPr lang="en-US" altLang="zh-CN" sz="2400" b="1" dirty="0">
                <a:latin typeface="黑体" panose="02010609060101010101" pitchFamily="49" charset="-122"/>
                <a:ea typeface="黑体" panose="02010609060101010101" pitchFamily="49" charset="-122"/>
              </a:rPr>
              <a:t>xx</a:t>
            </a:r>
            <a:r>
              <a:rPr lang="zh-CN" altLang="en-US" sz="2400" b="1" dirty="0">
                <a:latin typeface="黑体" panose="02010609060101010101" pitchFamily="49" charset="-122"/>
                <a:ea typeface="黑体" panose="02010609060101010101" pitchFamily="49" charset="-122"/>
              </a:rPr>
              <a:t>学院</a:t>
            </a:r>
            <a:endParaRPr lang="en-US" altLang="zh-CN" sz="2400" b="1" dirty="0">
              <a:latin typeface="黑体" panose="02010609060101010101" pitchFamily="49" charset="-122"/>
              <a:ea typeface="黑体" panose="02010609060101010101" pitchFamily="49" charset="-122"/>
            </a:endParaRPr>
          </a:p>
          <a:p>
            <a:pPr algn="ctr">
              <a:lnSpc>
                <a:spcPts val="3600"/>
              </a:lnSpc>
            </a:pPr>
            <a:r>
              <a:rPr lang="zh-CN" altLang="en-US" sz="2400" b="1" dirty="0">
                <a:latin typeface="黑体" panose="02010609060101010101" pitchFamily="49" charset="-122"/>
                <a:ea typeface="黑体" panose="02010609060101010101" pitchFamily="49" charset="-122"/>
              </a:rPr>
              <a:t>日期：</a:t>
            </a:r>
            <a:r>
              <a:rPr lang="en-US" altLang="zh-CN" sz="2400" b="1" dirty="0">
                <a:latin typeface="黑体" panose="02010609060101010101" pitchFamily="49" charset="-122"/>
                <a:ea typeface="黑体" panose="02010609060101010101" pitchFamily="49" charset="-122"/>
              </a:rPr>
              <a:t>2025</a:t>
            </a:r>
            <a:r>
              <a:rPr lang="zh-CN" altLang="en-US" sz="2400" b="1" dirty="0">
                <a:latin typeface="黑体" panose="02010609060101010101" pitchFamily="49" charset="-122"/>
                <a:ea typeface="黑体" panose="02010609060101010101" pitchFamily="49" charset="-122"/>
              </a:rPr>
              <a:t>年</a:t>
            </a:r>
            <a:r>
              <a:rPr lang="en-US" altLang="zh-CN" sz="2400" b="1" dirty="0">
                <a:latin typeface="黑体" panose="02010609060101010101" pitchFamily="49" charset="-122"/>
                <a:ea typeface="黑体" panose="02010609060101010101" pitchFamily="49" charset="-122"/>
              </a:rPr>
              <a:t>x</a:t>
            </a:r>
            <a:r>
              <a:rPr lang="zh-CN" altLang="en-US" sz="2400" b="1" dirty="0">
                <a:latin typeface="黑体" panose="02010609060101010101" pitchFamily="49" charset="-122"/>
                <a:ea typeface="黑体" panose="02010609060101010101" pitchFamily="49" charset="-122"/>
              </a:rPr>
              <a:t>月</a:t>
            </a:r>
            <a:r>
              <a:rPr lang="en-US" altLang="zh-CN" sz="2400" b="1" dirty="0">
                <a:latin typeface="黑体" panose="02010609060101010101" pitchFamily="49" charset="-122"/>
                <a:ea typeface="黑体" panose="02010609060101010101" pitchFamily="49" charset="-122"/>
              </a:rPr>
              <a:t>x</a:t>
            </a:r>
            <a:r>
              <a:rPr lang="zh-CN" altLang="en-US" sz="2400" b="1" dirty="0">
                <a:latin typeface="黑体" panose="02010609060101010101" pitchFamily="49" charset="-122"/>
                <a:ea typeface="黑体" panose="02010609060101010101" pitchFamily="49" charset="-122"/>
              </a:rPr>
              <a:t>日</a:t>
            </a:r>
          </a:p>
        </p:txBody>
      </p:sp>
      <p:sp>
        <p:nvSpPr>
          <p:cNvPr id="22" name="主标题英文"/>
          <p:cNvSpPr txBox="1"/>
          <p:nvPr/>
        </p:nvSpPr>
        <p:spPr>
          <a:xfrm>
            <a:off x="1083412" y="3457965"/>
            <a:ext cx="10025176" cy="369332"/>
          </a:xfrm>
          <a:prstGeom prst="rect">
            <a:avLst/>
          </a:prstGeom>
          <a:noFill/>
        </p:spPr>
        <p:txBody>
          <a:bodyPr wrap="square" rtlCol="0">
            <a:spAutoFit/>
          </a:bodyPr>
          <a:lstStyle/>
          <a:p>
            <a:pPr algn="dist" defTabSz="457200"/>
            <a:r>
              <a:rPr lang="en-US" altLang="zh-CN" dirty="0">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The opening defense of the College Students' Innovation and Entrepreneurship Competition</a:t>
            </a:r>
            <a:endParaRPr lang="zh-CN" altLang="en-US" dirty="0">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35963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42" presetClass="entr" presetSubtype="0" fill="hold" nodeType="withEffect">
                                  <p:stCondLst>
                                    <p:cond delay="8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50"/>
                                        <p:tgtEl>
                                          <p:spTgt spid="4"/>
                                        </p:tgtEl>
                                      </p:cBhvr>
                                    </p:animEffect>
                                    <p:anim calcmode="lin" valueType="num">
                                      <p:cBhvr>
                                        <p:cTn id="11" dur="750" fill="hold"/>
                                        <p:tgtEl>
                                          <p:spTgt spid="4"/>
                                        </p:tgtEl>
                                        <p:attrNameLst>
                                          <p:attrName>ppt_x</p:attrName>
                                        </p:attrNameLst>
                                      </p:cBhvr>
                                      <p:tavLst>
                                        <p:tav tm="0">
                                          <p:val>
                                            <p:strVal val="#ppt_x"/>
                                          </p:val>
                                        </p:tav>
                                        <p:tav tm="100000">
                                          <p:val>
                                            <p:strVal val="#ppt_x"/>
                                          </p:val>
                                        </p:tav>
                                      </p:tavLst>
                                    </p:anim>
                                    <p:anim calcmode="lin" valueType="num">
                                      <p:cBhvr>
                                        <p:cTn id="12" dur="750" fill="hold"/>
                                        <p:tgtEl>
                                          <p:spTgt spid="4"/>
                                        </p:tgtEl>
                                        <p:attrNameLst>
                                          <p:attrName>ppt_y</p:attrName>
                                        </p:attrNameLst>
                                      </p:cBhvr>
                                      <p:tavLst>
                                        <p:tav tm="0">
                                          <p:val>
                                            <p:strVal val="#ppt_y+.1"/>
                                          </p:val>
                                        </p:tav>
                                        <p:tav tm="100000">
                                          <p:val>
                                            <p:strVal val="#ppt_y"/>
                                          </p:val>
                                        </p:tav>
                                      </p:tavLst>
                                    </p:anim>
                                  </p:childTnLst>
                                </p:cTn>
                              </p:par>
                              <p:par>
                                <p:cTn id="13" presetID="47" presetClass="entr" presetSubtype="0" fill="hold" grpId="0" nodeType="withEffect">
                                  <p:stCondLst>
                                    <p:cond delay="160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750"/>
                                        <p:tgtEl>
                                          <p:spTgt spid="22"/>
                                        </p:tgtEl>
                                      </p:cBhvr>
                                    </p:animEffect>
                                    <p:anim calcmode="lin" valueType="num">
                                      <p:cBhvr>
                                        <p:cTn id="16" dur="750" fill="hold"/>
                                        <p:tgtEl>
                                          <p:spTgt spid="22"/>
                                        </p:tgtEl>
                                        <p:attrNameLst>
                                          <p:attrName>ppt_x</p:attrName>
                                        </p:attrNameLst>
                                      </p:cBhvr>
                                      <p:tavLst>
                                        <p:tav tm="0">
                                          <p:val>
                                            <p:strVal val="#ppt_x"/>
                                          </p:val>
                                        </p:tav>
                                        <p:tav tm="100000">
                                          <p:val>
                                            <p:strVal val="#ppt_x"/>
                                          </p:val>
                                        </p:tav>
                                      </p:tavLst>
                                    </p:anim>
                                    <p:anim calcmode="lin" valueType="num">
                                      <p:cBhvr>
                                        <p:cTn id="17" dur="750" fill="hold"/>
                                        <p:tgtEl>
                                          <p:spTgt spid="22"/>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16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p:bldP spid="7" grpId="0"/>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4055745" cy="684403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校徽打底"/>
          <p:cNvSpPr/>
          <p:nvPr/>
        </p:nvSpPr>
        <p:spPr>
          <a:xfrm>
            <a:off x="3581942" y="-62234"/>
            <a:ext cx="7002008" cy="7002008"/>
          </a:xfrm>
          <a:prstGeom prst="rect">
            <a:avLst/>
          </a:prstGeom>
          <a:blipFill dpi="0" rotWithShape="1">
            <a:blip r:embed="rId2">
              <a:alphaModFix amt="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7" name="文本框 46"/>
          <p:cNvSpPr txBox="1"/>
          <p:nvPr/>
        </p:nvSpPr>
        <p:spPr>
          <a:xfrm>
            <a:off x="5815256" y="853559"/>
            <a:ext cx="6020186" cy="4965462"/>
          </a:xfrm>
          <a:prstGeom prst="rect">
            <a:avLst/>
          </a:prstGeom>
          <a:noFill/>
          <a:extLst>
            <a:ext uri="{909E8E84-426E-40DD-AFC4-6F175D3DCCD1}">
              <a14:hiddenFill xmlns:a14="http://schemas.microsoft.com/office/drawing/2010/main">
                <a:solidFill>
                  <a:srgbClr val="4472C4"/>
                </a:solidFill>
              </a14:hiddenFill>
            </a:ext>
          </a:extLst>
        </p:spPr>
        <p:txBody>
          <a:bodyPr wrap="square" rtlCol="0" anchor="ctr">
            <a:spAutoFit/>
          </a:bodyPr>
          <a:lstStyle/>
          <a:p>
            <a:pPr>
              <a:lnSpc>
                <a:spcPts val="3000"/>
              </a:lnSpc>
              <a:spcBef>
                <a:spcPts val="2000"/>
              </a:spcBef>
              <a:spcAft>
                <a:spcPts val="2000"/>
              </a:spcAft>
            </a:pPr>
            <a:r>
              <a:rPr lang="zh-CN" altLang="en-US" sz="2800" b="1" dirty="0">
                <a:solidFill>
                  <a:srgbClr val="4472C4"/>
                </a:solidFill>
                <a:latin typeface="+mj-ea"/>
                <a:ea typeface="+mj-ea"/>
              </a:rPr>
              <a:t>项目简介</a:t>
            </a:r>
            <a:endParaRPr lang="en-US" altLang="zh-CN" sz="2800" b="1" dirty="0">
              <a:solidFill>
                <a:srgbClr val="4472C4"/>
              </a:solidFill>
              <a:latin typeface="+mj-ea"/>
              <a:ea typeface="+mj-ea"/>
            </a:endParaRPr>
          </a:p>
          <a:p>
            <a:pPr>
              <a:lnSpc>
                <a:spcPts val="3000"/>
              </a:lnSpc>
              <a:spcBef>
                <a:spcPts val="2000"/>
              </a:spcBef>
              <a:spcAft>
                <a:spcPts val="2000"/>
              </a:spcAft>
            </a:pPr>
            <a:r>
              <a:rPr lang="zh-CN" altLang="en-US" sz="2800" dirty="0">
                <a:solidFill>
                  <a:schemeClr val="accent1"/>
                </a:solidFill>
                <a:latin typeface="黑体" panose="02010609060101010101" pitchFamily="49" charset="-122"/>
                <a:ea typeface="黑体" panose="02010609060101010101" pitchFamily="49" charset="-122"/>
                <a:sym typeface="+mn-ea"/>
              </a:rPr>
              <a:t>项目目标与研究内容</a:t>
            </a:r>
          </a:p>
          <a:p>
            <a:pPr>
              <a:lnSpc>
                <a:spcPts val="3000"/>
              </a:lnSpc>
              <a:spcBef>
                <a:spcPts val="2000"/>
              </a:spcBef>
              <a:spcAft>
                <a:spcPts val="2000"/>
              </a:spcAft>
            </a:pPr>
            <a:r>
              <a:rPr lang="zh-CN" altLang="en-US" sz="2800" dirty="0">
                <a:solidFill>
                  <a:schemeClr val="accent1"/>
                </a:solidFill>
                <a:latin typeface="黑体" panose="02010609060101010101" pitchFamily="49" charset="-122"/>
                <a:ea typeface="黑体" panose="02010609060101010101" pitchFamily="49" charset="-122"/>
                <a:sym typeface="+mn-ea"/>
              </a:rPr>
              <a:t>可行性分析</a:t>
            </a:r>
            <a:endParaRPr lang="zh-CN" altLang="en-US" sz="2800" dirty="0">
              <a:solidFill>
                <a:schemeClr val="accent1"/>
              </a:solidFill>
              <a:latin typeface="黑体" panose="02010609060101010101" pitchFamily="49" charset="-122"/>
              <a:ea typeface="黑体" panose="02010609060101010101" pitchFamily="49" charset="-122"/>
            </a:endParaRPr>
          </a:p>
          <a:p>
            <a:pPr>
              <a:lnSpc>
                <a:spcPts val="3000"/>
              </a:lnSpc>
              <a:spcBef>
                <a:spcPts val="2000"/>
              </a:spcBef>
              <a:spcAft>
                <a:spcPts val="2000"/>
              </a:spcAft>
            </a:pPr>
            <a:r>
              <a:rPr lang="zh-CN" altLang="en-US" sz="2800" dirty="0">
                <a:solidFill>
                  <a:schemeClr val="accent1"/>
                </a:solidFill>
                <a:latin typeface="黑体" panose="02010609060101010101" pitchFamily="49" charset="-122"/>
                <a:ea typeface="黑体" panose="02010609060101010101" pitchFamily="49" charset="-122"/>
                <a:sym typeface="+mn-ea"/>
              </a:rPr>
              <a:t>项目创新点</a:t>
            </a:r>
            <a:endParaRPr lang="zh-CN" altLang="en-US" sz="2800" dirty="0">
              <a:solidFill>
                <a:schemeClr val="accent1"/>
              </a:solidFill>
              <a:latin typeface="黑体" panose="02010609060101010101" pitchFamily="49" charset="-122"/>
              <a:ea typeface="黑体" panose="02010609060101010101" pitchFamily="49" charset="-122"/>
            </a:endParaRPr>
          </a:p>
          <a:p>
            <a:pPr>
              <a:lnSpc>
                <a:spcPts val="3000"/>
              </a:lnSpc>
              <a:spcBef>
                <a:spcPts val="2000"/>
              </a:spcBef>
              <a:spcAft>
                <a:spcPts val="2000"/>
              </a:spcAft>
            </a:pPr>
            <a:r>
              <a:rPr lang="zh-CN" altLang="en-US" sz="2800" dirty="0">
                <a:solidFill>
                  <a:schemeClr val="accent1"/>
                </a:solidFill>
                <a:latin typeface="黑体" panose="02010609060101010101" pitchFamily="49" charset="-122"/>
                <a:ea typeface="黑体" panose="02010609060101010101" pitchFamily="49" charset="-122"/>
                <a:sym typeface="+mn-ea"/>
              </a:rPr>
              <a:t>项目研究进度安排及各阶段预期结果</a:t>
            </a:r>
            <a:endParaRPr lang="zh-CN" altLang="en-US" sz="2800" dirty="0">
              <a:solidFill>
                <a:schemeClr val="accent1"/>
              </a:solidFill>
              <a:latin typeface="黑体" panose="02010609060101010101" pitchFamily="49" charset="-122"/>
              <a:ea typeface="黑体" panose="02010609060101010101" pitchFamily="49" charset="-122"/>
            </a:endParaRPr>
          </a:p>
          <a:p>
            <a:pPr>
              <a:lnSpc>
                <a:spcPts val="3000"/>
              </a:lnSpc>
              <a:spcBef>
                <a:spcPts val="2000"/>
              </a:spcBef>
              <a:spcAft>
                <a:spcPts val="2000"/>
              </a:spcAft>
            </a:pPr>
            <a:r>
              <a:rPr lang="zh-CN" altLang="en-US" sz="2800" dirty="0">
                <a:solidFill>
                  <a:schemeClr val="accent1"/>
                </a:solidFill>
                <a:latin typeface="黑体" panose="02010609060101010101" pitchFamily="49" charset="-122"/>
                <a:ea typeface="黑体" panose="02010609060101010101" pitchFamily="49" charset="-122"/>
                <a:sym typeface="+mn-ea"/>
              </a:rPr>
              <a:t>经费支出</a:t>
            </a:r>
            <a:endParaRPr lang="zh-CN" altLang="en-US" sz="2800" b="1" dirty="0">
              <a:solidFill>
                <a:srgbClr val="4472C4"/>
              </a:solidFill>
              <a:latin typeface="+mj-ea"/>
              <a:ea typeface="+mj-ea"/>
            </a:endParaRPr>
          </a:p>
        </p:txBody>
      </p:sp>
      <p:grpSp>
        <p:nvGrpSpPr>
          <p:cNvPr id="2" name="组合 1"/>
          <p:cNvGrpSpPr/>
          <p:nvPr/>
        </p:nvGrpSpPr>
        <p:grpSpPr>
          <a:xfrm>
            <a:off x="721995" y="2099310"/>
            <a:ext cx="2984500" cy="1798320"/>
            <a:chOff x="796" y="4066"/>
            <a:chExt cx="4700" cy="2832"/>
          </a:xfrm>
        </p:grpSpPr>
        <p:sp>
          <p:nvSpPr>
            <p:cNvPr id="8" name="矩形 7"/>
            <p:cNvSpPr/>
            <p:nvPr/>
          </p:nvSpPr>
          <p:spPr>
            <a:xfrm>
              <a:off x="1397" y="4361"/>
              <a:ext cx="2707" cy="1454"/>
            </a:xfrm>
            <a:prstGeom prst="rect">
              <a:avLst/>
            </a:prstGeom>
            <a:noFill/>
            <a:extLst>
              <a:ext uri="{909E8E84-426E-40DD-AFC4-6F175D3DCCD1}">
                <a14:hiddenFill xmlns:a14="http://schemas.microsoft.com/office/drawing/2010/main">
                  <a:solidFill>
                    <a:srgbClr val="4472C4"/>
                  </a:solidFill>
                </a14:hiddenFill>
              </a:ext>
            </a:extLst>
          </p:spPr>
          <p:txBody>
            <a:bodyPr wrap="square">
              <a:spAutoFit/>
            </a:bodyPr>
            <a:lstStyle/>
            <a:p>
              <a:pPr algn="ctr"/>
              <a:r>
                <a:rPr lang="zh-CN" altLang="en-US" sz="5400" b="1" spc="300" dirty="0">
                  <a:solidFill>
                    <a:schemeClr val="bg1"/>
                  </a:solidFill>
                  <a:latin typeface="+mj-ea"/>
                  <a:ea typeface="+mj-ea"/>
                </a:rPr>
                <a:t>目录</a:t>
              </a:r>
            </a:p>
          </p:txBody>
        </p:sp>
        <p:sp>
          <p:nvSpPr>
            <p:cNvPr id="9" name="文本框 8"/>
            <p:cNvSpPr txBox="1"/>
            <p:nvPr/>
          </p:nvSpPr>
          <p:spPr>
            <a:xfrm>
              <a:off x="1249" y="5815"/>
              <a:ext cx="3003" cy="727"/>
            </a:xfrm>
            <a:prstGeom prst="rect">
              <a:avLst/>
            </a:prstGeom>
            <a:noFill/>
            <a:extLst>
              <a:ext uri="{909E8E84-426E-40DD-AFC4-6F175D3DCCD1}">
                <a14:hiddenFill xmlns:a14="http://schemas.microsoft.com/office/drawing/2010/main">
                  <a:solidFill>
                    <a:srgbClr val="4472C4"/>
                  </a:solidFill>
                </a14:hiddenFill>
              </a:ext>
            </a:extLst>
          </p:spPr>
          <p:txBody>
            <a:bodyPr wrap="none" rtlCol="0">
              <a:spAutoFit/>
            </a:bodyPr>
            <a:lstStyle/>
            <a:p>
              <a:pPr algn="ctr"/>
              <a:r>
                <a:rPr lang="en-US" altLang="zh-CN" sz="2400" dirty="0">
                  <a:solidFill>
                    <a:schemeClr val="bg1"/>
                  </a:solidFill>
                  <a:latin typeface="+mj-ea"/>
                  <a:ea typeface="+mj-ea"/>
                </a:rPr>
                <a:t>CONTENTS</a:t>
              </a:r>
            </a:p>
          </p:txBody>
        </p:sp>
        <p:grpSp>
          <p:nvGrpSpPr>
            <p:cNvPr id="55" name="组合 54"/>
            <p:cNvGrpSpPr/>
            <p:nvPr/>
          </p:nvGrpSpPr>
          <p:grpSpPr>
            <a:xfrm flipH="1">
              <a:off x="796" y="4066"/>
              <a:ext cx="4700" cy="0"/>
              <a:chOff x="1209167" y="2722880"/>
              <a:chExt cx="2984292" cy="0"/>
            </a:xfrm>
            <a:noFill/>
          </p:grpSpPr>
          <p:cxnSp>
            <p:nvCxnSpPr>
              <p:cNvPr id="56" name="直接连接符 55"/>
              <p:cNvCxnSpPr/>
              <p:nvPr/>
            </p:nvCxnSpPr>
            <p:spPr>
              <a:xfrm>
                <a:off x="1211071" y="2722880"/>
                <a:ext cx="2982388" cy="0"/>
              </a:xfrm>
              <a:prstGeom prst="line">
                <a:avLst/>
              </a:prstGeom>
              <a:grpFill/>
              <a:ln>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09167" y="2722880"/>
                <a:ext cx="338328" cy="0"/>
              </a:xfrm>
              <a:prstGeom prst="line">
                <a:avLst/>
              </a:prstGeom>
              <a:grpFill/>
              <a:ln w="50800">
                <a:solidFill>
                  <a:srgbClr val="4472C4"/>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nvGrpSpPr>
          <p:grpSpPr>
            <a:xfrm>
              <a:off x="796" y="6898"/>
              <a:ext cx="4697" cy="0"/>
              <a:chOff x="1211071" y="2722880"/>
              <a:chExt cx="2982388" cy="0"/>
            </a:xfrm>
            <a:noFill/>
          </p:grpSpPr>
          <p:cxnSp>
            <p:nvCxnSpPr>
              <p:cNvPr id="60" name="直接连接符 59"/>
              <p:cNvCxnSpPr/>
              <p:nvPr/>
            </p:nvCxnSpPr>
            <p:spPr>
              <a:xfrm>
                <a:off x="1211071" y="2722880"/>
                <a:ext cx="2982388" cy="0"/>
              </a:xfrm>
              <a:prstGeom prst="line">
                <a:avLst/>
              </a:prstGeom>
              <a:grpFill/>
              <a:ln>
                <a:solidFill>
                  <a:srgbClr val="4472C4"/>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1211072" y="2722880"/>
                <a:ext cx="338328" cy="0"/>
              </a:xfrm>
              <a:prstGeom prst="line">
                <a:avLst/>
              </a:prstGeom>
              <a:grpFill/>
              <a:ln w="50800">
                <a:solidFill>
                  <a:srgbClr val="4472C4"/>
                </a:solidFill>
              </a:ln>
            </p:spPr>
            <p:style>
              <a:lnRef idx="1">
                <a:schemeClr val="accent1"/>
              </a:lnRef>
              <a:fillRef idx="0">
                <a:schemeClr val="accent1"/>
              </a:fillRef>
              <a:effectRef idx="0">
                <a:schemeClr val="accent1"/>
              </a:effectRef>
              <a:fontRef idx="minor">
                <a:schemeClr val="tx1"/>
              </a:fontRef>
            </p:style>
          </p:cxnSp>
        </p:grpSp>
      </p:grpSp>
      <p:grpSp>
        <p:nvGrpSpPr>
          <p:cNvPr id="4" name="LOGO组合"/>
          <p:cNvGrpSpPr/>
          <p:nvPr/>
        </p:nvGrpSpPr>
        <p:grpSpPr>
          <a:xfrm>
            <a:off x="9031134" y="207790"/>
            <a:ext cx="2719167" cy="586775"/>
            <a:chOff x="685800" y="630052"/>
            <a:chExt cx="2719167" cy="586775"/>
          </a:xfrm>
        </p:grpSpPr>
        <p:pic>
          <p:nvPicPr>
            <p:cNvPr id="26" name="校名"/>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27" name="校徽"/>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Lst>
            </a:blip>
            <a:stretch>
              <a:fillRect/>
            </a:stretch>
          </p:blipFill>
          <p:spPr>
            <a:xfrm>
              <a:off x="685800" y="630052"/>
              <a:ext cx="586775" cy="586775"/>
            </a:xfrm>
            <a:prstGeom prst="rect">
              <a:avLst/>
            </a:prstGeom>
          </p:spPr>
        </p:pic>
      </p:grpSp>
      <p:grpSp>
        <p:nvGrpSpPr>
          <p:cNvPr id="6" name="组合 5"/>
          <p:cNvGrpSpPr/>
          <p:nvPr/>
        </p:nvGrpSpPr>
        <p:grpSpPr>
          <a:xfrm flipH="1">
            <a:off x="505574" y="1957030"/>
            <a:ext cx="2984292" cy="0"/>
            <a:chOff x="1209167" y="2722880"/>
            <a:chExt cx="2984292" cy="0"/>
          </a:xfrm>
        </p:grpSpPr>
        <p:cxnSp>
          <p:nvCxnSpPr>
            <p:cNvPr id="7" name="直接连接符 6"/>
            <p:cNvCxnSpPr/>
            <p:nvPr/>
          </p:nvCxnSpPr>
          <p:spPr>
            <a:xfrm>
              <a:off x="1211071" y="2722880"/>
              <a:ext cx="298238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209167" y="2722880"/>
              <a:ext cx="338328"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505574" y="3934420"/>
            <a:ext cx="2982388" cy="0"/>
            <a:chOff x="1211071" y="2722880"/>
            <a:chExt cx="2982388" cy="0"/>
          </a:xfrm>
        </p:grpSpPr>
        <p:cxnSp>
          <p:nvCxnSpPr>
            <p:cNvPr id="12" name="直接连接符 11"/>
            <p:cNvCxnSpPr/>
            <p:nvPr/>
          </p:nvCxnSpPr>
          <p:spPr>
            <a:xfrm>
              <a:off x="1211071" y="2722880"/>
              <a:ext cx="298238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211072" y="2722880"/>
              <a:ext cx="338328"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4" name="矩形: 圆角 13">
            <a:extLst>
              <a:ext uri="{FF2B5EF4-FFF2-40B4-BE49-F238E27FC236}">
                <a16:creationId xmlns:a16="http://schemas.microsoft.com/office/drawing/2014/main" id="{2B3C6432-36A5-E5B1-A4B8-9C8BF20BA4EC}"/>
              </a:ext>
            </a:extLst>
          </p:cNvPr>
          <p:cNvSpPr/>
          <p:nvPr/>
        </p:nvSpPr>
        <p:spPr>
          <a:xfrm>
            <a:off x="5059171" y="794565"/>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1</a:t>
            </a:r>
            <a:endParaRPr lang="zh-CN" altLang="en-US" sz="2800" dirty="0">
              <a:latin typeface="黑体" panose="02010609060101010101" pitchFamily="49" charset="-122"/>
              <a:ea typeface="黑体" panose="02010609060101010101" pitchFamily="49" charset="-122"/>
            </a:endParaRPr>
          </a:p>
        </p:txBody>
      </p:sp>
      <p:sp>
        <p:nvSpPr>
          <p:cNvPr id="15" name="矩形: 圆角 14">
            <a:extLst>
              <a:ext uri="{FF2B5EF4-FFF2-40B4-BE49-F238E27FC236}">
                <a16:creationId xmlns:a16="http://schemas.microsoft.com/office/drawing/2014/main" id="{4439F366-34D8-A280-4E78-4564222DA1B1}"/>
              </a:ext>
            </a:extLst>
          </p:cNvPr>
          <p:cNvSpPr/>
          <p:nvPr/>
        </p:nvSpPr>
        <p:spPr>
          <a:xfrm>
            <a:off x="5059170" y="1675144"/>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2</a:t>
            </a:r>
            <a:endParaRPr lang="zh-CN" altLang="en-US" sz="2800" dirty="0">
              <a:latin typeface="黑体" panose="02010609060101010101" pitchFamily="49" charset="-122"/>
              <a:ea typeface="黑体" panose="02010609060101010101" pitchFamily="49" charset="-122"/>
            </a:endParaRPr>
          </a:p>
        </p:txBody>
      </p:sp>
      <p:sp>
        <p:nvSpPr>
          <p:cNvPr id="16" name="矩形: 圆角 15">
            <a:extLst>
              <a:ext uri="{FF2B5EF4-FFF2-40B4-BE49-F238E27FC236}">
                <a16:creationId xmlns:a16="http://schemas.microsoft.com/office/drawing/2014/main" id="{49B31873-F598-8D54-537E-312D9A65F9B7}"/>
              </a:ext>
            </a:extLst>
          </p:cNvPr>
          <p:cNvSpPr/>
          <p:nvPr/>
        </p:nvSpPr>
        <p:spPr>
          <a:xfrm>
            <a:off x="5059168" y="2555723"/>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3</a:t>
            </a:r>
            <a:endParaRPr lang="zh-CN" altLang="en-US" sz="2800" dirty="0">
              <a:latin typeface="黑体" panose="02010609060101010101" pitchFamily="49" charset="-122"/>
              <a:ea typeface="黑体" panose="02010609060101010101" pitchFamily="49" charset="-122"/>
            </a:endParaRPr>
          </a:p>
        </p:txBody>
      </p:sp>
      <p:sp>
        <p:nvSpPr>
          <p:cNvPr id="17" name="矩形: 圆角 16">
            <a:extLst>
              <a:ext uri="{FF2B5EF4-FFF2-40B4-BE49-F238E27FC236}">
                <a16:creationId xmlns:a16="http://schemas.microsoft.com/office/drawing/2014/main" id="{2C1AD905-7397-6942-67D6-559D0F9E5BCF}"/>
              </a:ext>
            </a:extLst>
          </p:cNvPr>
          <p:cNvSpPr/>
          <p:nvPr/>
        </p:nvSpPr>
        <p:spPr>
          <a:xfrm>
            <a:off x="5059167" y="3438770"/>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4</a:t>
            </a:r>
            <a:endParaRPr lang="zh-CN" altLang="en-US" sz="2800" dirty="0">
              <a:latin typeface="黑体" panose="02010609060101010101" pitchFamily="49" charset="-122"/>
              <a:ea typeface="黑体" panose="02010609060101010101" pitchFamily="49" charset="-122"/>
            </a:endParaRPr>
          </a:p>
        </p:txBody>
      </p:sp>
      <p:sp>
        <p:nvSpPr>
          <p:cNvPr id="18" name="矩形: 圆角 17">
            <a:extLst>
              <a:ext uri="{FF2B5EF4-FFF2-40B4-BE49-F238E27FC236}">
                <a16:creationId xmlns:a16="http://schemas.microsoft.com/office/drawing/2014/main" id="{D97A734B-3050-F710-70C6-21BDE763D359}"/>
              </a:ext>
            </a:extLst>
          </p:cNvPr>
          <p:cNvSpPr/>
          <p:nvPr/>
        </p:nvSpPr>
        <p:spPr>
          <a:xfrm>
            <a:off x="5059167" y="4316881"/>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5</a:t>
            </a:r>
            <a:endParaRPr lang="zh-CN" altLang="en-US" sz="2800" dirty="0">
              <a:latin typeface="黑体" panose="02010609060101010101" pitchFamily="49" charset="-122"/>
              <a:ea typeface="黑体" panose="02010609060101010101" pitchFamily="49" charset="-122"/>
            </a:endParaRPr>
          </a:p>
        </p:txBody>
      </p:sp>
      <p:sp>
        <p:nvSpPr>
          <p:cNvPr id="19" name="矩形: 圆角 18">
            <a:extLst>
              <a:ext uri="{FF2B5EF4-FFF2-40B4-BE49-F238E27FC236}">
                <a16:creationId xmlns:a16="http://schemas.microsoft.com/office/drawing/2014/main" id="{064D27CB-34E2-EAAC-40B2-60255869894A}"/>
              </a:ext>
            </a:extLst>
          </p:cNvPr>
          <p:cNvSpPr/>
          <p:nvPr/>
        </p:nvSpPr>
        <p:spPr>
          <a:xfrm>
            <a:off x="5059166" y="5194992"/>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6</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childTnLst>
                                </p:cTn>
                              </p:par>
                              <p:par>
                                <p:cTn id="8" presetID="42" presetClass="entr" presetSubtype="0" fill="hold" nodeType="withEffect">
                                  <p:stCondLst>
                                    <p:cond delay="8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50"/>
                                        <p:tgtEl>
                                          <p:spTgt spid="4"/>
                                        </p:tgtEl>
                                      </p:cBhvr>
                                    </p:animEffect>
                                    <p:anim calcmode="lin" valueType="num">
                                      <p:cBhvr>
                                        <p:cTn id="11" dur="750" fill="hold"/>
                                        <p:tgtEl>
                                          <p:spTgt spid="4"/>
                                        </p:tgtEl>
                                        <p:attrNameLst>
                                          <p:attrName>ppt_x</p:attrName>
                                        </p:attrNameLst>
                                      </p:cBhvr>
                                      <p:tavLst>
                                        <p:tav tm="0">
                                          <p:val>
                                            <p:strVal val="#ppt_x"/>
                                          </p:val>
                                        </p:tav>
                                        <p:tav tm="100000">
                                          <p:val>
                                            <p:strVal val="#ppt_x"/>
                                          </p:val>
                                        </p:tav>
                                      </p:tavLst>
                                    </p:anim>
                                    <p:anim calcmode="lin" valueType="num">
                                      <p:cBhvr>
                                        <p:cTn id="12"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合作QQ： 243001978"/>
          <p:cNvSpPr/>
          <p:nvPr/>
        </p:nvSpPr>
        <p:spPr>
          <a:xfrm>
            <a:off x="9737482" y="6488668"/>
            <a:ext cx="2454518" cy="369332"/>
          </a:xfrm>
          <a:prstGeom prst="rect">
            <a:avLst/>
          </a:prstGeom>
        </p:spPr>
        <p:txBody>
          <a:bodyPr wrap="none">
            <a:spAutoFit/>
          </a:bodyPr>
          <a:lstStyle/>
          <a:p>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sp>
        <p:nvSpPr>
          <p:cNvPr id="7" name="矩形: 圆角 6">
            <a:extLst>
              <a:ext uri="{FF2B5EF4-FFF2-40B4-BE49-F238E27FC236}">
                <a16:creationId xmlns:a16="http://schemas.microsoft.com/office/drawing/2014/main" id="{C2EA4DA7-7284-C2CF-AE40-AEFC89E96011}"/>
              </a:ext>
            </a:extLst>
          </p:cNvPr>
          <p:cNvSpPr/>
          <p:nvPr/>
        </p:nvSpPr>
        <p:spPr>
          <a:xfrm>
            <a:off x="401937" y="210293"/>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1</a:t>
            </a:r>
            <a:endParaRPr lang="zh-CN" altLang="en-US" sz="2800" dirty="0">
              <a:latin typeface="黑体" panose="02010609060101010101" pitchFamily="49" charset="-122"/>
              <a:ea typeface="黑体" panose="02010609060101010101" pitchFamily="49" charset="-122"/>
            </a:endParaRPr>
          </a:p>
        </p:txBody>
      </p:sp>
      <p:grpSp>
        <p:nvGrpSpPr>
          <p:cNvPr id="11" name="LOGO组合">
            <a:extLst>
              <a:ext uri="{FF2B5EF4-FFF2-40B4-BE49-F238E27FC236}">
                <a16:creationId xmlns:a16="http://schemas.microsoft.com/office/drawing/2014/main" id="{5360A1CE-1B5B-3C2C-0D96-7054BAD72D02}"/>
              </a:ext>
            </a:extLst>
          </p:cNvPr>
          <p:cNvGrpSpPr/>
          <p:nvPr/>
        </p:nvGrpSpPr>
        <p:grpSpPr>
          <a:xfrm>
            <a:off x="9228882" y="210293"/>
            <a:ext cx="2719167" cy="586775"/>
            <a:chOff x="685800" y="630052"/>
            <a:chExt cx="2719167" cy="586775"/>
          </a:xfrm>
        </p:grpSpPr>
        <p:pic>
          <p:nvPicPr>
            <p:cNvPr id="13" name="校名">
              <a:extLst>
                <a:ext uri="{FF2B5EF4-FFF2-40B4-BE49-F238E27FC236}">
                  <a16:creationId xmlns:a16="http://schemas.microsoft.com/office/drawing/2014/main" id="{9DF0C02D-98C0-E0AE-FA2D-7A29DC7D6EAF}"/>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4" name="校徽">
              <a:extLst>
                <a:ext uri="{FF2B5EF4-FFF2-40B4-BE49-F238E27FC236}">
                  <a16:creationId xmlns:a16="http://schemas.microsoft.com/office/drawing/2014/main" id="{8FAEC35D-8176-FDF7-301C-4F1AEC0A0582}"/>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15" name="文本框 14">
            <a:extLst>
              <a:ext uri="{FF2B5EF4-FFF2-40B4-BE49-F238E27FC236}">
                <a16:creationId xmlns:a16="http://schemas.microsoft.com/office/drawing/2014/main" id="{83D0F2B0-B86D-841B-897F-4A9AF8675A58}"/>
              </a:ext>
            </a:extLst>
          </p:cNvPr>
          <p:cNvSpPr txBox="1"/>
          <p:nvPr/>
        </p:nvSpPr>
        <p:spPr>
          <a:xfrm>
            <a:off x="1089534" y="212293"/>
            <a:ext cx="2131251" cy="584775"/>
          </a:xfrm>
          <a:prstGeom prst="rect">
            <a:avLst/>
          </a:prstGeom>
          <a:noFill/>
        </p:spPr>
        <p:txBody>
          <a:bodyPr wrap="square" rtlCol="0">
            <a:spAutoFit/>
          </a:bodyPr>
          <a:lstStyle/>
          <a:p>
            <a:r>
              <a:rPr lang="zh-CN" altLang="en-US" sz="3200" dirty="0">
                <a:solidFill>
                  <a:schemeClr val="accent1"/>
                </a:solidFill>
                <a:latin typeface="黑体" panose="02010609060101010101" pitchFamily="49" charset="-122"/>
                <a:ea typeface="黑体" panose="02010609060101010101" pitchFamily="49" charset="-122"/>
              </a:rPr>
              <a:t>项目简介</a:t>
            </a:r>
          </a:p>
        </p:txBody>
      </p:sp>
      <p:sp>
        <p:nvSpPr>
          <p:cNvPr id="16" name="文本框 15">
            <a:extLst>
              <a:ext uri="{FF2B5EF4-FFF2-40B4-BE49-F238E27FC236}">
                <a16:creationId xmlns:a16="http://schemas.microsoft.com/office/drawing/2014/main" id="{2E89D18E-DF76-DD9D-42EF-BE2DC58E7B2A}"/>
              </a:ext>
            </a:extLst>
          </p:cNvPr>
          <p:cNvSpPr txBox="1"/>
          <p:nvPr/>
        </p:nvSpPr>
        <p:spPr>
          <a:xfrm>
            <a:off x="401937" y="861385"/>
            <a:ext cx="2469395" cy="369332"/>
          </a:xfrm>
          <a:prstGeom prst="rect">
            <a:avLst/>
          </a:prstGeom>
          <a:noFill/>
        </p:spPr>
        <p:txBody>
          <a:bodyPr wrap="square" rtlCol="0">
            <a:spAutoFit/>
          </a:bodyPr>
          <a:lstStyle/>
          <a:p>
            <a:r>
              <a:rPr lang="en-US" altLang="zh-CN" dirty="0">
                <a:solidFill>
                  <a:schemeClr val="accent1"/>
                </a:solidFill>
                <a:latin typeface="黑体" panose="02010609060101010101" pitchFamily="49" charset="-122"/>
                <a:ea typeface="黑体" panose="02010609060101010101" pitchFamily="49" charset="-122"/>
              </a:rPr>
              <a:t>1.1</a:t>
            </a:r>
            <a:r>
              <a:rPr lang="zh-CN" altLang="en-US" dirty="0">
                <a:solidFill>
                  <a:schemeClr val="accent1"/>
                </a:solidFill>
                <a:latin typeface="黑体" panose="02010609060101010101" pitchFamily="49" charset="-122"/>
                <a:ea typeface="黑体" panose="02010609060101010101" pitchFamily="49" charset="-122"/>
              </a:rPr>
              <a:t>国内外研究现状</a:t>
            </a:r>
          </a:p>
        </p:txBody>
      </p:sp>
      <p:sp>
        <p:nvSpPr>
          <p:cNvPr id="48" name="矩形 47">
            <a:extLst>
              <a:ext uri="{FF2B5EF4-FFF2-40B4-BE49-F238E27FC236}">
                <a16:creationId xmlns:a16="http://schemas.microsoft.com/office/drawing/2014/main" id="{DBB824C6-2EB5-ECC7-FB61-1F9BDE19AA61}"/>
              </a:ext>
            </a:extLst>
          </p:cNvPr>
          <p:cNvSpPr/>
          <p:nvPr/>
        </p:nvSpPr>
        <p:spPr>
          <a:xfrm>
            <a:off x="871169" y="5406005"/>
            <a:ext cx="10456388" cy="8095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b="0" i="0" dirty="0">
                <a:solidFill>
                  <a:schemeClr val="bg1"/>
                </a:solidFill>
                <a:effectLst/>
                <a:latin typeface="楷体_GB2312" panose="02010609030101010101" pitchFamily="49" charset="-122"/>
                <a:ea typeface="楷体_GB2312" panose="02010609030101010101" pitchFamily="49" charset="-122"/>
              </a:rPr>
              <a:t>对研究现状的总结</a:t>
            </a:r>
            <a:endParaRPr lang="zh-CN" altLang="en-US" sz="2800" dirty="0">
              <a:solidFill>
                <a:schemeClr val="bg1"/>
              </a:solidFill>
              <a:latin typeface="楷体_GB2312" panose="02010609030101010101" pitchFamily="49" charset="-122"/>
              <a:ea typeface="楷体_GB2312" panose="02010609030101010101" pitchFamily="49" charset="-122"/>
            </a:endParaRPr>
          </a:p>
        </p:txBody>
      </p:sp>
      <p:sp>
        <p:nvSpPr>
          <p:cNvPr id="37" name="任意多边形: 形状 36">
            <a:extLst>
              <a:ext uri="{FF2B5EF4-FFF2-40B4-BE49-F238E27FC236}">
                <a16:creationId xmlns:a16="http://schemas.microsoft.com/office/drawing/2014/main" id="{319B09F9-BDF5-C2F7-A8BB-B4BFA80626BD}"/>
              </a:ext>
            </a:extLst>
          </p:cNvPr>
          <p:cNvSpPr/>
          <p:nvPr/>
        </p:nvSpPr>
        <p:spPr>
          <a:xfrm>
            <a:off x="3378524" y="1883893"/>
            <a:ext cx="2469394" cy="2723522"/>
          </a:xfrm>
          <a:custGeom>
            <a:avLst/>
            <a:gdLst>
              <a:gd name="connsiteX0" fmla="*/ 0 w 2469394"/>
              <a:gd name="connsiteY0" fmla="*/ 0 h 2330027"/>
              <a:gd name="connsiteX1" fmla="*/ 527410 w 2469394"/>
              <a:gd name="connsiteY1" fmla="*/ 31993 h 2330027"/>
              <a:gd name="connsiteX2" fmla="*/ 1940584 w 2469394"/>
              <a:gd name="connsiteY2" fmla="*/ 79761 h 2330027"/>
              <a:gd name="connsiteX3" fmla="*/ 2469394 w 2469394"/>
              <a:gd name="connsiteY3" fmla="*/ 84187 h 2330027"/>
              <a:gd name="connsiteX4" fmla="*/ 2469394 w 2469394"/>
              <a:gd name="connsiteY4" fmla="*/ 2252383 h 2330027"/>
              <a:gd name="connsiteX5" fmla="*/ 1940584 w 2469394"/>
              <a:gd name="connsiteY5" fmla="*/ 2256465 h 2330027"/>
              <a:gd name="connsiteX6" fmla="*/ 527410 w 2469394"/>
              <a:gd name="connsiteY6" fmla="*/ 2300520 h 2330027"/>
              <a:gd name="connsiteX7" fmla="*/ 0 w 2469394"/>
              <a:gd name="connsiteY7" fmla="*/ 2330027 h 2330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9394" h="2330027">
                <a:moveTo>
                  <a:pt x="0" y="0"/>
                </a:moveTo>
                <a:lnTo>
                  <a:pt x="527410" y="31993"/>
                </a:lnTo>
                <a:cubicBezTo>
                  <a:pt x="980972" y="55374"/>
                  <a:pt x="1453648" y="71565"/>
                  <a:pt x="1940584" y="79761"/>
                </a:cubicBezTo>
                <a:lnTo>
                  <a:pt x="2469394" y="84187"/>
                </a:lnTo>
                <a:lnTo>
                  <a:pt x="2469394" y="2252383"/>
                </a:lnTo>
                <a:lnTo>
                  <a:pt x="1940584" y="2256465"/>
                </a:lnTo>
                <a:cubicBezTo>
                  <a:pt x="1453648" y="2264024"/>
                  <a:pt x="980972" y="2278956"/>
                  <a:pt x="527410" y="2300520"/>
                </a:cubicBezTo>
                <a:lnTo>
                  <a:pt x="0" y="2330027"/>
                </a:lnTo>
                <a:close/>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0" name="任意多边形: 形状 39">
            <a:extLst>
              <a:ext uri="{FF2B5EF4-FFF2-40B4-BE49-F238E27FC236}">
                <a16:creationId xmlns:a16="http://schemas.microsoft.com/office/drawing/2014/main" id="{118340D8-19E1-7902-7EF1-0CF56E13CDC4}"/>
              </a:ext>
            </a:extLst>
          </p:cNvPr>
          <p:cNvSpPr/>
          <p:nvPr/>
        </p:nvSpPr>
        <p:spPr>
          <a:xfrm>
            <a:off x="459693" y="1470855"/>
            <a:ext cx="2469396" cy="3517499"/>
          </a:xfrm>
          <a:custGeom>
            <a:avLst/>
            <a:gdLst>
              <a:gd name="connsiteX0" fmla="*/ 0 w 2469396"/>
              <a:gd name="connsiteY0" fmla="*/ 0 h 3009290"/>
              <a:gd name="connsiteX1" fmla="*/ 11321 w 2469396"/>
              <a:gd name="connsiteY1" fmla="*/ 2509 h 3009290"/>
              <a:gd name="connsiteX2" fmla="*/ 2147751 w 2469396"/>
              <a:gd name="connsiteY2" fmla="*/ 294446 h 3009290"/>
              <a:gd name="connsiteX3" fmla="*/ 2469396 w 2469396"/>
              <a:gd name="connsiteY3" fmla="*/ 320126 h 3009290"/>
              <a:gd name="connsiteX4" fmla="*/ 2469396 w 2469396"/>
              <a:gd name="connsiteY4" fmla="*/ 2714042 h 3009290"/>
              <a:gd name="connsiteX5" fmla="*/ 2147750 w 2469396"/>
              <a:gd name="connsiteY5" fmla="*/ 2737727 h 3009290"/>
              <a:gd name="connsiteX6" fmla="*/ 11321 w 2469396"/>
              <a:gd name="connsiteY6" fmla="*/ 3006976 h 3009290"/>
              <a:gd name="connsiteX7" fmla="*/ 0 w 2469396"/>
              <a:gd name="connsiteY7" fmla="*/ 3009290 h 300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9396" h="3009290">
                <a:moveTo>
                  <a:pt x="0" y="0"/>
                </a:moveTo>
                <a:lnTo>
                  <a:pt x="11321" y="2509"/>
                </a:lnTo>
                <a:cubicBezTo>
                  <a:pt x="601704" y="121074"/>
                  <a:pt x="1326791" y="220532"/>
                  <a:pt x="2147751" y="294446"/>
                </a:cubicBezTo>
                <a:lnTo>
                  <a:pt x="2469396" y="320126"/>
                </a:lnTo>
                <a:lnTo>
                  <a:pt x="2469396" y="2714042"/>
                </a:lnTo>
                <a:lnTo>
                  <a:pt x="2147750" y="2737727"/>
                </a:lnTo>
                <a:cubicBezTo>
                  <a:pt x="1326791" y="2805897"/>
                  <a:pt x="601704" y="2897625"/>
                  <a:pt x="11321" y="3006976"/>
                </a:cubicBezTo>
                <a:lnTo>
                  <a:pt x="0" y="3009290"/>
                </a:lnTo>
                <a:close/>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3" name="任意多边形: 形状 42">
            <a:extLst>
              <a:ext uri="{FF2B5EF4-FFF2-40B4-BE49-F238E27FC236}">
                <a16:creationId xmlns:a16="http://schemas.microsoft.com/office/drawing/2014/main" id="{82169012-1D66-1FCA-CA8A-587A19593771}"/>
              </a:ext>
            </a:extLst>
          </p:cNvPr>
          <p:cNvSpPr/>
          <p:nvPr/>
        </p:nvSpPr>
        <p:spPr>
          <a:xfrm>
            <a:off x="9262910" y="1451995"/>
            <a:ext cx="2469396" cy="3553753"/>
          </a:xfrm>
          <a:custGeom>
            <a:avLst/>
            <a:gdLst>
              <a:gd name="connsiteX0" fmla="*/ 2469396 w 2469396"/>
              <a:gd name="connsiteY0" fmla="*/ 0 h 3040306"/>
              <a:gd name="connsiteX1" fmla="*/ 2469396 w 2469396"/>
              <a:gd name="connsiteY1" fmla="*/ 3040306 h 3040306"/>
              <a:gd name="connsiteX2" fmla="*/ 2385277 w 2469396"/>
              <a:gd name="connsiteY2" fmla="*/ 3023111 h 3040306"/>
              <a:gd name="connsiteX3" fmla="*/ 248848 w 2469396"/>
              <a:gd name="connsiteY3" fmla="*/ 2753862 h 3040306"/>
              <a:gd name="connsiteX4" fmla="*/ 0 w 2469396"/>
              <a:gd name="connsiteY4" fmla="*/ 2735538 h 3040306"/>
              <a:gd name="connsiteX5" fmla="*/ 0 w 2469396"/>
              <a:gd name="connsiteY5" fmla="*/ 330449 h 3040306"/>
              <a:gd name="connsiteX6" fmla="*/ 248848 w 2469396"/>
              <a:gd name="connsiteY6" fmla="*/ 310581 h 3040306"/>
              <a:gd name="connsiteX7" fmla="*/ 2385277 w 2469396"/>
              <a:gd name="connsiteY7" fmla="*/ 18644 h 304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9396" h="3040306">
                <a:moveTo>
                  <a:pt x="2469396" y="0"/>
                </a:moveTo>
                <a:lnTo>
                  <a:pt x="2469396" y="3040306"/>
                </a:lnTo>
                <a:lnTo>
                  <a:pt x="2385277" y="3023111"/>
                </a:lnTo>
                <a:cubicBezTo>
                  <a:pt x="1794894" y="2913760"/>
                  <a:pt x="1069807" y="2822032"/>
                  <a:pt x="248848" y="2753862"/>
                </a:cubicBezTo>
                <a:lnTo>
                  <a:pt x="0" y="2735538"/>
                </a:lnTo>
                <a:lnTo>
                  <a:pt x="0" y="330449"/>
                </a:lnTo>
                <a:lnTo>
                  <a:pt x="248848" y="310581"/>
                </a:lnTo>
                <a:cubicBezTo>
                  <a:pt x="1069807" y="236667"/>
                  <a:pt x="1794894" y="137209"/>
                  <a:pt x="2385277" y="18644"/>
                </a:cubicBezTo>
                <a:close/>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6" name="任意多边形: 形状 45">
            <a:extLst>
              <a:ext uri="{FF2B5EF4-FFF2-40B4-BE49-F238E27FC236}">
                <a16:creationId xmlns:a16="http://schemas.microsoft.com/office/drawing/2014/main" id="{FFE88BEC-404F-C775-15A6-BD4EFE22EF69}"/>
              </a:ext>
            </a:extLst>
          </p:cNvPr>
          <p:cNvSpPr/>
          <p:nvPr/>
        </p:nvSpPr>
        <p:spPr>
          <a:xfrm>
            <a:off x="6320717" y="1880388"/>
            <a:ext cx="2469396" cy="2730259"/>
          </a:xfrm>
          <a:custGeom>
            <a:avLst/>
            <a:gdLst>
              <a:gd name="connsiteX0" fmla="*/ 2469396 w 2469396"/>
              <a:gd name="connsiteY0" fmla="*/ 0 h 2335791"/>
              <a:gd name="connsiteX1" fmla="*/ 2469396 w 2469396"/>
              <a:gd name="connsiteY1" fmla="*/ 2335791 h 2335791"/>
              <a:gd name="connsiteX2" fmla="*/ 1892552 w 2469396"/>
              <a:gd name="connsiteY2" fmla="*/ 2303518 h 2335791"/>
              <a:gd name="connsiteX3" fmla="*/ 479377 w 2469396"/>
              <a:gd name="connsiteY3" fmla="*/ 2259463 h 2335791"/>
              <a:gd name="connsiteX4" fmla="*/ 0 w 2469396"/>
              <a:gd name="connsiteY4" fmla="*/ 2255763 h 2335791"/>
              <a:gd name="connsiteX5" fmla="*/ 0 w 2469396"/>
              <a:gd name="connsiteY5" fmla="*/ 86771 h 2335791"/>
              <a:gd name="connsiteX6" fmla="*/ 479377 w 2469396"/>
              <a:gd name="connsiteY6" fmla="*/ 82759 h 2335791"/>
              <a:gd name="connsiteX7" fmla="*/ 1892552 w 2469396"/>
              <a:gd name="connsiteY7" fmla="*/ 34991 h 2335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9396" h="2335791">
                <a:moveTo>
                  <a:pt x="2469396" y="0"/>
                </a:moveTo>
                <a:lnTo>
                  <a:pt x="2469396" y="2335791"/>
                </a:lnTo>
                <a:lnTo>
                  <a:pt x="1892552" y="2303518"/>
                </a:lnTo>
                <a:cubicBezTo>
                  <a:pt x="1438990" y="2281954"/>
                  <a:pt x="966314" y="2267022"/>
                  <a:pt x="479377" y="2259463"/>
                </a:cubicBezTo>
                <a:lnTo>
                  <a:pt x="0" y="2255763"/>
                </a:lnTo>
                <a:lnTo>
                  <a:pt x="0" y="86771"/>
                </a:lnTo>
                <a:lnTo>
                  <a:pt x="479377" y="82759"/>
                </a:lnTo>
                <a:cubicBezTo>
                  <a:pt x="966314" y="74563"/>
                  <a:pt x="1438990" y="58372"/>
                  <a:pt x="1892552" y="34991"/>
                </a:cubicBezTo>
                <a:close/>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9" name="矩形: 圆角 48">
            <a:extLst>
              <a:ext uri="{FF2B5EF4-FFF2-40B4-BE49-F238E27FC236}">
                <a16:creationId xmlns:a16="http://schemas.microsoft.com/office/drawing/2014/main" id="{344E599A-134B-55AD-0ED5-8A7032E52075}"/>
              </a:ext>
            </a:extLst>
          </p:cNvPr>
          <p:cNvSpPr/>
          <p:nvPr/>
        </p:nvSpPr>
        <p:spPr>
          <a:xfrm>
            <a:off x="806685" y="1908905"/>
            <a:ext cx="1659898" cy="412912"/>
          </a:xfrm>
          <a:prstGeom prst="roundRect">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楷体_GB2312" panose="02010609030101010101" pitchFamily="49" charset="-122"/>
                <a:ea typeface="楷体_GB2312" panose="02010609030101010101" pitchFamily="49" charset="-122"/>
              </a:rPr>
              <a:t>研究现状</a:t>
            </a:r>
            <a:r>
              <a:rPr lang="en-US" altLang="zh-CN" sz="1600" dirty="0">
                <a:solidFill>
                  <a:schemeClr val="bg1"/>
                </a:solidFill>
                <a:latin typeface="楷体_GB2312" panose="02010609030101010101" pitchFamily="49" charset="-122"/>
                <a:ea typeface="楷体_GB2312" panose="02010609030101010101" pitchFamily="49" charset="-122"/>
              </a:rPr>
              <a:t>1</a:t>
            </a:r>
            <a:endParaRPr lang="zh-CN" altLang="en-US" sz="1600" dirty="0">
              <a:solidFill>
                <a:schemeClr val="bg1"/>
              </a:solidFill>
              <a:latin typeface="楷体_GB2312" panose="02010609030101010101" pitchFamily="49" charset="-122"/>
              <a:ea typeface="楷体_GB2312" panose="02010609030101010101" pitchFamily="49" charset="-122"/>
            </a:endParaRPr>
          </a:p>
        </p:txBody>
      </p:sp>
      <p:sp>
        <p:nvSpPr>
          <p:cNvPr id="50" name="矩形: 圆角 49">
            <a:extLst>
              <a:ext uri="{FF2B5EF4-FFF2-40B4-BE49-F238E27FC236}">
                <a16:creationId xmlns:a16="http://schemas.microsoft.com/office/drawing/2014/main" id="{8AAA871F-80FE-B88F-758A-4E8C165E4183}"/>
              </a:ext>
            </a:extLst>
          </p:cNvPr>
          <p:cNvSpPr/>
          <p:nvPr/>
        </p:nvSpPr>
        <p:spPr>
          <a:xfrm>
            <a:off x="3783272" y="2115361"/>
            <a:ext cx="1659898" cy="412912"/>
          </a:xfrm>
          <a:prstGeom prst="roundRect">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0" i="0" dirty="0">
                <a:solidFill>
                  <a:schemeClr val="bg1"/>
                </a:solidFill>
                <a:effectLst/>
                <a:latin typeface="楷体_GB2312" panose="02010609030101010101" pitchFamily="49" charset="-122"/>
                <a:ea typeface="楷体_GB2312" panose="02010609030101010101" pitchFamily="49" charset="-122"/>
              </a:rPr>
              <a:t>研究</a:t>
            </a:r>
            <a:r>
              <a:rPr lang="zh-CN" altLang="en-US" sz="1600" dirty="0">
                <a:solidFill>
                  <a:schemeClr val="bg1"/>
                </a:solidFill>
                <a:latin typeface="楷体_GB2312" panose="02010609030101010101" pitchFamily="49" charset="-122"/>
                <a:ea typeface="楷体_GB2312" panose="02010609030101010101" pitchFamily="49" charset="-122"/>
              </a:rPr>
              <a:t>现状</a:t>
            </a:r>
            <a:r>
              <a:rPr lang="en-US" altLang="zh-CN" sz="1600" dirty="0">
                <a:solidFill>
                  <a:schemeClr val="bg1"/>
                </a:solidFill>
                <a:latin typeface="楷体_GB2312" panose="02010609030101010101" pitchFamily="49" charset="-122"/>
                <a:ea typeface="楷体_GB2312" panose="02010609030101010101" pitchFamily="49" charset="-122"/>
              </a:rPr>
              <a:t>2</a:t>
            </a:r>
            <a:endParaRPr lang="zh-CN" altLang="en-US" sz="1600" dirty="0">
              <a:solidFill>
                <a:schemeClr val="bg1"/>
              </a:solidFill>
              <a:latin typeface="楷体_GB2312" panose="02010609030101010101" pitchFamily="49" charset="-122"/>
              <a:ea typeface="楷体_GB2312" panose="02010609030101010101" pitchFamily="49" charset="-122"/>
            </a:endParaRPr>
          </a:p>
        </p:txBody>
      </p:sp>
      <p:sp>
        <p:nvSpPr>
          <p:cNvPr id="51" name="矩形: 圆角 50">
            <a:extLst>
              <a:ext uri="{FF2B5EF4-FFF2-40B4-BE49-F238E27FC236}">
                <a16:creationId xmlns:a16="http://schemas.microsoft.com/office/drawing/2014/main" id="{04310F51-BF4A-3D8B-6E1D-A4EC3A5E8FF6}"/>
              </a:ext>
            </a:extLst>
          </p:cNvPr>
          <p:cNvSpPr/>
          <p:nvPr/>
        </p:nvSpPr>
        <p:spPr>
          <a:xfrm>
            <a:off x="6725466" y="2115361"/>
            <a:ext cx="1659898" cy="412912"/>
          </a:xfrm>
          <a:prstGeom prst="roundRect">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0" i="0" dirty="0">
                <a:solidFill>
                  <a:schemeClr val="bg1"/>
                </a:solidFill>
                <a:effectLst/>
                <a:latin typeface="楷体_GB2312" panose="02010609030101010101" pitchFamily="49" charset="-122"/>
                <a:ea typeface="楷体_GB2312" panose="02010609030101010101" pitchFamily="49" charset="-122"/>
              </a:rPr>
              <a:t>研究现状</a:t>
            </a:r>
            <a:r>
              <a:rPr lang="en-US" altLang="zh-CN" sz="1600" b="0" i="0" dirty="0">
                <a:solidFill>
                  <a:schemeClr val="bg1"/>
                </a:solidFill>
                <a:effectLst/>
                <a:latin typeface="楷体_GB2312" panose="02010609030101010101" pitchFamily="49" charset="-122"/>
                <a:ea typeface="楷体_GB2312" panose="02010609030101010101" pitchFamily="49" charset="-122"/>
              </a:rPr>
              <a:t>3</a:t>
            </a:r>
            <a:endParaRPr lang="zh-CN" altLang="en-US" sz="1600" dirty="0">
              <a:solidFill>
                <a:schemeClr val="bg1"/>
              </a:solidFill>
              <a:latin typeface="楷体_GB2312" panose="02010609030101010101" pitchFamily="49" charset="-122"/>
              <a:ea typeface="楷体_GB2312" panose="02010609030101010101" pitchFamily="49" charset="-122"/>
            </a:endParaRPr>
          </a:p>
        </p:txBody>
      </p:sp>
      <p:sp>
        <p:nvSpPr>
          <p:cNvPr id="52" name="矩形: 圆角 51">
            <a:extLst>
              <a:ext uri="{FF2B5EF4-FFF2-40B4-BE49-F238E27FC236}">
                <a16:creationId xmlns:a16="http://schemas.microsoft.com/office/drawing/2014/main" id="{FD97BAEB-CEC1-326D-4A90-DC58125D238F}"/>
              </a:ext>
            </a:extLst>
          </p:cNvPr>
          <p:cNvSpPr/>
          <p:nvPr/>
        </p:nvSpPr>
        <p:spPr>
          <a:xfrm>
            <a:off x="9667659" y="1908905"/>
            <a:ext cx="1659898" cy="412912"/>
          </a:xfrm>
          <a:prstGeom prst="roundRect">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楷体_GB2312" panose="02010609030101010101" pitchFamily="49" charset="-122"/>
                <a:ea typeface="楷体_GB2312" panose="02010609030101010101" pitchFamily="49" charset="-122"/>
              </a:rPr>
              <a:t>研究现状</a:t>
            </a:r>
            <a:r>
              <a:rPr lang="en-US" altLang="zh-CN" sz="1600" dirty="0">
                <a:latin typeface="楷体_GB2312" panose="02010609030101010101" pitchFamily="49" charset="-122"/>
                <a:ea typeface="楷体_GB2312" panose="02010609030101010101" pitchFamily="49" charset="-122"/>
              </a:rPr>
              <a:t>4</a:t>
            </a:r>
            <a:endParaRPr lang="zh-CN" altLang="en-US" sz="1600" dirty="0">
              <a:latin typeface="楷体_GB2312" panose="02010609030101010101" pitchFamily="49" charset="-122"/>
              <a:ea typeface="楷体_GB2312" panose="02010609030101010101" pitchFamily="49" charset="-122"/>
            </a:endParaRPr>
          </a:p>
        </p:txBody>
      </p:sp>
      <p:sp>
        <p:nvSpPr>
          <p:cNvPr id="54" name="箭头: 五边形 53">
            <a:extLst>
              <a:ext uri="{FF2B5EF4-FFF2-40B4-BE49-F238E27FC236}">
                <a16:creationId xmlns:a16="http://schemas.microsoft.com/office/drawing/2014/main" id="{1009426F-51DA-0A61-545C-3ED511C184BB}"/>
              </a:ext>
            </a:extLst>
          </p:cNvPr>
          <p:cNvSpPr/>
          <p:nvPr/>
        </p:nvSpPr>
        <p:spPr>
          <a:xfrm>
            <a:off x="695324" y="5379200"/>
            <a:ext cx="1366227" cy="863173"/>
          </a:xfrm>
          <a:prstGeom prst="homePlate">
            <a:avLst/>
          </a:prstGeom>
          <a:solidFill>
            <a:schemeClr val="bg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1">
                    <a:lumMod val="75000"/>
                  </a:schemeClr>
                </a:solidFill>
                <a:latin typeface="黑体" panose="02010609060101010101" pitchFamily="49" charset="-122"/>
                <a:ea typeface="黑体" panose="02010609060101010101" pitchFamily="49" charset="-122"/>
              </a:rPr>
              <a:t>研究现状</a:t>
            </a:r>
          </a:p>
        </p:txBody>
      </p:sp>
      <p:sp>
        <p:nvSpPr>
          <p:cNvPr id="2" name="文本框 1">
            <a:extLst>
              <a:ext uri="{FF2B5EF4-FFF2-40B4-BE49-F238E27FC236}">
                <a16:creationId xmlns:a16="http://schemas.microsoft.com/office/drawing/2014/main" id="{C5B3893C-57AB-CDF3-1691-D91029C05BF3}"/>
              </a:ext>
            </a:extLst>
          </p:cNvPr>
          <p:cNvSpPr txBox="1"/>
          <p:nvPr/>
        </p:nvSpPr>
        <p:spPr>
          <a:xfrm>
            <a:off x="616024" y="2545542"/>
            <a:ext cx="2156734" cy="1919180"/>
          </a:xfrm>
          <a:prstGeom prst="rect">
            <a:avLst/>
          </a:prstGeom>
          <a:noFill/>
        </p:spPr>
        <p:txBody>
          <a:bodyPr wrap="square" rtlCol="0">
            <a:spAutoFit/>
          </a:bodyPr>
          <a:lstStyle/>
          <a:p>
            <a:pPr algn="ctr">
              <a:lnSpc>
                <a:spcPts val="2400"/>
              </a:lnSpc>
            </a:pPr>
            <a:r>
              <a:rPr lang="zh-CN" altLang="en-US" sz="1600" b="1" dirty="0">
                <a:solidFill>
                  <a:schemeClr val="accent1"/>
                </a:solidFill>
                <a:latin typeface="华文仿宋" panose="02010600040101010101" pitchFamily="2" charset="-122"/>
                <a:ea typeface="华文仿宋" panose="02010600040101010101" pitchFamily="2" charset="-122"/>
              </a:rPr>
              <a:t>研究现状研究现状研究现状研究现状研究现状研究现状研究现状研究现状研究现状研究现状研究现状研究现状</a:t>
            </a:r>
          </a:p>
        </p:txBody>
      </p:sp>
      <p:sp>
        <p:nvSpPr>
          <p:cNvPr id="3" name="文本框 2">
            <a:extLst>
              <a:ext uri="{FF2B5EF4-FFF2-40B4-BE49-F238E27FC236}">
                <a16:creationId xmlns:a16="http://schemas.microsoft.com/office/drawing/2014/main" id="{5F1B83CD-AA74-2633-2849-DF8A8398C8F0}"/>
              </a:ext>
            </a:extLst>
          </p:cNvPr>
          <p:cNvSpPr txBox="1"/>
          <p:nvPr/>
        </p:nvSpPr>
        <p:spPr>
          <a:xfrm>
            <a:off x="3651545" y="2623297"/>
            <a:ext cx="1923352" cy="1611403"/>
          </a:xfrm>
          <a:prstGeom prst="rect">
            <a:avLst/>
          </a:prstGeom>
          <a:noFill/>
        </p:spPr>
        <p:txBody>
          <a:bodyPr wrap="square" rtlCol="0">
            <a:spAutoFit/>
          </a:bodyPr>
          <a:lstStyle/>
          <a:p>
            <a:pPr algn="ctr">
              <a:lnSpc>
                <a:spcPts val="2400"/>
              </a:lnSpc>
            </a:pPr>
            <a:r>
              <a:rPr lang="zh-CN" altLang="en-US" sz="1600" b="1" dirty="0">
                <a:solidFill>
                  <a:schemeClr val="accent1"/>
                </a:solidFill>
                <a:latin typeface="华文仿宋" panose="02010600040101010101" pitchFamily="2" charset="-122"/>
                <a:ea typeface="华文仿宋" panose="02010600040101010101" pitchFamily="2" charset="-122"/>
              </a:rPr>
              <a:t>研究现状研究现状研究现状研究现状研究现状研究现状研究现状研究现状研究现状研究现状</a:t>
            </a:r>
          </a:p>
        </p:txBody>
      </p:sp>
      <p:sp>
        <p:nvSpPr>
          <p:cNvPr id="4" name="文本框 3">
            <a:extLst>
              <a:ext uri="{FF2B5EF4-FFF2-40B4-BE49-F238E27FC236}">
                <a16:creationId xmlns:a16="http://schemas.microsoft.com/office/drawing/2014/main" id="{A4C1D2F5-4B78-B27F-094E-BEB611216E68}"/>
              </a:ext>
            </a:extLst>
          </p:cNvPr>
          <p:cNvSpPr txBox="1"/>
          <p:nvPr/>
        </p:nvSpPr>
        <p:spPr>
          <a:xfrm>
            <a:off x="6486046" y="2555078"/>
            <a:ext cx="2138737" cy="1919180"/>
          </a:xfrm>
          <a:prstGeom prst="rect">
            <a:avLst/>
          </a:prstGeom>
          <a:noFill/>
        </p:spPr>
        <p:txBody>
          <a:bodyPr wrap="square" rtlCol="0">
            <a:spAutoFit/>
          </a:bodyPr>
          <a:lstStyle/>
          <a:p>
            <a:pPr algn="ctr">
              <a:lnSpc>
                <a:spcPts val="2400"/>
              </a:lnSpc>
            </a:pPr>
            <a:r>
              <a:rPr lang="zh-CN" altLang="en-US" sz="1600" b="1" dirty="0">
                <a:solidFill>
                  <a:schemeClr val="accent1"/>
                </a:solidFill>
                <a:latin typeface="华文仿宋" panose="02010600040101010101" pitchFamily="2" charset="-122"/>
                <a:ea typeface="华文仿宋" panose="02010600040101010101" pitchFamily="2" charset="-122"/>
              </a:rPr>
              <a:t>研究现状研究现状研究现状研究现状研究现状研究现状研究现状研究现状研究现状研究现状研究现状研究现状</a:t>
            </a:r>
          </a:p>
        </p:txBody>
      </p:sp>
      <p:sp>
        <p:nvSpPr>
          <p:cNvPr id="5" name="文本框 4">
            <a:extLst>
              <a:ext uri="{FF2B5EF4-FFF2-40B4-BE49-F238E27FC236}">
                <a16:creationId xmlns:a16="http://schemas.microsoft.com/office/drawing/2014/main" id="{C90343D7-3B32-B89B-3E58-72206B4D8FA6}"/>
              </a:ext>
            </a:extLst>
          </p:cNvPr>
          <p:cNvSpPr txBox="1"/>
          <p:nvPr/>
        </p:nvSpPr>
        <p:spPr>
          <a:xfrm>
            <a:off x="9427291" y="2469408"/>
            <a:ext cx="2140634" cy="1919180"/>
          </a:xfrm>
          <a:prstGeom prst="rect">
            <a:avLst/>
          </a:prstGeom>
          <a:noFill/>
        </p:spPr>
        <p:txBody>
          <a:bodyPr wrap="square" rtlCol="0">
            <a:spAutoFit/>
          </a:bodyPr>
          <a:lstStyle/>
          <a:p>
            <a:pPr algn="ctr">
              <a:lnSpc>
                <a:spcPts val="2400"/>
              </a:lnSpc>
            </a:pPr>
            <a:r>
              <a:rPr lang="zh-CN" altLang="en-US" sz="1600" b="1" dirty="0">
                <a:solidFill>
                  <a:schemeClr val="accent1"/>
                </a:solidFill>
                <a:latin typeface="华文仿宋" panose="02010600040101010101" pitchFamily="2" charset="-122"/>
                <a:ea typeface="华文仿宋" panose="02010600040101010101" pitchFamily="2" charset="-122"/>
              </a:rPr>
              <a:t>研究现状研究现状研究现状研究现状研究现状研究现状研究现状研究现状研究现状研究现状研究现状研究现状</a:t>
            </a:r>
          </a:p>
        </p:txBody>
      </p:sp>
    </p:spTree>
    <p:extLst>
      <p:ext uri="{BB962C8B-B14F-4D97-AF65-F5344CB8AC3E}">
        <p14:creationId xmlns:p14="http://schemas.microsoft.com/office/powerpoint/2010/main" val="3084085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500"/>
                                        <p:tgtEl>
                                          <p:spTgt spid="4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fade">
                                      <p:cBhvr>
                                        <p:cTn id="21" dur="500"/>
                                        <p:tgtEl>
                                          <p:spTgt spid="5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0"/>
                                        </p:tgtEl>
                                        <p:attrNameLst>
                                          <p:attrName>style.visibility</p:attrName>
                                        </p:attrNameLst>
                                      </p:cBhvr>
                                      <p:to>
                                        <p:strVal val="visible"/>
                                      </p:to>
                                    </p:set>
                                    <p:animEffect transition="in" filter="fade">
                                      <p:cBhvr>
                                        <p:cTn id="32" dur="500"/>
                                        <p:tgtEl>
                                          <p:spTgt spid="5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500"/>
                                        <p:tgtEl>
                                          <p:spTgt spid="4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fade">
                                      <p:cBhvr>
                                        <p:cTn id="43" dur="500"/>
                                        <p:tgtEl>
                                          <p:spTgt spid="5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fade">
                                      <p:cBhvr>
                                        <p:cTn id="46" dur="500"/>
                                        <p:tgtEl>
                                          <p:spTgt spid="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8"/>
                                        </p:tgtEl>
                                        <p:attrNameLst>
                                          <p:attrName>style.visibility</p:attrName>
                                        </p:attrNameLst>
                                      </p:cBhvr>
                                      <p:to>
                                        <p:strVal val="visible"/>
                                      </p:to>
                                    </p:set>
                                    <p:animEffect transition="in" filter="fade">
                                      <p:cBhvr>
                                        <p:cTn id="51" dur="500"/>
                                        <p:tgtEl>
                                          <p:spTgt spid="4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37" grpId="0" animBg="1"/>
      <p:bldP spid="40" grpId="0" animBg="1"/>
      <p:bldP spid="43" grpId="0" animBg="1"/>
      <p:bldP spid="46" grpId="0" animBg="1"/>
      <p:bldP spid="49" grpId="0" animBg="1"/>
      <p:bldP spid="50" grpId="0" animBg="1"/>
      <p:bldP spid="51" grpId="0" animBg="1"/>
      <p:bldP spid="52" grpId="0" animBg="1"/>
      <p:bldP spid="54" grpId="0" animBg="1"/>
      <p:bldP spid="2" grpId="0"/>
      <p:bldP spid="3" grpId="0"/>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a:extLst>
              <a:ext uri="{FF2B5EF4-FFF2-40B4-BE49-F238E27FC236}">
                <a16:creationId xmlns:a16="http://schemas.microsoft.com/office/drawing/2014/main" id="{A5FE441F-AF94-E4D9-7068-C7CBC491B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1246" y="1308887"/>
            <a:ext cx="4155272" cy="1820824"/>
          </a:xfrm>
          <a:prstGeom prst="rect">
            <a:avLst/>
          </a:prstGeom>
        </p:spPr>
      </p:pic>
      <p:pic>
        <p:nvPicPr>
          <p:cNvPr id="28" name="图片 27">
            <a:extLst>
              <a:ext uri="{FF2B5EF4-FFF2-40B4-BE49-F238E27FC236}">
                <a16:creationId xmlns:a16="http://schemas.microsoft.com/office/drawing/2014/main" id="{DCB6F63D-B830-60E4-FBB0-C7F65A5C09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1323" y="3059573"/>
            <a:ext cx="4454662" cy="1985332"/>
          </a:xfrm>
          <a:prstGeom prst="rect">
            <a:avLst/>
          </a:prstGeom>
        </p:spPr>
      </p:pic>
      <p:sp>
        <p:nvSpPr>
          <p:cNvPr id="4" name="矩形: 圆角 3">
            <a:extLst>
              <a:ext uri="{FF2B5EF4-FFF2-40B4-BE49-F238E27FC236}">
                <a16:creationId xmlns:a16="http://schemas.microsoft.com/office/drawing/2014/main" id="{F4282A83-8335-715A-01DF-8AEC586159DC}"/>
              </a:ext>
            </a:extLst>
          </p:cNvPr>
          <p:cNvSpPr/>
          <p:nvPr/>
        </p:nvSpPr>
        <p:spPr>
          <a:xfrm>
            <a:off x="401937" y="210293"/>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1</a:t>
            </a:r>
            <a:endParaRPr lang="zh-CN" altLang="en-US" sz="2800" dirty="0">
              <a:latin typeface="黑体" panose="02010609060101010101" pitchFamily="49" charset="-122"/>
              <a:ea typeface="黑体" panose="02010609060101010101" pitchFamily="49" charset="-122"/>
            </a:endParaRPr>
          </a:p>
        </p:txBody>
      </p:sp>
      <p:grpSp>
        <p:nvGrpSpPr>
          <p:cNvPr id="5" name="LOGO组合">
            <a:extLst>
              <a:ext uri="{FF2B5EF4-FFF2-40B4-BE49-F238E27FC236}">
                <a16:creationId xmlns:a16="http://schemas.microsoft.com/office/drawing/2014/main" id="{B2BAC066-9268-AD5C-033C-F7B7F451C108}"/>
              </a:ext>
            </a:extLst>
          </p:cNvPr>
          <p:cNvGrpSpPr/>
          <p:nvPr/>
        </p:nvGrpSpPr>
        <p:grpSpPr>
          <a:xfrm>
            <a:off x="9228882" y="210293"/>
            <a:ext cx="2719167" cy="586775"/>
            <a:chOff x="685800" y="630052"/>
            <a:chExt cx="2719167" cy="586775"/>
          </a:xfrm>
        </p:grpSpPr>
        <p:pic>
          <p:nvPicPr>
            <p:cNvPr id="6" name="校名">
              <a:extLst>
                <a:ext uri="{FF2B5EF4-FFF2-40B4-BE49-F238E27FC236}">
                  <a16:creationId xmlns:a16="http://schemas.microsoft.com/office/drawing/2014/main" id="{47555763-CB0D-FABD-81CC-6D19C601FFB6}"/>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Layer>
                  </a14:imgProps>
                </a:ext>
              </a:extLst>
            </a:blip>
            <a:stretch>
              <a:fillRect/>
            </a:stretch>
          </p:blipFill>
          <p:spPr>
            <a:xfrm>
              <a:off x="1441885" y="679578"/>
              <a:ext cx="1963082" cy="487722"/>
            </a:xfrm>
            <a:prstGeom prst="rect">
              <a:avLst/>
            </a:prstGeom>
          </p:spPr>
        </p:pic>
        <p:pic>
          <p:nvPicPr>
            <p:cNvPr id="7" name="校徽">
              <a:extLst>
                <a:ext uri="{FF2B5EF4-FFF2-40B4-BE49-F238E27FC236}">
                  <a16:creationId xmlns:a16="http://schemas.microsoft.com/office/drawing/2014/main" id="{43F283CC-DFD7-46EE-6E65-868031212C31}"/>
                </a:ext>
              </a:extLst>
            </p:cNvPr>
            <p:cNvPicPr>
              <a:picLocks noChangeAspect="1"/>
            </p:cNvPicPr>
            <p:nvPr/>
          </p:nvPicPr>
          <p:blipFill>
            <a:blip r:embed="rId6" cstate="screen">
              <a:duotone>
                <a:schemeClr val="accent1">
                  <a:shade val="45000"/>
                  <a:satMod val="135000"/>
                </a:schemeClr>
                <a:prstClr val="white"/>
              </a:duotone>
              <a:extLst>
                <a:ext uri="{BEBA8EAE-BF5A-486C-A8C5-ECC9F3942E4B}">
                  <a14:imgProps xmlns:a14="http://schemas.microsoft.com/office/drawing/2010/main">
                    <a14:imgLayer r:embed="rId7">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8" name="文本框 7">
            <a:extLst>
              <a:ext uri="{FF2B5EF4-FFF2-40B4-BE49-F238E27FC236}">
                <a16:creationId xmlns:a16="http://schemas.microsoft.com/office/drawing/2014/main" id="{A8698074-614D-88E4-004A-78808939D272}"/>
              </a:ext>
            </a:extLst>
          </p:cNvPr>
          <p:cNvSpPr txBox="1"/>
          <p:nvPr/>
        </p:nvSpPr>
        <p:spPr>
          <a:xfrm>
            <a:off x="1089534" y="212293"/>
            <a:ext cx="2131251" cy="584775"/>
          </a:xfrm>
          <a:prstGeom prst="rect">
            <a:avLst/>
          </a:prstGeom>
          <a:noFill/>
        </p:spPr>
        <p:txBody>
          <a:bodyPr wrap="square" rtlCol="0">
            <a:spAutoFit/>
          </a:bodyPr>
          <a:lstStyle/>
          <a:p>
            <a:r>
              <a:rPr lang="zh-CN" altLang="en-US" sz="3200" dirty="0">
                <a:solidFill>
                  <a:schemeClr val="accent1"/>
                </a:solidFill>
                <a:latin typeface="黑体" panose="02010609060101010101" pitchFamily="49" charset="-122"/>
                <a:ea typeface="黑体" panose="02010609060101010101" pitchFamily="49" charset="-122"/>
              </a:rPr>
              <a:t>项目简介</a:t>
            </a:r>
          </a:p>
        </p:txBody>
      </p:sp>
      <p:sp>
        <p:nvSpPr>
          <p:cNvPr id="9" name="文本框 8">
            <a:extLst>
              <a:ext uri="{FF2B5EF4-FFF2-40B4-BE49-F238E27FC236}">
                <a16:creationId xmlns:a16="http://schemas.microsoft.com/office/drawing/2014/main" id="{031FF954-DAD7-5493-E035-4F3914CC0164}"/>
              </a:ext>
            </a:extLst>
          </p:cNvPr>
          <p:cNvSpPr txBox="1"/>
          <p:nvPr/>
        </p:nvSpPr>
        <p:spPr>
          <a:xfrm>
            <a:off x="401937" y="861385"/>
            <a:ext cx="2469395" cy="369332"/>
          </a:xfrm>
          <a:prstGeom prst="rect">
            <a:avLst/>
          </a:prstGeom>
          <a:noFill/>
        </p:spPr>
        <p:txBody>
          <a:bodyPr wrap="square" rtlCol="0">
            <a:spAutoFit/>
          </a:bodyPr>
          <a:lstStyle/>
          <a:p>
            <a:r>
              <a:rPr lang="en-US" altLang="zh-CN" dirty="0">
                <a:solidFill>
                  <a:schemeClr val="accent1"/>
                </a:solidFill>
                <a:latin typeface="黑体" panose="02010609060101010101" pitchFamily="49" charset="-122"/>
                <a:ea typeface="黑体" panose="02010609060101010101" pitchFamily="49" charset="-122"/>
              </a:rPr>
              <a:t>1.2</a:t>
            </a:r>
            <a:r>
              <a:rPr lang="zh-CN" altLang="en-US" dirty="0">
                <a:solidFill>
                  <a:schemeClr val="accent1"/>
                </a:solidFill>
                <a:latin typeface="黑体" panose="02010609060101010101" pitchFamily="49" charset="-122"/>
                <a:ea typeface="黑体" panose="02010609060101010101" pitchFamily="49" charset="-122"/>
              </a:rPr>
              <a:t>研究背景与意义</a:t>
            </a:r>
          </a:p>
        </p:txBody>
      </p:sp>
      <p:sp>
        <p:nvSpPr>
          <p:cNvPr id="10" name="矩形 9">
            <a:extLst>
              <a:ext uri="{FF2B5EF4-FFF2-40B4-BE49-F238E27FC236}">
                <a16:creationId xmlns:a16="http://schemas.microsoft.com/office/drawing/2014/main" id="{2950E968-0C06-FAD8-C939-61A20701E35E}"/>
              </a:ext>
            </a:extLst>
          </p:cNvPr>
          <p:cNvSpPr/>
          <p:nvPr/>
        </p:nvSpPr>
        <p:spPr>
          <a:xfrm>
            <a:off x="401937" y="1295033"/>
            <a:ext cx="11279990" cy="3673263"/>
          </a:xfrm>
          <a:prstGeom prst="rect">
            <a:avLst/>
          </a:prstGeom>
          <a:noFill/>
          <a:ln>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FB51751D-A04F-75DE-711D-B303FA94D762}"/>
              </a:ext>
            </a:extLst>
          </p:cNvPr>
          <p:cNvSpPr txBox="1"/>
          <p:nvPr/>
        </p:nvSpPr>
        <p:spPr>
          <a:xfrm>
            <a:off x="844510" y="1309342"/>
            <a:ext cx="2376275" cy="369332"/>
          </a:xfrm>
          <a:prstGeom prst="rect">
            <a:avLst/>
          </a:prstGeom>
          <a:noFill/>
        </p:spPr>
        <p:txBody>
          <a:bodyPr wrap="square" rtlCol="0">
            <a:spAutoFit/>
          </a:bodyPr>
          <a:lstStyle/>
          <a:p>
            <a:r>
              <a:rPr lang="zh-CN" altLang="en-US" dirty="0">
                <a:solidFill>
                  <a:schemeClr val="accent1"/>
                </a:solidFill>
                <a:latin typeface="黑体" panose="02010609060101010101" pitchFamily="49" charset="-122"/>
                <a:ea typeface="黑体" panose="02010609060101010101" pitchFamily="49" charset="-122"/>
              </a:rPr>
              <a:t>研究背景</a:t>
            </a:r>
          </a:p>
        </p:txBody>
      </p:sp>
      <p:sp>
        <p:nvSpPr>
          <p:cNvPr id="15" name="矩形 14">
            <a:extLst>
              <a:ext uri="{FF2B5EF4-FFF2-40B4-BE49-F238E27FC236}">
                <a16:creationId xmlns:a16="http://schemas.microsoft.com/office/drawing/2014/main" id="{9E7A527B-35AD-1A59-BAC0-06FC2EAC4F73}"/>
              </a:ext>
            </a:extLst>
          </p:cNvPr>
          <p:cNvSpPr/>
          <p:nvPr/>
        </p:nvSpPr>
        <p:spPr>
          <a:xfrm>
            <a:off x="528735" y="5291828"/>
            <a:ext cx="11153192" cy="94006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矩形 15">
            <a:extLst>
              <a:ext uri="{FF2B5EF4-FFF2-40B4-BE49-F238E27FC236}">
                <a16:creationId xmlns:a16="http://schemas.microsoft.com/office/drawing/2014/main" id="{6876BE38-FE5A-D883-01B2-2AAAC702BACB}"/>
              </a:ext>
            </a:extLst>
          </p:cNvPr>
          <p:cNvSpPr/>
          <p:nvPr/>
        </p:nvSpPr>
        <p:spPr>
          <a:xfrm>
            <a:off x="498596" y="5253696"/>
            <a:ext cx="1266153" cy="978199"/>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schemeClr val="accent1"/>
              </a:solidFill>
              <a:latin typeface="黑体" panose="02010609060101010101" pitchFamily="49" charset="-122"/>
              <a:ea typeface="黑体" panose="02010609060101010101" pitchFamily="49" charset="-122"/>
            </a:endParaRPr>
          </a:p>
        </p:txBody>
      </p:sp>
      <p:sp>
        <p:nvSpPr>
          <p:cNvPr id="18" name="文本框 17">
            <a:extLst>
              <a:ext uri="{FF2B5EF4-FFF2-40B4-BE49-F238E27FC236}">
                <a16:creationId xmlns:a16="http://schemas.microsoft.com/office/drawing/2014/main" id="{8DACD3B7-A53D-D1FD-232A-5112CB435630}"/>
              </a:ext>
            </a:extLst>
          </p:cNvPr>
          <p:cNvSpPr txBox="1"/>
          <p:nvPr/>
        </p:nvSpPr>
        <p:spPr>
          <a:xfrm>
            <a:off x="733866" y="5405289"/>
            <a:ext cx="1036708" cy="713144"/>
          </a:xfrm>
          <a:prstGeom prst="rect">
            <a:avLst/>
          </a:prstGeom>
          <a:noFill/>
        </p:spPr>
        <p:txBody>
          <a:bodyPr wrap="square" rtlCol="0">
            <a:spAutoFit/>
          </a:bodyPr>
          <a:lstStyle/>
          <a:p>
            <a:pPr>
              <a:lnSpc>
                <a:spcPts val="2400"/>
              </a:lnSpc>
            </a:pPr>
            <a:r>
              <a:rPr lang="zh-CN" altLang="en-US" sz="2400" b="1" dirty="0">
                <a:solidFill>
                  <a:schemeClr val="accent1"/>
                </a:solidFill>
              </a:rPr>
              <a:t>研究意义</a:t>
            </a:r>
          </a:p>
        </p:txBody>
      </p:sp>
      <p:sp>
        <p:nvSpPr>
          <p:cNvPr id="19" name="箭头: 下 18">
            <a:extLst>
              <a:ext uri="{FF2B5EF4-FFF2-40B4-BE49-F238E27FC236}">
                <a16:creationId xmlns:a16="http://schemas.microsoft.com/office/drawing/2014/main" id="{AD2534EF-19CD-4777-CF74-A03DE55DD588}"/>
              </a:ext>
            </a:extLst>
          </p:cNvPr>
          <p:cNvSpPr/>
          <p:nvPr/>
        </p:nvSpPr>
        <p:spPr>
          <a:xfrm>
            <a:off x="6028051" y="4744921"/>
            <a:ext cx="844510" cy="713143"/>
          </a:xfrm>
          <a:prstGeom prst="downArrow">
            <a:avLst/>
          </a:prstGeom>
          <a:solidFill>
            <a:schemeClr val="bg1"/>
          </a:solidFill>
          <a:ln>
            <a:noFill/>
          </a:ln>
          <a:effectLst>
            <a:outerShdw blurRad="50800" dist="38100" dir="2040000" algn="tl" rotWithShape="0">
              <a:prstClr val="black">
                <a:alpha val="5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B3C1A6B2-8EB1-133E-CDF1-77E113B0CAE7}"/>
              </a:ext>
            </a:extLst>
          </p:cNvPr>
          <p:cNvSpPr/>
          <p:nvPr/>
        </p:nvSpPr>
        <p:spPr>
          <a:xfrm>
            <a:off x="498596" y="1684444"/>
            <a:ext cx="6348382" cy="31895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2386E156-1CEC-099A-769E-57591F50E89A}"/>
              </a:ext>
            </a:extLst>
          </p:cNvPr>
          <p:cNvGrpSpPr/>
          <p:nvPr/>
        </p:nvGrpSpPr>
        <p:grpSpPr>
          <a:xfrm>
            <a:off x="897921" y="3268490"/>
            <a:ext cx="777568" cy="698068"/>
            <a:chOff x="1059426" y="3271260"/>
            <a:chExt cx="777568" cy="698068"/>
          </a:xfrm>
        </p:grpSpPr>
        <p:sp>
          <p:nvSpPr>
            <p:cNvPr id="14" name="矩形 13">
              <a:extLst>
                <a:ext uri="{FF2B5EF4-FFF2-40B4-BE49-F238E27FC236}">
                  <a16:creationId xmlns:a16="http://schemas.microsoft.com/office/drawing/2014/main" id="{02169751-B266-DD47-3ECB-605E7E50D76F}"/>
                </a:ext>
              </a:extLst>
            </p:cNvPr>
            <p:cNvSpPr/>
            <p:nvPr/>
          </p:nvSpPr>
          <p:spPr>
            <a:xfrm>
              <a:off x="1059426" y="3271260"/>
              <a:ext cx="741847" cy="698068"/>
            </a:xfrm>
            <a:prstGeom prst="rect">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a:extLst>
                <a:ext uri="{FF2B5EF4-FFF2-40B4-BE49-F238E27FC236}">
                  <a16:creationId xmlns:a16="http://schemas.microsoft.com/office/drawing/2014/main" id="{F9379D0A-8FAB-C904-6C6B-8BC051B5CA76}"/>
                </a:ext>
              </a:extLst>
            </p:cNvPr>
            <p:cNvSpPr txBox="1"/>
            <p:nvPr/>
          </p:nvSpPr>
          <p:spPr>
            <a:xfrm>
              <a:off x="1131672" y="3327906"/>
              <a:ext cx="705322" cy="584775"/>
            </a:xfrm>
            <a:prstGeom prst="rect">
              <a:avLst/>
            </a:prstGeom>
            <a:noFill/>
          </p:spPr>
          <p:txBody>
            <a:bodyPr wrap="square" rtlCol="0">
              <a:spAutoFit/>
            </a:bodyPr>
            <a:lstStyle/>
            <a:p>
              <a:r>
                <a:rPr lang="zh-CN" altLang="en-US" sz="1600" b="1" dirty="0">
                  <a:solidFill>
                    <a:schemeClr val="bg1"/>
                  </a:solidFill>
                </a:rPr>
                <a:t>当 前需 求</a:t>
              </a:r>
            </a:p>
          </p:txBody>
        </p:sp>
      </p:grpSp>
      <p:sp>
        <p:nvSpPr>
          <p:cNvPr id="17" name="Rectangle 2">
            <a:extLst>
              <a:ext uri="{FF2B5EF4-FFF2-40B4-BE49-F238E27FC236}">
                <a16:creationId xmlns:a16="http://schemas.microsoft.com/office/drawing/2014/main" id="{5240E432-6F1F-E266-C6E1-41D92ED3DE47}"/>
              </a:ext>
            </a:extLst>
          </p:cNvPr>
          <p:cNvSpPr>
            <a:spLocks noChangeArrowheads="1"/>
          </p:cNvSpPr>
          <p:nvPr/>
        </p:nvSpPr>
        <p:spPr bwMode="auto">
          <a:xfrm>
            <a:off x="732941" y="1810295"/>
            <a:ext cx="587969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zh-CN" sz="1600" b="0" i="0" u="none" strike="noStrike" cap="none" normalizeH="0" baseline="0" dirty="0">
                <a:ln>
                  <a:noFill/>
                </a:ln>
                <a:effectLst/>
                <a:latin typeface="楷体_GB2312" panose="02010609030101010101" pitchFamily="49" charset="-122"/>
                <a:ea typeface="楷体_GB2312" panose="02010609030101010101" pitchFamily="49" charset="-122"/>
                <a:cs typeface="Times New Roman" panose="02020603050405020304" pitchFamily="18" charset="0"/>
              </a:rPr>
              <a:t>国产化替代浪潮下，国产操作系统生态蓬勃发展，OpenHarmony等开源系统亟需构建自主可控的分布式协同能力。本项目基于</a:t>
            </a:r>
            <a:r>
              <a:rPr kumimoji="0" lang="en-US" altLang="zh-CN" sz="1600" b="0" i="0" u="none" strike="noStrike" cap="none" normalizeH="0" baseline="0" dirty="0">
                <a:ln>
                  <a:noFill/>
                </a:ln>
                <a:effectLst/>
                <a:latin typeface="楷体_GB2312" panose="02010609030101010101" pitchFamily="49" charset="-122"/>
                <a:ea typeface="楷体_GB2312" panose="02010609030101010101" pitchFamily="49" charset="-122"/>
                <a:cs typeface="Times New Roman" panose="02020603050405020304" pitchFamily="18" charset="0"/>
              </a:rPr>
              <a:t>xxx</a:t>
            </a:r>
            <a:r>
              <a:rPr kumimoji="0" lang="zh-CN" altLang="zh-CN" sz="1600" b="0" i="0" u="none" strike="noStrike" cap="none" normalizeH="0" baseline="0" dirty="0">
                <a:ln>
                  <a:noFill/>
                </a:ln>
                <a:effectLst/>
                <a:latin typeface="楷体_GB2312" panose="02010609030101010101" pitchFamily="49" charset="-122"/>
                <a:ea typeface="楷体_GB2312" panose="02010609030101010101" pitchFamily="49" charset="-122"/>
                <a:cs typeface="Times New Roman" panose="02020603050405020304" pitchFamily="18" charset="0"/>
              </a:rPr>
              <a:t>技术，开发</a:t>
            </a:r>
            <a:r>
              <a:rPr kumimoji="0" lang="en-US" altLang="zh-CN" sz="1600" b="0" i="0" u="none" strike="noStrike" cap="none" normalizeH="0" baseline="0" dirty="0" err="1">
                <a:ln>
                  <a:noFill/>
                </a:ln>
                <a:effectLst/>
                <a:latin typeface="楷体_GB2312" panose="02010609030101010101" pitchFamily="49" charset="-122"/>
                <a:ea typeface="楷体_GB2312" panose="02010609030101010101" pitchFamily="49" charset="-122"/>
                <a:cs typeface="Times New Roman" panose="02020603050405020304" pitchFamily="18" charset="0"/>
              </a:rPr>
              <a:t>xxxx</a:t>
            </a:r>
            <a:r>
              <a:rPr kumimoji="0" lang="zh-CN" altLang="zh-CN" sz="1600" b="0" i="0" u="none" strike="noStrike" cap="none" normalizeH="0" baseline="0" dirty="0">
                <a:ln>
                  <a:noFill/>
                </a:ln>
                <a:effectLst/>
                <a:latin typeface="楷体_GB2312" panose="02010609030101010101" pitchFamily="49" charset="-122"/>
                <a:ea typeface="楷体_GB2312" panose="02010609030101010101" pitchFamily="49" charset="-122"/>
                <a:cs typeface="Times New Roman" panose="02020603050405020304" pitchFamily="18" charset="0"/>
              </a:rPr>
              <a:t>应用，旨在打破国外技术垄断，推动国产操作系统在</a:t>
            </a:r>
            <a:r>
              <a:rPr kumimoji="0" lang="en-US" altLang="zh-CN" sz="1600" b="0" i="0" u="none" strike="noStrike" cap="none" normalizeH="0" baseline="0" dirty="0">
                <a:ln>
                  <a:noFill/>
                </a:ln>
                <a:effectLst/>
                <a:latin typeface="楷体_GB2312" panose="02010609030101010101" pitchFamily="49" charset="-122"/>
                <a:ea typeface="楷体_GB2312" panose="02010609030101010101" pitchFamily="49" charset="-122"/>
                <a:cs typeface="Times New Roman" panose="02020603050405020304" pitchFamily="18" charset="0"/>
              </a:rPr>
              <a:t>xxx</a:t>
            </a:r>
            <a:r>
              <a:rPr kumimoji="0" lang="zh-CN" altLang="zh-CN" sz="1600" b="0" i="0" u="none" strike="noStrike" cap="none" normalizeH="0" baseline="0" dirty="0">
                <a:ln>
                  <a:noFill/>
                </a:ln>
                <a:effectLst/>
                <a:latin typeface="楷体_GB2312" panose="02010609030101010101" pitchFamily="49" charset="-122"/>
                <a:ea typeface="楷体_GB2312" panose="02010609030101010101" pitchFamily="49" charset="-122"/>
                <a:cs typeface="Times New Roman" panose="02020603050405020304" pitchFamily="18" charset="0"/>
              </a:rPr>
              <a:t>领域的发展，满足国家对关键技术自主可控的战略需求。</a:t>
            </a:r>
            <a:endParaRPr kumimoji="0" lang="zh-CN" altLang="zh-CN" sz="2000" b="0" i="0" u="none" strike="noStrike" cap="none" normalizeH="0" baseline="0" dirty="0">
              <a:ln>
                <a:noFill/>
              </a:ln>
              <a:effectLst/>
              <a:latin typeface="楷体_GB2312" panose="02010609030101010101" pitchFamily="49" charset="-122"/>
              <a:ea typeface="楷体_GB2312" panose="02010609030101010101" pitchFamily="49" charset="-122"/>
            </a:endParaRPr>
          </a:p>
        </p:txBody>
      </p:sp>
      <p:sp>
        <p:nvSpPr>
          <p:cNvPr id="23" name="文本框 22">
            <a:extLst>
              <a:ext uri="{FF2B5EF4-FFF2-40B4-BE49-F238E27FC236}">
                <a16:creationId xmlns:a16="http://schemas.microsoft.com/office/drawing/2014/main" id="{769F375F-9DC5-9438-E48D-586C4FE0136B}"/>
              </a:ext>
            </a:extLst>
          </p:cNvPr>
          <p:cNvSpPr txBox="1"/>
          <p:nvPr/>
        </p:nvSpPr>
        <p:spPr>
          <a:xfrm>
            <a:off x="1797187" y="3190465"/>
            <a:ext cx="4767716" cy="861774"/>
          </a:xfrm>
          <a:prstGeom prst="rect">
            <a:avLst/>
          </a:prstGeom>
          <a:noFill/>
        </p:spPr>
        <p:txBody>
          <a:bodyPr wrap="square" rtlCol="0">
            <a:spAutoFit/>
          </a:bodyPr>
          <a:lstStyle/>
          <a:p>
            <a:r>
              <a:rPr lang="zh-CN" altLang="en-US" sz="1400" dirty="0">
                <a:solidFill>
                  <a:srgbClr val="C00000"/>
                </a:solidFill>
                <a:sym typeface="Wingdings 2" panose="05020102010507070707" pitchFamily="18" charset="2"/>
              </a:rPr>
              <a:t></a:t>
            </a:r>
            <a:r>
              <a:rPr lang="zh-CN" altLang="en-US" dirty="0">
                <a:solidFill>
                  <a:srgbClr val="C00000"/>
                </a:solidFill>
                <a:sym typeface="Wingdings 2" panose="05020102010507070707" pitchFamily="18" charset="2"/>
              </a:rPr>
              <a:t> </a:t>
            </a:r>
            <a:r>
              <a:rPr lang="zh-CN" altLang="en-US" sz="1400" dirty="0">
                <a:sym typeface="Wingdings 2" panose="05020102010507070707" pitchFamily="18" charset="2"/>
              </a:rPr>
              <a:t>问题</a:t>
            </a:r>
            <a:r>
              <a:rPr lang="en-US" altLang="zh-CN" sz="1400" dirty="0">
                <a:sym typeface="Wingdings 2" panose="05020102010507070707" pitchFamily="18" charset="2"/>
              </a:rPr>
              <a:t>1</a:t>
            </a:r>
            <a:r>
              <a:rPr lang="zh-CN" altLang="en-US" sz="1400" dirty="0">
                <a:sym typeface="Wingdings 2" panose="05020102010507070707" pitchFamily="18" charset="2"/>
              </a:rPr>
              <a:t>：现有技术无法满足特定场景下的</a:t>
            </a:r>
            <a:r>
              <a:rPr lang="en-US" altLang="zh-CN" sz="1400" dirty="0">
                <a:sym typeface="Wingdings 2" panose="05020102010507070707" pitchFamily="18" charset="2"/>
              </a:rPr>
              <a:t>xxx</a:t>
            </a:r>
            <a:r>
              <a:rPr lang="zh-CN" altLang="en-US" sz="1400" dirty="0">
                <a:sym typeface="Wingdings 2" panose="05020102010507070707" pitchFamily="18" charset="2"/>
              </a:rPr>
              <a:t>等需求</a:t>
            </a:r>
            <a:endParaRPr lang="en-US" altLang="zh-CN" sz="1400" dirty="0">
              <a:sym typeface="Wingdings 2" panose="05020102010507070707" pitchFamily="18" charset="2"/>
            </a:endParaRPr>
          </a:p>
          <a:p>
            <a:r>
              <a:rPr lang="zh-CN" altLang="en-US" sz="1400" dirty="0">
                <a:solidFill>
                  <a:srgbClr val="C00000"/>
                </a:solidFill>
                <a:sym typeface="Wingdings 2" panose="05020102010507070707" pitchFamily="18" charset="2"/>
              </a:rPr>
              <a:t></a:t>
            </a:r>
            <a:r>
              <a:rPr lang="zh-CN" altLang="en-US" dirty="0">
                <a:solidFill>
                  <a:srgbClr val="C00000"/>
                </a:solidFill>
                <a:sym typeface="Wingdings 2" panose="05020102010507070707" pitchFamily="18" charset="2"/>
              </a:rPr>
              <a:t> </a:t>
            </a:r>
            <a:r>
              <a:rPr lang="zh-CN" altLang="en-US" sz="1400" dirty="0">
                <a:sym typeface="Wingdings 2" panose="05020102010507070707" pitchFamily="18" charset="2"/>
              </a:rPr>
              <a:t>问题</a:t>
            </a:r>
            <a:r>
              <a:rPr lang="en-US" altLang="zh-CN" sz="1400" dirty="0">
                <a:sym typeface="Wingdings 2" panose="05020102010507070707" pitchFamily="18" charset="2"/>
              </a:rPr>
              <a:t>2</a:t>
            </a:r>
            <a:r>
              <a:rPr lang="zh-CN" altLang="en-US" sz="1400" dirty="0">
                <a:sym typeface="Wingdings 2" panose="05020102010507070707" pitchFamily="18" charset="2"/>
              </a:rPr>
              <a:t>：</a:t>
            </a:r>
            <a:r>
              <a:rPr lang="en-US" altLang="zh-CN" sz="1400" dirty="0" err="1">
                <a:sym typeface="Wingdings 2" panose="05020102010507070707" pitchFamily="18" charset="2"/>
              </a:rPr>
              <a:t>OpenHarmony</a:t>
            </a:r>
            <a:r>
              <a:rPr lang="zh-CN" altLang="en-US" sz="1400" dirty="0">
                <a:sym typeface="Wingdings 2" panose="05020102010507070707" pitchFamily="18" charset="2"/>
              </a:rPr>
              <a:t>系统尚未发展完善，缺乏</a:t>
            </a:r>
            <a:r>
              <a:rPr lang="en-US" altLang="zh-CN" sz="1400" dirty="0">
                <a:sym typeface="Wingdings 2" panose="05020102010507070707" pitchFamily="18" charset="2"/>
              </a:rPr>
              <a:t>xxx</a:t>
            </a:r>
            <a:r>
              <a:rPr lang="zh-CN" altLang="en-US" sz="1400" dirty="0">
                <a:sym typeface="Wingdings 2" panose="05020102010507070707" pitchFamily="18" charset="2"/>
              </a:rPr>
              <a:t>和</a:t>
            </a:r>
            <a:r>
              <a:rPr lang="en-US" altLang="zh-CN" sz="1400" dirty="0">
                <a:sym typeface="Wingdings 2" panose="05020102010507070707" pitchFamily="18" charset="2"/>
              </a:rPr>
              <a:t>xxx</a:t>
            </a:r>
            <a:r>
              <a:rPr lang="zh-CN" altLang="en-US" sz="1400" dirty="0">
                <a:sym typeface="Wingdings 2" panose="05020102010507070707" pitchFamily="18" charset="2"/>
              </a:rPr>
              <a:t>的能力</a:t>
            </a:r>
            <a:endParaRPr lang="en-US" altLang="zh-CN" dirty="0">
              <a:sym typeface="Wingdings 2" panose="05020102010507070707" pitchFamily="18" charset="2"/>
            </a:endParaRPr>
          </a:p>
        </p:txBody>
      </p:sp>
      <p:sp>
        <p:nvSpPr>
          <p:cNvPr id="27" name="Rectangle 5">
            <a:extLst>
              <a:ext uri="{FF2B5EF4-FFF2-40B4-BE49-F238E27FC236}">
                <a16:creationId xmlns:a16="http://schemas.microsoft.com/office/drawing/2014/main" id="{816E54D5-956B-2461-47DB-4FF915579A46}"/>
              </a:ext>
            </a:extLst>
          </p:cNvPr>
          <p:cNvSpPr>
            <a:spLocks noChangeArrowheads="1"/>
          </p:cNvSpPr>
          <p:nvPr/>
        </p:nvSpPr>
        <p:spPr bwMode="auto">
          <a:xfrm>
            <a:off x="1958692" y="5469473"/>
            <a:ext cx="941683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bg1"/>
                </a:solidFill>
                <a:effectLst/>
                <a:latin typeface="楷体_GB2312" panose="02010609030101010101" pitchFamily="49" charset="-122"/>
                <a:ea typeface="楷体_GB2312" panose="02010609030101010101" pitchFamily="49" charset="-122"/>
                <a:cs typeface="Times New Roman" panose="02020603050405020304" pitchFamily="18" charset="0"/>
              </a:rPr>
              <a:t>开展</a:t>
            </a:r>
            <a:r>
              <a:rPr kumimoji="0" lang="en-US" altLang="zh-CN" sz="1600" b="0" i="0" u="none" strike="noStrike" cap="none" normalizeH="0" baseline="0" dirty="0" err="1">
                <a:ln>
                  <a:noFill/>
                </a:ln>
                <a:solidFill>
                  <a:schemeClr val="bg1"/>
                </a:solidFill>
                <a:effectLst/>
                <a:latin typeface="楷体_GB2312" panose="02010609030101010101" pitchFamily="49" charset="-122"/>
                <a:ea typeface="楷体_GB2312" panose="02010609030101010101" pitchFamily="49" charset="-122"/>
                <a:cs typeface="Times New Roman" panose="02020603050405020304" pitchFamily="18" charset="0"/>
              </a:rPr>
              <a:t>xxxxxx</a:t>
            </a:r>
            <a:r>
              <a:rPr kumimoji="0" lang="zh-CN" altLang="en-US" sz="1600" b="0" i="0" u="none" strike="noStrike" cap="none" normalizeH="0" baseline="0" dirty="0">
                <a:ln>
                  <a:noFill/>
                </a:ln>
                <a:solidFill>
                  <a:schemeClr val="bg1"/>
                </a:solidFill>
                <a:effectLst/>
                <a:latin typeface="楷体_GB2312" panose="02010609030101010101" pitchFamily="49" charset="-122"/>
                <a:ea typeface="楷体_GB2312" panose="02010609030101010101" pitchFamily="49" charset="-122"/>
                <a:cs typeface="Times New Roman" panose="02020603050405020304" pitchFamily="18" charset="0"/>
              </a:rPr>
              <a:t>技术、方法、机制研究对突破</a:t>
            </a:r>
            <a:r>
              <a:rPr kumimoji="0" lang="en-US" altLang="zh-CN" sz="1600" b="0" i="0" u="none" strike="noStrike" cap="none" normalizeH="0" baseline="0" dirty="0" err="1">
                <a:ln>
                  <a:noFill/>
                </a:ln>
                <a:solidFill>
                  <a:schemeClr val="bg1"/>
                </a:solidFill>
                <a:effectLst/>
                <a:latin typeface="楷体_GB2312" panose="02010609030101010101" pitchFamily="49" charset="-122"/>
                <a:ea typeface="楷体_GB2312" panose="02010609030101010101" pitchFamily="49" charset="-122"/>
                <a:cs typeface="Times New Roman" panose="02020603050405020304" pitchFamily="18" charset="0"/>
              </a:rPr>
              <a:t>xxxxxx</a:t>
            </a:r>
            <a:r>
              <a:rPr lang="zh-CN" altLang="en-US" sz="1600" dirty="0">
                <a:solidFill>
                  <a:schemeClr val="bg1"/>
                </a:solidFill>
                <a:latin typeface="楷体_GB2312" panose="02010609030101010101" pitchFamily="49" charset="-122"/>
                <a:ea typeface="楷体_GB2312" panose="02010609030101010101" pitchFamily="49" charset="-122"/>
                <a:cs typeface="Times New Roman" panose="02020603050405020304" pitchFamily="18" charset="0"/>
              </a:rPr>
              <a:t>等技术瓶颈，提升</a:t>
            </a:r>
            <a:r>
              <a:rPr lang="en-US" altLang="zh-CN" sz="1600" dirty="0" err="1">
                <a:solidFill>
                  <a:schemeClr val="bg1"/>
                </a:solidFill>
                <a:latin typeface="楷体_GB2312" panose="02010609030101010101" pitchFamily="49" charset="-122"/>
                <a:ea typeface="楷体_GB2312" panose="02010609030101010101" pitchFamily="49" charset="-122"/>
                <a:cs typeface="Times New Roman" panose="02020603050405020304" pitchFamily="18" charset="0"/>
              </a:rPr>
              <a:t>xxxxxxxxxx</a:t>
            </a:r>
            <a:r>
              <a:rPr lang="zh-CN" altLang="en-US" sz="1600" dirty="0">
                <a:solidFill>
                  <a:schemeClr val="bg1"/>
                </a:solidFill>
                <a:latin typeface="楷体_GB2312" panose="02010609030101010101" pitchFamily="49" charset="-122"/>
                <a:ea typeface="楷体_GB2312" panose="02010609030101010101" pitchFamily="49" charset="-122"/>
                <a:cs typeface="Times New Roman" panose="02020603050405020304" pitchFamily="18" charset="0"/>
              </a:rPr>
              <a:t>性能，</a:t>
            </a:r>
            <a:endParaRPr lang="en-US" altLang="zh-CN" sz="1600" dirty="0">
              <a:solidFill>
                <a:schemeClr val="bg1"/>
              </a:solidFill>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楷体_GB2312" panose="02010609030101010101" pitchFamily="49" charset="-122"/>
                <a:ea typeface="楷体_GB2312" panose="02010609030101010101" pitchFamily="49" charset="-122"/>
                <a:cs typeface="Times New Roman" panose="02020603050405020304" pitchFamily="18" charset="0"/>
              </a:rPr>
              <a:t>赋能</a:t>
            </a:r>
            <a:r>
              <a:rPr lang="en-US" altLang="zh-CN" sz="1600" dirty="0" err="1">
                <a:solidFill>
                  <a:schemeClr val="bg1"/>
                </a:solidFill>
                <a:latin typeface="楷体_GB2312" panose="02010609030101010101" pitchFamily="49" charset="-122"/>
                <a:ea typeface="楷体_GB2312" panose="02010609030101010101" pitchFamily="49" charset="-122"/>
                <a:cs typeface="Times New Roman" panose="02020603050405020304" pitchFamily="18" charset="0"/>
              </a:rPr>
              <a:t>xxxx</a:t>
            </a:r>
            <a:r>
              <a:rPr lang="zh-CN" altLang="en-US" sz="1600" dirty="0">
                <a:solidFill>
                  <a:schemeClr val="bg1"/>
                </a:solidFill>
                <a:latin typeface="楷体_GB2312" panose="02010609030101010101" pitchFamily="49" charset="-122"/>
                <a:ea typeface="楷体_GB2312" panose="02010609030101010101" pitchFamily="49" charset="-122"/>
                <a:cs typeface="Times New Roman" panose="02020603050405020304" pitchFamily="18" charset="0"/>
              </a:rPr>
              <a:t>发展具有重要意义</a:t>
            </a:r>
            <a:endParaRPr kumimoji="0" lang="zh-CN" altLang="en-US" sz="1600" b="0" i="0" u="none" strike="noStrike" cap="none" normalizeH="0" baseline="0" dirty="0">
              <a:ln>
                <a:noFill/>
              </a:ln>
              <a:solidFill>
                <a:schemeClr val="bg1"/>
              </a:solidFill>
              <a:effectLst/>
              <a:latin typeface="楷体_GB2312" panose="02010609030101010101" pitchFamily="49" charset="-122"/>
              <a:ea typeface="楷体_GB2312" panose="02010609030101010101" pitchFamily="49" charset="-122"/>
              <a:cs typeface="Times New Roman" panose="02020603050405020304" pitchFamily="18" charset="0"/>
            </a:endParaRPr>
          </a:p>
        </p:txBody>
      </p:sp>
      <p:grpSp>
        <p:nvGrpSpPr>
          <p:cNvPr id="22" name="组合 21">
            <a:extLst>
              <a:ext uri="{FF2B5EF4-FFF2-40B4-BE49-F238E27FC236}">
                <a16:creationId xmlns:a16="http://schemas.microsoft.com/office/drawing/2014/main" id="{87E393D3-E526-DADA-0B74-F5A5D548B755}"/>
              </a:ext>
            </a:extLst>
          </p:cNvPr>
          <p:cNvGrpSpPr/>
          <p:nvPr/>
        </p:nvGrpSpPr>
        <p:grpSpPr>
          <a:xfrm>
            <a:off x="5682927" y="3929536"/>
            <a:ext cx="777568" cy="698068"/>
            <a:chOff x="1059426" y="3271260"/>
            <a:chExt cx="777568" cy="698068"/>
          </a:xfrm>
        </p:grpSpPr>
        <p:sp>
          <p:nvSpPr>
            <p:cNvPr id="24" name="矩形 23">
              <a:extLst>
                <a:ext uri="{FF2B5EF4-FFF2-40B4-BE49-F238E27FC236}">
                  <a16:creationId xmlns:a16="http://schemas.microsoft.com/office/drawing/2014/main" id="{90D9CC94-2713-5CF8-147E-2C1A1D05A8E8}"/>
                </a:ext>
              </a:extLst>
            </p:cNvPr>
            <p:cNvSpPr/>
            <p:nvPr/>
          </p:nvSpPr>
          <p:spPr>
            <a:xfrm>
              <a:off x="1059426" y="3271260"/>
              <a:ext cx="741847" cy="698068"/>
            </a:xfrm>
            <a:prstGeom prst="rect">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文本框 24">
              <a:extLst>
                <a:ext uri="{FF2B5EF4-FFF2-40B4-BE49-F238E27FC236}">
                  <a16:creationId xmlns:a16="http://schemas.microsoft.com/office/drawing/2014/main" id="{C8A6FA8D-ADD9-69A3-53BF-4B5F64B97B54}"/>
                </a:ext>
              </a:extLst>
            </p:cNvPr>
            <p:cNvSpPr txBox="1"/>
            <p:nvPr/>
          </p:nvSpPr>
          <p:spPr>
            <a:xfrm>
              <a:off x="1131672" y="3327906"/>
              <a:ext cx="705322" cy="584775"/>
            </a:xfrm>
            <a:prstGeom prst="rect">
              <a:avLst/>
            </a:prstGeom>
            <a:noFill/>
          </p:spPr>
          <p:txBody>
            <a:bodyPr wrap="square" rtlCol="0">
              <a:spAutoFit/>
            </a:bodyPr>
            <a:lstStyle/>
            <a:p>
              <a:r>
                <a:rPr lang="zh-CN" altLang="en-US" sz="1600" b="1" dirty="0">
                  <a:solidFill>
                    <a:schemeClr val="bg1"/>
                  </a:solidFill>
                </a:rPr>
                <a:t>科 学问 题</a:t>
              </a:r>
            </a:p>
          </p:txBody>
        </p:sp>
      </p:grpSp>
      <p:sp>
        <p:nvSpPr>
          <p:cNvPr id="26" name="文本框 25">
            <a:extLst>
              <a:ext uri="{FF2B5EF4-FFF2-40B4-BE49-F238E27FC236}">
                <a16:creationId xmlns:a16="http://schemas.microsoft.com/office/drawing/2014/main" id="{40ADD4C9-2B1F-746C-2D5C-9AA22A020B3C}"/>
              </a:ext>
            </a:extLst>
          </p:cNvPr>
          <p:cNvSpPr txBox="1"/>
          <p:nvPr/>
        </p:nvSpPr>
        <p:spPr>
          <a:xfrm>
            <a:off x="879490" y="4110570"/>
            <a:ext cx="4767716" cy="523220"/>
          </a:xfrm>
          <a:prstGeom prst="rect">
            <a:avLst/>
          </a:prstGeom>
          <a:noFill/>
        </p:spPr>
        <p:txBody>
          <a:bodyPr wrap="square" rtlCol="0">
            <a:spAutoFit/>
          </a:bodyPr>
          <a:lstStyle/>
          <a:p>
            <a:r>
              <a:rPr lang="zh-CN" altLang="en-US" sz="1400" dirty="0">
                <a:latin typeface="楷体_GB2312" panose="02010609030101010101" pitchFamily="49" charset="-122"/>
                <a:ea typeface="楷体_GB2312" panose="02010609030101010101" pitchFamily="49" charset="-122"/>
                <a:sym typeface="Wingdings 2" panose="05020102010507070707" pitchFamily="18" charset="2"/>
              </a:rPr>
              <a:t>针对</a:t>
            </a:r>
            <a:r>
              <a:rPr lang="en-US" altLang="zh-CN" sz="1400" dirty="0">
                <a:latin typeface="楷体_GB2312" panose="02010609030101010101" pitchFamily="49" charset="-122"/>
                <a:ea typeface="楷体_GB2312" panose="02010609030101010101" pitchFamily="49" charset="-122"/>
                <a:sym typeface="Wingdings 2" panose="05020102010507070707" pitchFamily="18" charset="2"/>
              </a:rPr>
              <a:t>xxx</a:t>
            </a:r>
            <a:r>
              <a:rPr lang="zh-CN" altLang="en-US" sz="1400" dirty="0">
                <a:latin typeface="楷体_GB2312" panose="02010609030101010101" pitchFamily="49" charset="-122"/>
                <a:ea typeface="楷体_GB2312" panose="02010609030101010101" pitchFamily="49" charset="-122"/>
                <a:sym typeface="Wingdings 2" panose="05020102010507070707" pitchFamily="18" charset="2"/>
              </a:rPr>
              <a:t>场景中的</a:t>
            </a:r>
            <a:r>
              <a:rPr lang="en-US" altLang="zh-CN" sz="1400" dirty="0">
                <a:latin typeface="楷体_GB2312" panose="02010609030101010101" pitchFamily="49" charset="-122"/>
                <a:ea typeface="楷体_GB2312" panose="02010609030101010101" pitchFamily="49" charset="-122"/>
                <a:sym typeface="Wingdings 2" panose="05020102010507070707" pitchFamily="18" charset="2"/>
              </a:rPr>
              <a:t>xx</a:t>
            </a:r>
            <a:r>
              <a:rPr lang="zh-CN" altLang="en-US" sz="1400" dirty="0">
                <a:latin typeface="楷体_GB2312" panose="02010609030101010101" pitchFamily="49" charset="-122"/>
                <a:ea typeface="楷体_GB2312" panose="02010609030101010101" pitchFamily="49" charset="-122"/>
                <a:sym typeface="Wingdings 2" panose="05020102010507070707" pitchFamily="18" charset="2"/>
              </a:rPr>
              <a:t>、</a:t>
            </a:r>
            <a:r>
              <a:rPr lang="en-US" altLang="zh-CN" sz="1400" dirty="0">
                <a:latin typeface="楷体_GB2312" panose="02010609030101010101" pitchFamily="49" charset="-122"/>
                <a:ea typeface="楷体_GB2312" panose="02010609030101010101" pitchFamily="49" charset="-122"/>
                <a:sym typeface="Wingdings 2" panose="05020102010507070707" pitchFamily="18" charset="2"/>
              </a:rPr>
              <a:t>xx</a:t>
            </a:r>
            <a:r>
              <a:rPr lang="zh-CN" altLang="en-US" sz="1400" dirty="0">
                <a:latin typeface="楷体_GB2312" panose="02010609030101010101" pitchFamily="49" charset="-122"/>
                <a:ea typeface="楷体_GB2312" panose="02010609030101010101" pitchFamily="49" charset="-122"/>
                <a:sym typeface="Wingdings 2" panose="05020102010507070707" pitchFamily="18" charset="2"/>
              </a:rPr>
              <a:t>、</a:t>
            </a:r>
            <a:r>
              <a:rPr lang="en-US" altLang="zh-CN" sz="1400" dirty="0">
                <a:latin typeface="楷体_GB2312" panose="02010609030101010101" pitchFamily="49" charset="-122"/>
                <a:ea typeface="楷体_GB2312" panose="02010609030101010101" pitchFamily="49" charset="-122"/>
                <a:sym typeface="Wingdings 2" panose="05020102010507070707" pitchFamily="18" charset="2"/>
              </a:rPr>
              <a:t>xx</a:t>
            </a:r>
            <a:r>
              <a:rPr lang="zh-CN" altLang="en-US" sz="1400" dirty="0">
                <a:latin typeface="楷体_GB2312" panose="02010609030101010101" pitchFamily="49" charset="-122"/>
                <a:ea typeface="楷体_GB2312" panose="02010609030101010101" pitchFamily="49" charset="-122"/>
                <a:sym typeface="Wingdings 2" panose="05020102010507070707" pitchFamily="18" charset="2"/>
              </a:rPr>
              <a:t>、</a:t>
            </a:r>
            <a:r>
              <a:rPr lang="en-US" altLang="zh-CN" sz="1400" dirty="0">
                <a:latin typeface="楷体_GB2312" panose="02010609030101010101" pitchFamily="49" charset="-122"/>
                <a:ea typeface="楷体_GB2312" panose="02010609030101010101" pitchFamily="49" charset="-122"/>
                <a:sym typeface="Wingdings 2" panose="05020102010507070707" pitchFamily="18" charset="2"/>
              </a:rPr>
              <a:t>xx</a:t>
            </a:r>
            <a:r>
              <a:rPr lang="zh-CN" altLang="en-US" sz="1400" dirty="0">
                <a:latin typeface="楷体_GB2312" panose="02010609030101010101" pitchFamily="49" charset="-122"/>
                <a:ea typeface="楷体_GB2312" panose="02010609030101010101" pitchFamily="49" charset="-122"/>
                <a:sym typeface="Wingdings 2" panose="05020102010507070707" pitchFamily="18" charset="2"/>
              </a:rPr>
              <a:t>和</a:t>
            </a:r>
            <a:r>
              <a:rPr lang="en-US" altLang="zh-CN" sz="1400" dirty="0">
                <a:latin typeface="楷体_GB2312" panose="02010609030101010101" pitchFamily="49" charset="-122"/>
                <a:ea typeface="楷体_GB2312" panose="02010609030101010101" pitchFamily="49" charset="-122"/>
                <a:sym typeface="Wingdings 2" panose="05020102010507070707" pitchFamily="18" charset="2"/>
              </a:rPr>
              <a:t>xx</a:t>
            </a:r>
            <a:r>
              <a:rPr lang="zh-CN" altLang="en-US" sz="1400" dirty="0">
                <a:latin typeface="楷体_GB2312" panose="02010609030101010101" pitchFamily="49" charset="-122"/>
                <a:ea typeface="楷体_GB2312" panose="02010609030101010101" pitchFamily="49" charset="-122"/>
                <a:sym typeface="Wingdings 2" panose="05020102010507070707" pitchFamily="18" charset="2"/>
              </a:rPr>
              <a:t>等技术难题，亟待解决</a:t>
            </a:r>
            <a:r>
              <a:rPr lang="en-US" altLang="zh-CN" sz="1400" dirty="0" err="1">
                <a:latin typeface="楷体_GB2312" panose="02010609030101010101" pitchFamily="49" charset="-122"/>
                <a:ea typeface="楷体_GB2312" panose="02010609030101010101" pitchFamily="49" charset="-122"/>
                <a:sym typeface="Wingdings 2" panose="05020102010507070707" pitchFamily="18" charset="2"/>
              </a:rPr>
              <a:t>xxxxxx</a:t>
            </a:r>
            <a:r>
              <a:rPr lang="zh-CN" altLang="en-US" sz="1400" dirty="0">
                <a:latin typeface="楷体_GB2312" panose="02010609030101010101" pitchFamily="49" charset="-122"/>
                <a:ea typeface="楷体_GB2312" panose="02010609030101010101" pitchFamily="49" charset="-122"/>
                <a:sym typeface="Wingdings 2" panose="05020102010507070707" pitchFamily="18" charset="2"/>
              </a:rPr>
              <a:t>科学问题</a:t>
            </a:r>
            <a:endParaRPr lang="en-US" altLang="zh-CN" dirty="0">
              <a:latin typeface="楷体_GB2312" panose="02010609030101010101" pitchFamily="49" charset="-122"/>
              <a:ea typeface="楷体_GB2312" panose="02010609030101010101" pitchFamily="49" charset="-122"/>
              <a:sym typeface="Wingdings 2" panose="05020102010507070707" pitchFamily="18" charset="2"/>
            </a:endParaRPr>
          </a:p>
        </p:txBody>
      </p:sp>
    </p:spTree>
    <p:extLst>
      <p:ext uri="{BB962C8B-B14F-4D97-AF65-F5344CB8AC3E}">
        <p14:creationId xmlns:p14="http://schemas.microsoft.com/office/powerpoint/2010/main" val="324627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8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42" presetClass="entr" presetSubtype="0" fill="hold" nodeType="withEffect">
                                  <p:stCondLst>
                                    <p:cond delay="8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750"/>
                                        <p:tgtEl>
                                          <p:spTgt spid="5"/>
                                        </p:tgtEl>
                                      </p:cBhvr>
                                    </p:animEffect>
                                    <p:anim calcmode="lin" valueType="num">
                                      <p:cBhvr>
                                        <p:cTn id="14" dur="750" fill="hold"/>
                                        <p:tgtEl>
                                          <p:spTgt spid="5"/>
                                        </p:tgtEl>
                                        <p:attrNameLst>
                                          <p:attrName>ppt_x</p:attrName>
                                        </p:attrNameLst>
                                      </p:cBhvr>
                                      <p:tavLst>
                                        <p:tav tm="0">
                                          <p:val>
                                            <p:strVal val="#ppt_x"/>
                                          </p:val>
                                        </p:tav>
                                        <p:tav tm="100000">
                                          <p:val>
                                            <p:strVal val="#ppt_x"/>
                                          </p:val>
                                        </p:tav>
                                      </p:tavLst>
                                    </p:anim>
                                    <p:anim calcmode="lin" valueType="num">
                                      <p:cBhvr>
                                        <p:cTn id="15" dur="7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5" grpId="0" animBg="1"/>
      <p:bldP spid="16" grpId="0" animBg="1"/>
      <p:bldP spid="18" grpId="0"/>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636698F0-2608-97A1-9117-1A115A78A9A2}"/>
              </a:ext>
            </a:extLst>
          </p:cNvPr>
          <p:cNvSpPr/>
          <p:nvPr/>
        </p:nvSpPr>
        <p:spPr>
          <a:xfrm>
            <a:off x="401937" y="210293"/>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2</a:t>
            </a:r>
            <a:endParaRPr lang="zh-CN" altLang="en-US" sz="2800" dirty="0">
              <a:latin typeface="黑体" panose="02010609060101010101" pitchFamily="49" charset="-122"/>
              <a:ea typeface="黑体" panose="02010609060101010101" pitchFamily="49" charset="-122"/>
            </a:endParaRPr>
          </a:p>
        </p:txBody>
      </p:sp>
      <p:grpSp>
        <p:nvGrpSpPr>
          <p:cNvPr id="3" name="LOGO组合">
            <a:extLst>
              <a:ext uri="{FF2B5EF4-FFF2-40B4-BE49-F238E27FC236}">
                <a16:creationId xmlns:a16="http://schemas.microsoft.com/office/drawing/2014/main" id="{FCBC2D4C-A78E-2A1A-41FB-817FB738087D}"/>
              </a:ext>
            </a:extLst>
          </p:cNvPr>
          <p:cNvGrpSpPr/>
          <p:nvPr/>
        </p:nvGrpSpPr>
        <p:grpSpPr>
          <a:xfrm>
            <a:off x="9228882" y="210293"/>
            <a:ext cx="2719167" cy="586775"/>
            <a:chOff x="685800" y="630052"/>
            <a:chExt cx="2719167" cy="586775"/>
          </a:xfrm>
        </p:grpSpPr>
        <p:pic>
          <p:nvPicPr>
            <p:cNvPr id="4" name="校名">
              <a:extLst>
                <a:ext uri="{FF2B5EF4-FFF2-40B4-BE49-F238E27FC236}">
                  <a16:creationId xmlns:a16="http://schemas.microsoft.com/office/drawing/2014/main" id="{ED3C9692-26E4-3FBA-76E0-9D844661138D}"/>
                </a:ext>
              </a:extLst>
            </p:cNvPr>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1441885" y="679578"/>
              <a:ext cx="1963082" cy="487722"/>
            </a:xfrm>
            <a:prstGeom prst="rect">
              <a:avLst/>
            </a:prstGeom>
          </p:spPr>
        </p:pic>
        <p:pic>
          <p:nvPicPr>
            <p:cNvPr id="5" name="校徽">
              <a:extLst>
                <a:ext uri="{FF2B5EF4-FFF2-40B4-BE49-F238E27FC236}">
                  <a16:creationId xmlns:a16="http://schemas.microsoft.com/office/drawing/2014/main" id="{AB1CE667-3A13-E59F-ECB3-1ECE7AC954E1}"/>
                </a:ext>
              </a:extLst>
            </p:cNvPr>
            <p:cNvPicPr>
              <a:picLocks noChangeAspect="1"/>
            </p:cNvPicPr>
            <p:nvPr/>
          </p:nvPicPr>
          <p:blipFill>
            <a:blip r:embed="rId4" cstate="screen">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6" name="文本框 5">
            <a:extLst>
              <a:ext uri="{FF2B5EF4-FFF2-40B4-BE49-F238E27FC236}">
                <a16:creationId xmlns:a16="http://schemas.microsoft.com/office/drawing/2014/main" id="{8FA20C79-D8F3-7F2F-DE8F-5E827A811810}"/>
              </a:ext>
            </a:extLst>
          </p:cNvPr>
          <p:cNvSpPr txBox="1"/>
          <p:nvPr/>
        </p:nvSpPr>
        <p:spPr>
          <a:xfrm>
            <a:off x="1089534" y="212293"/>
            <a:ext cx="4431811" cy="584775"/>
          </a:xfrm>
          <a:prstGeom prst="rect">
            <a:avLst/>
          </a:prstGeom>
          <a:noFill/>
        </p:spPr>
        <p:txBody>
          <a:bodyPr wrap="square" rtlCol="0">
            <a:spAutoFit/>
          </a:bodyPr>
          <a:lstStyle/>
          <a:p>
            <a:r>
              <a:rPr lang="zh-CN" altLang="en-US" sz="3200" dirty="0">
                <a:solidFill>
                  <a:schemeClr val="accent1"/>
                </a:solidFill>
                <a:latin typeface="黑体" panose="02010609060101010101" pitchFamily="49" charset="-122"/>
                <a:ea typeface="黑体" panose="02010609060101010101" pitchFamily="49" charset="-122"/>
              </a:rPr>
              <a:t>项目目标与研究内容</a:t>
            </a:r>
          </a:p>
        </p:txBody>
      </p:sp>
      <p:sp>
        <p:nvSpPr>
          <p:cNvPr id="7" name="文本框 6">
            <a:extLst>
              <a:ext uri="{FF2B5EF4-FFF2-40B4-BE49-F238E27FC236}">
                <a16:creationId xmlns:a16="http://schemas.microsoft.com/office/drawing/2014/main" id="{23D86283-0AE8-8C63-300D-4A5A5AA56D74}"/>
              </a:ext>
            </a:extLst>
          </p:cNvPr>
          <p:cNvSpPr txBox="1"/>
          <p:nvPr/>
        </p:nvSpPr>
        <p:spPr>
          <a:xfrm>
            <a:off x="401937" y="861385"/>
            <a:ext cx="2469395" cy="369332"/>
          </a:xfrm>
          <a:prstGeom prst="rect">
            <a:avLst/>
          </a:prstGeom>
          <a:noFill/>
        </p:spPr>
        <p:txBody>
          <a:bodyPr wrap="square" rtlCol="0">
            <a:spAutoFit/>
          </a:bodyPr>
          <a:lstStyle/>
          <a:p>
            <a:r>
              <a:rPr lang="en-US" altLang="zh-CN" dirty="0">
                <a:solidFill>
                  <a:schemeClr val="accent1"/>
                </a:solidFill>
                <a:latin typeface="黑体" panose="02010609060101010101" pitchFamily="49" charset="-122"/>
                <a:ea typeface="黑体" panose="02010609060101010101" pitchFamily="49" charset="-122"/>
              </a:rPr>
              <a:t>2.1</a:t>
            </a:r>
            <a:r>
              <a:rPr lang="zh-CN" altLang="en-US" dirty="0">
                <a:solidFill>
                  <a:schemeClr val="accent1"/>
                </a:solidFill>
                <a:latin typeface="黑体" panose="02010609060101010101" pitchFamily="49" charset="-122"/>
                <a:ea typeface="黑体" panose="02010609060101010101" pitchFamily="49" charset="-122"/>
              </a:rPr>
              <a:t>研究内容</a:t>
            </a:r>
          </a:p>
        </p:txBody>
      </p:sp>
      <p:grpSp>
        <p:nvGrpSpPr>
          <p:cNvPr id="97" name="组合 96">
            <a:extLst>
              <a:ext uri="{FF2B5EF4-FFF2-40B4-BE49-F238E27FC236}">
                <a16:creationId xmlns:a16="http://schemas.microsoft.com/office/drawing/2014/main" id="{31A6FBDF-94D3-8A5C-130F-852571CA86BE}"/>
              </a:ext>
            </a:extLst>
          </p:cNvPr>
          <p:cNvGrpSpPr/>
          <p:nvPr/>
        </p:nvGrpSpPr>
        <p:grpSpPr>
          <a:xfrm>
            <a:off x="500881" y="1336361"/>
            <a:ext cx="3540592" cy="4295648"/>
            <a:chOff x="500881" y="1336361"/>
            <a:chExt cx="3540592" cy="4295648"/>
          </a:xfrm>
        </p:grpSpPr>
        <p:grpSp>
          <p:nvGrpSpPr>
            <p:cNvPr id="42" name="组合 41">
              <a:extLst>
                <a:ext uri="{FF2B5EF4-FFF2-40B4-BE49-F238E27FC236}">
                  <a16:creationId xmlns:a16="http://schemas.microsoft.com/office/drawing/2014/main" id="{5822CC22-5D6C-648D-EB9E-694AFC1711C1}"/>
                </a:ext>
              </a:extLst>
            </p:cNvPr>
            <p:cNvGrpSpPr/>
            <p:nvPr/>
          </p:nvGrpSpPr>
          <p:grpSpPr>
            <a:xfrm>
              <a:off x="500881" y="1336361"/>
              <a:ext cx="3506171" cy="4295648"/>
              <a:chOff x="500881" y="1336361"/>
              <a:chExt cx="3506171" cy="4295648"/>
            </a:xfrm>
          </p:grpSpPr>
          <p:sp>
            <p:nvSpPr>
              <p:cNvPr id="8" name="矩形 7">
                <a:extLst>
                  <a:ext uri="{FF2B5EF4-FFF2-40B4-BE49-F238E27FC236}">
                    <a16:creationId xmlns:a16="http://schemas.microsoft.com/office/drawing/2014/main" id="{EDEE3A9A-414E-9F2F-5FA6-B39FA093F869}"/>
                  </a:ext>
                </a:extLst>
              </p:cNvPr>
              <p:cNvSpPr/>
              <p:nvPr/>
            </p:nvSpPr>
            <p:spPr>
              <a:xfrm>
                <a:off x="500882" y="1753089"/>
                <a:ext cx="3506170" cy="3878920"/>
              </a:xfrm>
              <a:prstGeom prst="rect">
                <a:avLst/>
              </a:prstGeom>
              <a:noFill/>
              <a:ln>
                <a:solidFill>
                  <a:schemeClr val="accent1"/>
                </a:solidFill>
                <a:prstDash val="dash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五边形 11">
                <a:extLst>
                  <a:ext uri="{FF2B5EF4-FFF2-40B4-BE49-F238E27FC236}">
                    <a16:creationId xmlns:a16="http://schemas.microsoft.com/office/drawing/2014/main" id="{F4C146EB-9806-FB93-23C2-E27BE7AB23B0}"/>
                  </a:ext>
                </a:extLst>
              </p:cNvPr>
              <p:cNvSpPr/>
              <p:nvPr/>
            </p:nvSpPr>
            <p:spPr>
              <a:xfrm rot="5400000">
                <a:off x="1837237" y="5"/>
                <a:ext cx="833457" cy="3506170"/>
              </a:xfrm>
              <a:prstGeom prst="homePlat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95145FFD-1731-AB72-900B-BB16EF0FF742}"/>
                </a:ext>
              </a:extLst>
            </p:cNvPr>
            <p:cNvSpPr txBox="1"/>
            <p:nvPr/>
          </p:nvSpPr>
          <p:spPr>
            <a:xfrm>
              <a:off x="1489093" y="1502721"/>
              <a:ext cx="1543638" cy="400110"/>
            </a:xfrm>
            <a:prstGeom prst="rect">
              <a:avLst/>
            </a:prstGeom>
            <a:noFill/>
          </p:spPr>
          <p:txBody>
            <a:bodyPr wrap="square" rtlCol="0">
              <a:spAutoFit/>
            </a:bodyPr>
            <a:lstStyle/>
            <a:p>
              <a:pPr algn="ctr"/>
              <a:r>
                <a:rPr lang="zh-CN" altLang="en-US" sz="2000" dirty="0">
                  <a:solidFill>
                    <a:schemeClr val="bg1"/>
                  </a:solidFill>
                  <a:latin typeface="楷体_GB2312" panose="02010609030101010101" pitchFamily="49" charset="-122"/>
                  <a:ea typeface="楷体_GB2312" panose="02010609030101010101" pitchFamily="49" charset="-122"/>
                </a:rPr>
                <a:t>研究内容</a:t>
              </a:r>
              <a:r>
                <a:rPr lang="en-US" altLang="zh-CN" sz="2000" dirty="0">
                  <a:solidFill>
                    <a:schemeClr val="bg1"/>
                  </a:solidFill>
                  <a:latin typeface="楷体_GB2312" panose="02010609030101010101" pitchFamily="49" charset="-122"/>
                  <a:ea typeface="楷体_GB2312" panose="02010609030101010101" pitchFamily="49" charset="-122"/>
                </a:rPr>
                <a:t>1</a:t>
              </a:r>
              <a:endParaRPr lang="zh-CN" altLang="en-US" sz="2000" dirty="0">
                <a:solidFill>
                  <a:schemeClr val="bg1"/>
                </a:solidFill>
                <a:latin typeface="楷体_GB2312" panose="02010609030101010101" pitchFamily="49" charset="-122"/>
                <a:ea typeface="楷体_GB2312" panose="02010609030101010101" pitchFamily="49" charset="-122"/>
              </a:endParaRPr>
            </a:p>
          </p:txBody>
        </p:sp>
        <p:grpSp>
          <p:nvGrpSpPr>
            <p:cNvPr id="31" name="组合 30">
              <a:extLst>
                <a:ext uri="{FF2B5EF4-FFF2-40B4-BE49-F238E27FC236}">
                  <a16:creationId xmlns:a16="http://schemas.microsoft.com/office/drawing/2014/main" id="{56BED948-EC77-0810-0FE1-8BC285D7112D}"/>
                </a:ext>
              </a:extLst>
            </p:cNvPr>
            <p:cNvGrpSpPr/>
            <p:nvPr/>
          </p:nvGrpSpPr>
          <p:grpSpPr>
            <a:xfrm>
              <a:off x="688376" y="2292575"/>
              <a:ext cx="3145074" cy="1136425"/>
              <a:chOff x="688376" y="2292575"/>
              <a:chExt cx="3145074" cy="1136425"/>
            </a:xfrm>
          </p:grpSpPr>
          <p:sp>
            <p:nvSpPr>
              <p:cNvPr id="15" name="矩形: 圆角 14">
                <a:extLst>
                  <a:ext uri="{FF2B5EF4-FFF2-40B4-BE49-F238E27FC236}">
                    <a16:creationId xmlns:a16="http://schemas.microsoft.com/office/drawing/2014/main" id="{CF7BB2FB-C89A-C9E2-856B-E89282727708}"/>
                  </a:ext>
                </a:extLst>
              </p:cNvPr>
              <p:cNvSpPr/>
              <p:nvPr/>
            </p:nvSpPr>
            <p:spPr>
              <a:xfrm>
                <a:off x="695324" y="2292575"/>
                <a:ext cx="3131178" cy="40187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tx1"/>
                    </a:solidFill>
                    <a:latin typeface="楷体_GB2312" panose="02010609030101010101" pitchFamily="49" charset="-122"/>
                    <a:ea typeface="楷体_GB2312" panose="02010609030101010101" pitchFamily="49" charset="-122"/>
                  </a:rPr>
                  <a:t>xxxx</a:t>
                </a:r>
                <a:r>
                  <a:rPr lang="zh-CN" altLang="en-US" sz="1600" dirty="0">
                    <a:solidFill>
                      <a:schemeClr val="tx1"/>
                    </a:solidFill>
                    <a:latin typeface="楷体_GB2312" panose="02010609030101010101" pitchFamily="49" charset="-122"/>
                    <a:ea typeface="楷体_GB2312" panose="02010609030101010101" pitchFamily="49" charset="-122"/>
                  </a:rPr>
                  <a:t>机制</a:t>
                </a:r>
              </a:p>
            </p:txBody>
          </p:sp>
          <p:sp>
            <p:nvSpPr>
              <p:cNvPr id="16" name="矩形: 圆角 15">
                <a:extLst>
                  <a:ext uri="{FF2B5EF4-FFF2-40B4-BE49-F238E27FC236}">
                    <a16:creationId xmlns:a16="http://schemas.microsoft.com/office/drawing/2014/main" id="{76D74FB6-6046-72F2-F052-7AD612E22DBA}"/>
                  </a:ext>
                </a:extLst>
              </p:cNvPr>
              <p:cNvSpPr/>
              <p:nvPr/>
            </p:nvSpPr>
            <p:spPr>
              <a:xfrm>
                <a:off x="688376" y="2832306"/>
                <a:ext cx="988212" cy="587067"/>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_GB2312" panose="02010609030101010101" pitchFamily="49" charset="-122"/>
                  <a:ea typeface="楷体_GB2312" panose="02010609030101010101" pitchFamily="49" charset="-122"/>
                </a:endParaRPr>
              </a:p>
            </p:txBody>
          </p:sp>
          <p:sp>
            <p:nvSpPr>
              <p:cNvPr id="21" name="文本框 20">
                <a:extLst>
                  <a:ext uri="{FF2B5EF4-FFF2-40B4-BE49-F238E27FC236}">
                    <a16:creationId xmlns:a16="http://schemas.microsoft.com/office/drawing/2014/main" id="{C0D9B761-396F-666D-AF5B-B1361D929EBB}"/>
                  </a:ext>
                </a:extLst>
              </p:cNvPr>
              <p:cNvSpPr txBox="1"/>
              <p:nvPr/>
            </p:nvSpPr>
            <p:spPr>
              <a:xfrm>
                <a:off x="728471" y="2862263"/>
                <a:ext cx="908021" cy="523220"/>
              </a:xfrm>
              <a:prstGeom prst="rect">
                <a:avLst/>
              </a:prstGeom>
              <a:noFill/>
            </p:spPr>
            <p:txBody>
              <a:bodyPr wrap="square" rtlCol="0">
                <a:spAutoFit/>
              </a:bodyPr>
              <a:lstStyle/>
              <a:p>
                <a:pPr algn="ctr"/>
                <a:r>
                  <a:rPr lang="en-US" altLang="zh-CN" sz="1400" dirty="0" err="1">
                    <a:latin typeface="楷体_GB2312" panose="02010609030101010101" pitchFamily="49" charset="-122"/>
                    <a:ea typeface="楷体_GB2312" panose="02010609030101010101" pitchFamily="49" charset="-122"/>
                  </a:rPr>
                  <a:t>xxxxxxxx</a:t>
                </a:r>
                <a:r>
                  <a:rPr lang="zh-CN" altLang="en-US" sz="1400" dirty="0">
                    <a:latin typeface="楷体_GB2312" panose="02010609030101010101" pitchFamily="49" charset="-122"/>
                    <a:ea typeface="楷体_GB2312" panose="02010609030101010101" pitchFamily="49" charset="-122"/>
                  </a:rPr>
                  <a:t>算法</a:t>
                </a:r>
              </a:p>
            </p:txBody>
          </p:sp>
          <p:sp>
            <p:nvSpPr>
              <p:cNvPr id="26" name="矩形: 圆角 25">
                <a:extLst>
                  <a:ext uri="{FF2B5EF4-FFF2-40B4-BE49-F238E27FC236}">
                    <a16:creationId xmlns:a16="http://schemas.microsoft.com/office/drawing/2014/main" id="{4D8E75AA-B738-3598-14F7-BD9403BBD51E}"/>
                  </a:ext>
                </a:extLst>
              </p:cNvPr>
              <p:cNvSpPr/>
              <p:nvPr/>
            </p:nvSpPr>
            <p:spPr>
              <a:xfrm>
                <a:off x="1766807" y="2832938"/>
                <a:ext cx="988212" cy="587067"/>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_GB2312" panose="02010609030101010101" pitchFamily="49" charset="-122"/>
                  <a:ea typeface="楷体_GB2312" panose="02010609030101010101" pitchFamily="49" charset="-122"/>
                </a:endParaRPr>
              </a:p>
            </p:txBody>
          </p:sp>
          <p:sp>
            <p:nvSpPr>
              <p:cNvPr id="27" name="矩形: 圆角 26">
                <a:extLst>
                  <a:ext uri="{FF2B5EF4-FFF2-40B4-BE49-F238E27FC236}">
                    <a16:creationId xmlns:a16="http://schemas.microsoft.com/office/drawing/2014/main" id="{CB597CEB-565B-2D2A-EBCF-0B39689BCF29}"/>
                  </a:ext>
                </a:extLst>
              </p:cNvPr>
              <p:cNvSpPr/>
              <p:nvPr/>
            </p:nvSpPr>
            <p:spPr>
              <a:xfrm>
                <a:off x="2845238" y="2841933"/>
                <a:ext cx="988212" cy="587067"/>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_GB2312" panose="02010609030101010101" pitchFamily="49" charset="-122"/>
                  <a:ea typeface="楷体_GB2312" panose="02010609030101010101" pitchFamily="49" charset="-122"/>
                </a:endParaRPr>
              </a:p>
            </p:txBody>
          </p:sp>
          <p:sp>
            <p:nvSpPr>
              <p:cNvPr id="22" name="文本框 21">
                <a:extLst>
                  <a:ext uri="{FF2B5EF4-FFF2-40B4-BE49-F238E27FC236}">
                    <a16:creationId xmlns:a16="http://schemas.microsoft.com/office/drawing/2014/main" id="{994123E6-DA93-7BF5-F318-CB7E71B8A138}"/>
                  </a:ext>
                </a:extLst>
              </p:cNvPr>
              <p:cNvSpPr txBox="1"/>
              <p:nvPr/>
            </p:nvSpPr>
            <p:spPr>
              <a:xfrm>
                <a:off x="1833728" y="2862263"/>
                <a:ext cx="854369" cy="523220"/>
              </a:xfrm>
              <a:prstGeom prst="rect">
                <a:avLst/>
              </a:prstGeom>
              <a:noFill/>
            </p:spPr>
            <p:txBody>
              <a:bodyPr wrap="square" rtlCol="0">
                <a:spAutoFit/>
              </a:bodyPr>
              <a:lstStyle/>
              <a:p>
                <a:pPr algn="ctr"/>
                <a:r>
                  <a:rPr lang="en-US" altLang="zh-CN" sz="1400" dirty="0" err="1">
                    <a:latin typeface="楷体_GB2312" panose="02010609030101010101" pitchFamily="49" charset="-122"/>
                    <a:ea typeface="楷体_GB2312" panose="02010609030101010101" pitchFamily="49" charset="-122"/>
                  </a:rPr>
                  <a:t>xxxxxx</a:t>
                </a:r>
                <a:r>
                  <a:rPr lang="zh-CN" altLang="en-US" sz="1400" dirty="0">
                    <a:latin typeface="楷体_GB2312" panose="02010609030101010101" pitchFamily="49" charset="-122"/>
                    <a:ea typeface="楷体_GB2312" panose="02010609030101010101" pitchFamily="49" charset="-122"/>
                  </a:rPr>
                  <a:t>机制</a:t>
                </a:r>
              </a:p>
            </p:txBody>
          </p:sp>
          <p:sp>
            <p:nvSpPr>
              <p:cNvPr id="23" name="文本框 22">
                <a:extLst>
                  <a:ext uri="{FF2B5EF4-FFF2-40B4-BE49-F238E27FC236}">
                    <a16:creationId xmlns:a16="http://schemas.microsoft.com/office/drawing/2014/main" id="{4F9DEEA1-F10D-4A84-BEA7-D4D43E82654A}"/>
                  </a:ext>
                </a:extLst>
              </p:cNvPr>
              <p:cNvSpPr txBox="1"/>
              <p:nvPr/>
            </p:nvSpPr>
            <p:spPr>
              <a:xfrm>
                <a:off x="2885333" y="2873777"/>
                <a:ext cx="908021" cy="523220"/>
              </a:xfrm>
              <a:prstGeom prst="rect">
                <a:avLst/>
              </a:prstGeom>
              <a:noFill/>
            </p:spPr>
            <p:txBody>
              <a:bodyPr wrap="square" rtlCol="0">
                <a:spAutoFit/>
              </a:bodyPr>
              <a:lstStyle/>
              <a:p>
                <a:pPr algn="ctr"/>
                <a:r>
                  <a:rPr lang="en-US" altLang="zh-CN" sz="1400" dirty="0" err="1">
                    <a:latin typeface="楷体_GB2312" panose="02010609030101010101" pitchFamily="49" charset="-122"/>
                    <a:ea typeface="楷体_GB2312" panose="02010609030101010101" pitchFamily="49" charset="-122"/>
                  </a:rPr>
                  <a:t>xxxxxxx</a:t>
                </a:r>
                <a:r>
                  <a:rPr lang="zh-CN" altLang="en-US" sz="1400" dirty="0">
                    <a:latin typeface="楷体_GB2312" panose="02010609030101010101" pitchFamily="49" charset="-122"/>
                    <a:ea typeface="楷体_GB2312" panose="02010609030101010101" pitchFamily="49" charset="-122"/>
                  </a:rPr>
                  <a:t>策略</a:t>
                </a:r>
              </a:p>
            </p:txBody>
          </p:sp>
          <p:sp>
            <p:nvSpPr>
              <p:cNvPr id="28" name="箭头: 右 27">
                <a:extLst>
                  <a:ext uri="{FF2B5EF4-FFF2-40B4-BE49-F238E27FC236}">
                    <a16:creationId xmlns:a16="http://schemas.microsoft.com/office/drawing/2014/main" id="{B325E63B-41F2-545F-F02A-C55B6B9CCEC9}"/>
                  </a:ext>
                </a:extLst>
              </p:cNvPr>
              <p:cNvSpPr/>
              <p:nvPr/>
            </p:nvSpPr>
            <p:spPr>
              <a:xfrm>
                <a:off x="1575759" y="3007743"/>
                <a:ext cx="305576" cy="246648"/>
              </a:xfrm>
              <a:prstGeom prst="rightArrow">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sp>
            <p:nvSpPr>
              <p:cNvPr id="29" name="箭头: 右 28">
                <a:extLst>
                  <a:ext uri="{FF2B5EF4-FFF2-40B4-BE49-F238E27FC236}">
                    <a16:creationId xmlns:a16="http://schemas.microsoft.com/office/drawing/2014/main" id="{D3AB80B9-C6DD-90B5-020C-AF55207C3C4F}"/>
                  </a:ext>
                </a:extLst>
              </p:cNvPr>
              <p:cNvSpPr/>
              <p:nvPr/>
            </p:nvSpPr>
            <p:spPr>
              <a:xfrm>
                <a:off x="2636937" y="3014909"/>
                <a:ext cx="305576" cy="246648"/>
              </a:xfrm>
              <a:prstGeom prst="rightArrow">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grpSp>
        <p:grpSp>
          <p:nvGrpSpPr>
            <p:cNvPr id="41" name="组合 40">
              <a:extLst>
                <a:ext uri="{FF2B5EF4-FFF2-40B4-BE49-F238E27FC236}">
                  <a16:creationId xmlns:a16="http://schemas.microsoft.com/office/drawing/2014/main" id="{1D1E3307-6796-0100-64A5-6117EE8AEBFA}"/>
                </a:ext>
              </a:extLst>
            </p:cNvPr>
            <p:cNvGrpSpPr/>
            <p:nvPr/>
          </p:nvGrpSpPr>
          <p:grpSpPr>
            <a:xfrm>
              <a:off x="688376" y="3673549"/>
              <a:ext cx="3353097" cy="1812163"/>
              <a:chOff x="688376" y="3673549"/>
              <a:chExt cx="3353097" cy="1812163"/>
            </a:xfrm>
          </p:grpSpPr>
          <p:sp>
            <p:nvSpPr>
              <p:cNvPr id="17" name="矩形: 圆角 16">
                <a:extLst>
                  <a:ext uri="{FF2B5EF4-FFF2-40B4-BE49-F238E27FC236}">
                    <a16:creationId xmlns:a16="http://schemas.microsoft.com/office/drawing/2014/main" id="{87DCAA97-A101-9E3E-711C-0255E55D0C3B}"/>
                  </a:ext>
                </a:extLst>
              </p:cNvPr>
              <p:cNvSpPr/>
              <p:nvPr/>
            </p:nvSpPr>
            <p:spPr>
              <a:xfrm>
                <a:off x="688376" y="3673549"/>
                <a:ext cx="3131178" cy="40187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tx1"/>
                    </a:solidFill>
                    <a:latin typeface="楷体_GB2312" panose="02010609030101010101" pitchFamily="49" charset="-122"/>
                    <a:ea typeface="楷体_GB2312" panose="02010609030101010101" pitchFamily="49" charset="-122"/>
                  </a:rPr>
                  <a:t>xxxx</a:t>
                </a:r>
                <a:r>
                  <a:rPr lang="zh-CN" altLang="en-US" sz="1600" dirty="0">
                    <a:solidFill>
                      <a:schemeClr val="tx1"/>
                    </a:solidFill>
                    <a:latin typeface="楷体_GB2312" panose="02010609030101010101" pitchFamily="49" charset="-122"/>
                    <a:ea typeface="楷体_GB2312" panose="02010609030101010101" pitchFamily="49" charset="-122"/>
                  </a:rPr>
                  <a:t>算法</a:t>
                </a:r>
              </a:p>
            </p:txBody>
          </p:sp>
          <p:sp>
            <p:nvSpPr>
              <p:cNvPr id="18" name="矩形: 圆角 17">
                <a:extLst>
                  <a:ext uri="{FF2B5EF4-FFF2-40B4-BE49-F238E27FC236}">
                    <a16:creationId xmlns:a16="http://schemas.microsoft.com/office/drawing/2014/main" id="{15CCF221-C36B-A89A-7FC9-AB21AC664B39}"/>
                  </a:ext>
                </a:extLst>
              </p:cNvPr>
              <p:cNvSpPr/>
              <p:nvPr/>
            </p:nvSpPr>
            <p:spPr>
              <a:xfrm>
                <a:off x="688377" y="4210412"/>
                <a:ext cx="1784530" cy="127530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_GB2312" panose="02010609030101010101" pitchFamily="49" charset="-122"/>
                  <a:ea typeface="楷体_GB2312" panose="02010609030101010101" pitchFamily="49" charset="-122"/>
                </a:endParaRPr>
              </a:p>
            </p:txBody>
          </p:sp>
          <p:sp>
            <p:nvSpPr>
              <p:cNvPr id="34" name="Rectangle 3">
                <a:extLst>
                  <a:ext uri="{FF2B5EF4-FFF2-40B4-BE49-F238E27FC236}">
                    <a16:creationId xmlns:a16="http://schemas.microsoft.com/office/drawing/2014/main" id="{7EC60D30-941F-DADE-AD22-DB95E16AB4B7}"/>
                  </a:ext>
                </a:extLst>
              </p:cNvPr>
              <p:cNvSpPr>
                <a:spLocks noChangeArrowheads="1"/>
              </p:cNvSpPr>
              <p:nvPr/>
            </p:nvSpPr>
            <p:spPr bwMode="auto">
              <a:xfrm>
                <a:off x="797711" y="4470426"/>
                <a:ext cx="1557769" cy="755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ts val="1800"/>
                  </a:lnSpc>
                  <a:spcBef>
                    <a:spcPct val="0"/>
                  </a:spcBef>
                  <a:spcAft>
                    <a:spcPct val="0"/>
                  </a:spcAft>
                  <a:buClrTx/>
                  <a:buSzTx/>
                  <a:buFontTx/>
                  <a:buNone/>
                  <a:tabLst/>
                </a:pPr>
                <a:r>
                  <a:rPr kumimoji="0" lang="zh-CN" altLang="en-US" sz="13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研究内容研究内容研究内容研究内容研究内容研究内容</a:t>
                </a:r>
                <a:endParaRPr kumimoji="0" lang="zh-CN" altLang="zh-CN" sz="13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35" name="左大括号 34">
                <a:extLst>
                  <a:ext uri="{FF2B5EF4-FFF2-40B4-BE49-F238E27FC236}">
                    <a16:creationId xmlns:a16="http://schemas.microsoft.com/office/drawing/2014/main" id="{1FCC806E-9B44-31A9-8EDD-A4FC72AD5291}"/>
                  </a:ext>
                </a:extLst>
              </p:cNvPr>
              <p:cNvSpPr/>
              <p:nvPr/>
            </p:nvSpPr>
            <p:spPr>
              <a:xfrm>
                <a:off x="2473224" y="4228489"/>
                <a:ext cx="226257" cy="1221695"/>
              </a:xfrm>
              <a:prstGeom prst="leftBrac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sp>
            <p:nvSpPr>
              <p:cNvPr id="36" name="Rectangle 4">
                <a:extLst>
                  <a:ext uri="{FF2B5EF4-FFF2-40B4-BE49-F238E27FC236}">
                    <a16:creationId xmlns:a16="http://schemas.microsoft.com/office/drawing/2014/main" id="{B3015B85-6C68-9528-A8B2-C4D33658A6C3}"/>
                  </a:ext>
                </a:extLst>
              </p:cNvPr>
              <p:cNvSpPr>
                <a:spLocks noChangeArrowheads="1"/>
              </p:cNvSpPr>
              <p:nvPr/>
            </p:nvSpPr>
            <p:spPr bwMode="auto">
              <a:xfrm>
                <a:off x="2612488" y="4244190"/>
                <a:ext cx="134930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研究内容</a:t>
                </a:r>
                <a:endParaRPr kumimoji="0" lang="zh-CN" altLang="zh-CN" sz="3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37" name="Rectangle 5">
                <a:extLst>
                  <a:ext uri="{FF2B5EF4-FFF2-40B4-BE49-F238E27FC236}">
                    <a16:creationId xmlns:a16="http://schemas.microsoft.com/office/drawing/2014/main" id="{88995905-DFE7-7ABD-700E-1E1A0AF8B0BB}"/>
                  </a:ext>
                </a:extLst>
              </p:cNvPr>
              <p:cNvSpPr>
                <a:spLocks noChangeArrowheads="1"/>
              </p:cNvSpPr>
              <p:nvPr/>
            </p:nvSpPr>
            <p:spPr bwMode="auto">
              <a:xfrm>
                <a:off x="2614408" y="4685447"/>
                <a:ext cx="10895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研究内容</a:t>
                </a:r>
                <a:endParaRPr kumimoji="0" lang="zh-CN" altLang="zh-CN" sz="3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38" name="Rectangle 6">
                <a:extLst>
                  <a:ext uri="{FF2B5EF4-FFF2-40B4-BE49-F238E27FC236}">
                    <a16:creationId xmlns:a16="http://schemas.microsoft.com/office/drawing/2014/main" id="{CC111C52-2D14-7312-4B0E-355E97F352BF}"/>
                  </a:ext>
                </a:extLst>
              </p:cNvPr>
              <p:cNvSpPr>
                <a:spLocks noChangeArrowheads="1"/>
              </p:cNvSpPr>
              <p:nvPr/>
            </p:nvSpPr>
            <p:spPr bwMode="auto">
              <a:xfrm>
                <a:off x="2605571" y="5126704"/>
                <a:ext cx="14359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研究内容</a:t>
                </a:r>
                <a:endParaRPr kumimoji="0" lang="zh-CN" altLang="zh-CN" sz="3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grpSp>
      </p:grpSp>
      <p:grpSp>
        <p:nvGrpSpPr>
          <p:cNvPr id="99" name="组合 98">
            <a:extLst>
              <a:ext uri="{FF2B5EF4-FFF2-40B4-BE49-F238E27FC236}">
                <a16:creationId xmlns:a16="http://schemas.microsoft.com/office/drawing/2014/main" id="{F100F234-7D08-51C0-BAE1-74A201EDD48E}"/>
              </a:ext>
            </a:extLst>
          </p:cNvPr>
          <p:cNvGrpSpPr/>
          <p:nvPr/>
        </p:nvGrpSpPr>
        <p:grpSpPr>
          <a:xfrm>
            <a:off x="8184949" y="1336361"/>
            <a:ext cx="3506171" cy="4295648"/>
            <a:chOff x="8184949" y="1336361"/>
            <a:chExt cx="3506171" cy="4295648"/>
          </a:xfrm>
        </p:grpSpPr>
        <p:grpSp>
          <p:nvGrpSpPr>
            <p:cNvPr id="44" name="组合 43">
              <a:extLst>
                <a:ext uri="{FF2B5EF4-FFF2-40B4-BE49-F238E27FC236}">
                  <a16:creationId xmlns:a16="http://schemas.microsoft.com/office/drawing/2014/main" id="{7E9EF163-B4AE-8A9E-3B73-7DDBC0BF483E}"/>
                </a:ext>
              </a:extLst>
            </p:cNvPr>
            <p:cNvGrpSpPr/>
            <p:nvPr/>
          </p:nvGrpSpPr>
          <p:grpSpPr>
            <a:xfrm>
              <a:off x="8184949" y="1336361"/>
              <a:ext cx="3506171" cy="4295648"/>
              <a:chOff x="8184949" y="1336361"/>
              <a:chExt cx="3506171" cy="4295648"/>
            </a:xfrm>
          </p:grpSpPr>
          <p:sp>
            <p:nvSpPr>
              <p:cNvPr id="10" name="矩形 9">
                <a:extLst>
                  <a:ext uri="{FF2B5EF4-FFF2-40B4-BE49-F238E27FC236}">
                    <a16:creationId xmlns:a16="http://schemas.microsoft.com/office/drawing/2014/main" id="{1707EFE3-59F9-3263-2126-2D3F61E3D3F7}"/>
                  </a:ext>
                </a:extLst>
              </p:cNvPr>
              <p:cNvSpPr/>
              <p:nvPr/>
            </p:nvSpPr>
            <p:spPr>
              <a:xfrm>
                <a:off x="8184949" y="1753089"/>
                <a:ext cx="3506170" cy="3878920"/>
              </a:xfrm>
              <a:prstGeom prst="rect">
                <a:avLst/>
              </a:prstGeom>
              <a:noFill/>
              <a:ln>
                <a:solidFill>
                  <a:schemeClr val="accent1"/>
                </a:solidFill>
                <a:prstDash val="dash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五边形 13">
                <a:extLst>
                  <a:ext uri="{FF2B5EF4-FFF2-40B4-BE49-F238E27FC236}">
                    <a16:creationId xmlns:a16="http://schemas.microsoft.com/office/drawing/2014/main" id="{F9437DCB-2394-ADC5-1FEF-58EB780291E3}"/>
                  </a:ext>
                </a:extLst>
              </p:cNvPr>
              <p:cNvSpPr/>
              <p:nvPr/>
            </p:nvSpPr>
            <p:spPr>
              <a:xfrm rot="5400000">
                <a:off x="9521306" y="5"/>
                <a:ext cx="833457" cy="3506170"/>
              </a:xfrm>
              <a:prstGeom prst="homePlat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文本框 39">
              <a:extLst>
                <a:ext uri="{FF2B5EF4-FFF2-40B4-BE49-F238E27FC236}">
                  <a16:creationId xmlns:a16="http://schemas.microsoft.com/office/drawing/2014/main" id="{35387C75-08A6-BA77-CE9E-C37F02E739A2}"/>
                </a:ext>
              </a:extLst>
            </p:cNvPr>
            <p:cNvSpPr txBox="1"/>
            <p:nvPr/>
          </p:nvSpPr>
          <p:spPr>
            <a:xfrm>
              <a:off x="9166215" y="1504890"/>
              <a:ext cx="1543638" cy="400110"/>
            </a:xfrm>
            <a:prstGeom prst="rect">
              <a:avLst/>
            </a:prstGeom>
            <a:noFill/>
          </p:spPr>
          <p:txBody>
            <a:bodyPr wrap="square" rtlCol="0">
              <a:spAutoFit/>
            </a:bodyPr>
            <a:lstStyle/>
            <a:p>
              <a:pPr algn="ctr"/>
              <a:r>
                <a:rPr lang="zh-CN" altLang="en-US" sz="2000" dirty="0">
                  <a:solidFill>
                    <a:schemeClr val="bg1"/>
                  </a:solidFill>
                  <a:latin typeface="楷体_GB2312" panose="02010609030101010101" pitchFamily="49" charset="-122"/>
                  <a:ea typeface="楷体_GB2312" panose="02010609030101010101" pitchFamily="49" charset="-122"/>
                </a:rPr>
                <a:t>研究内容</a:t>
              </a:r>
              <a:r>
                <a:rPr lang="en-US" altLang="zh-CN" sz="2000" dirty="0">
                  <a:solidFill>
                    <a:schemeClr val="bg1"/>
                  </a:solidFill>
                  <a:latin typeface="楷体_GB2312" panose="02010609030101010101" pitchFamily="49" charset="-122"/>
                  <a:ea typeface="楷体_GB2312" panose="02010609030101010101" pitchFamily="49" charset="-122"/>
                </a:rPr>
                <a:t>3</a:t>
              </a:r>
              <a:endParaRPr lang="zh-CN" altLang="en-US" sz="2000" dirty="0">
                <a:solidFill>
                  <a:schemeClr val="bg1"/>
                </a:solidFill>
                <a:latin typeface="楷体_GB2312" panose="02010609030101010101" pitchFamily="49" charset="-122"/>
                <a:ea typeface="楷体_GB2312" panose="02010609030101010101" pitchFamily="49" charset="-122"/>
              </a:endParaRPr>
            </a:p>
          </p:txBody>
        </p:sp>
        <p:grpSp>
          <p:nvGrpSpPr>
            <p:cNvPr id="64" name="组合 63">
              <a:extLst>
                <a:ext uri="{FF2B5EF4-FFF2-40B4-BE49-F238E27FC236}">
                  <a16:creationId xmlns:a16="http://schemas.microsoft.com/office/drawing/2014/main" id="{0ACE69E2-B7A8-5D67-CEF1-D4E602393B86}"/>
                </a:ext>
              </a:extLst>
            </p:cNvPr>
            <p:cNvGrpSpPr/>
            <p:nvPr/>
          </p:nvGrpSpPr>
          <p:grpSpPr>
            <a:xfrm>
              <a:off x="8407879" y="2406720"/>
              <a:ext cx="3088797" cy="401870"/>
              <a:chOff x="8407879" y="2292575"/>
              <a:chExt cx="3088797" cy="401870"/>
            </a:xfrm>
          </p:grpSpPr>
          <p:sp>
            <p:nvSpPr>
              <p:cNvPr id="45" name="矩形: 圆角 44">
                <a:extLst>
                  <a:ext uri="{FF2B5EF4-FFF2-40B4-BE49-F238E27FC236}">
                    <a16:creationId xmlns:a16="http://schemas.microsoft.com/office/drawing/2014/main" id="{891DF004-662D-8D3D-148B-75DB731BCDCF}"/>
                  </a:ext>
                </a:extLst>
              </p:cNvPr>
              <p:cNvSpPr/>
              <p:nvPr/>
            </p:nvSpPr>
            <p:spPr>
              <a:xfrm>
                <a:off x="8407879" y="2292575"/>
                <a:ext cx="3088797" cy="40187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_GB2312" panose="02010609030101010101" pitchFamily="49" charset="-122"/>
                  <a:ea typeface="楷体_GB2312" panose="02010609030101010101" pitchFamily="49" charset="-122"/>
                </a:endParaRPr>
              </a:p>
            </p:txBody>
          </p:sp>
          <p:sp>
            <p:nvSpPr>
              <p:cNvPr id="48" name="文本框 47">
                <a:extLst>
                  <a:ext uri="{FF2B5EF4-FFF2-40B4-BE49-F238E27FC236}">
                    <a16:creationId xmlns:a16="http://schemas.microsoft.com/office/drawing/2014/main" id="{3F163D6B-635E-4EAD-B309-3D067A55DA2A}"/>
                  </a:ext>
                </a:extLst>
              </p:cNvPr>
              <p:cNvSpPr txBox="1"/>
              <p:nvPr/>
            </p:nvSpPr>
            <p:spPr>
              <a:xfrm>
                <a:off x="8594287" y="2318868"/>
                <a:ext cx="2646784" cy="338554"/>
              </a:xfrm>
              <a:prstGeom prst="rect">
                <a:avLst/>
              </a:prstGeom>
              <a:noFill/>
            </p:spPr>
            <p:txBody>
              <a:bodyPr wrap="square">
                <a:spAutoFit/>
              </a:bodyPr>
              <a:lstStyle/>
              <a:p>
                <a:r>
                  <a:rPr lang="zh-CN" altLang="en-US" sz="1600" dirty="0">
                    <a:solidFill>
                      <a:schemeClr val="tx1">
                        <a:lumMod val="75000"/>
                        <a:lumOff val="25000"/>
                      </a:schemeClr>
                    </a:solidFill>
                    <a:latin typeface="楷体_GB2312" panose="02010609030101010101" pitchFamily="49" charset="-122"/>
                    <a:ea typeface="楷体_GB2312" panose="02010609030101010101" pitchFamily="49" charset="-122"/>
                  </a:rPr>
                  <a:t>研究内容研究内容研究内容</a:t>
                </a:r>
              </a:p>
            </p:txBody>
          </p:sp>
        </p:grpSp>
        <p:grpSp>
          <p:nvGrpSpPr>
            <p:cNvPr id="57" name="组合 56">
              <a:extLst>
                <a:ext uri="{FF2B5EF4-FFF2-40B4-BE49-F238E27FC236}">
                  <a16:creationId xmlns:a16="http://schemas.microsoft.com/office/drawing/2014/main" id="{70DE0C89-9F33-D140-E4A7-CD15E9374CFB}"/>
                </a:ext>
              </a:extLst>
            </p:cNvPr>
            <p:cNvGrpSpPr/>
            <p:nvPr/>
          </p:nvGrpSpPr>
          <p:grpSpPr>
            <a:xfrm>
              <a:off x="8407879" y="3058319"/>
              <a:ext cx="3135210" cy="406475"/>
              <a:chOff x="8407878" y="2931287"/>
              <a:chExt cx="3135210" cy="406475"/>
            </a:xfrm>
          </p:grpSpPr>
          <p:sp>
            <p:nvSpPr>
              <p:cNvPr id="50" name="矩形: 圆角 49">
                <a:extLst>
                  <a:ext uri="{FF2B5EF4-FFF2-40B4-BE49-F238E27FC236}">
                    <a16:creationId xmlns:a16="http://schemas.microsoft.com/office/drawing/2014/main" id="{4BBF6724-F07D-BC9C-4A09-72DA4F634E4D}"/>
                  </a:ext>
                </a:extLst>
              </p:cNvPr>
              <p:cNvSpPr/>
              <p:nvPr/>
            </p:nvSpPr>
            <p:spPr>
              <a:xfrm>
                <a:off x="8407879" y="2931287"/>
                <a:ext cx="898788" cy="40187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_GB2312" panose="02010609030101010101" pitchFamily="49" charset="-122"/>
                  <a:ea typeface="楷体_GB2312" panose="02010609030101010101" pitchFamily="49" charset="-122"/>
                </a:endParaRPr>
              </a:p>
            </p:txBody>
          </p:sp>
          <p:sp>
            <p:nvSpPr>
              <p:cNvPr id="51" name="矩形: 圆角 50">
                <a:extLst>
                  <a:ext uri="{FF2B5EF4-FFF2-40B4-BE49-F238E27FC236}">
                    <a16:creationId xmlns:a16="http://schemas.microsoft.com/office/drawing/2014/main" id="{47483C7D-A894-1312-F5A4-B3505CA38359}"/>
                  </a:ext>
                </a:extLst>
              </p:cNvPr>
              <p:cNvSpPr/>
              <p:nvPr/>
            </p:nvSpPr>
            <p:spPr>
              <a:xfrm>
                <a:off x="9440151" y="2931287"/>
                <a:ext cx="1038596" cy="40187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_GB2312" panose="02010609030101010101" pitchFamily="49" charset="-122"/>
                  <a:ea typeface="楷体_GB2312" panose="02010609030101010101" pitchFamily="49" charset="-122"/>
                </a:endParaRPr>
              </a:p>
            </p:txBody>
          </p:sp>
          <p:sp>
            <p:nvSpPr>
              <p:cNvPr id="52" name="矩形: 圆角 51">
                <a:extLst>
                  <a:ext uri="{FF2B5EF4-FFF2-40B4-BE49-F238E27FC236}">
                    <a16:creationId xmlns:a16="http://schemas.microsoft.com/office/drawing/2014/main" id="{8201351D-9AB1-7D32-D4CE-5890312E4155}"/>
                  </a:ext>
                </a:extLst>
              </p:cNvPr>
              <p:cNvSpPr/>
              <p:nvPr/>
            </p:nvSpPr>
            <p:spPr>
              <a:xfrm>
                <a:off x="10597888" y="2935892"/>
                <a:ext cx="898788" cy="40187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sp>
            <p:nvSpPr>
              <p:cNvPr id="54" name="文本框 53">
                <a:extLst>
                  <a:ext uri="{FF2B5EF4-FFF2-40B4-BE49-F238E27FC236}">
                    <a16:creationId xmlns:a16="http://schemas.microsoft.com/office/drawing/2014/main" id="{B953272C-9AC5-1846-C0C7-07E7118272EF}"/>
                  </a:ext>
                </a:extLst>
              </p:cNvPr>
              <p:cNvSpPr txBox="1"/>
              <p:nvPr/>
            </p:nvSpPr>
            <p:spPr>
              <a:xfrm>
                <a:off x="8407878" y="2984344"/>
                <a:ext cx="898788" cy="307777"/>
              </a:xfrm>
              <a:prstGeom prst="rect">
                <a:avLst/>
              </a:prstGeom>
              <a:noFill/>
            </p:spPr>
            <p:txBody>
              <a:bodyPr wrap="square" rtlCol="0">
                <a:spAutoFit/>
              </a:bodyPr>
              <a:lstStyle/>
              <a:p>
                <a:r>
                  <a:rPr lang="zh-CN" altLang="en-US" sz="1400" dirty="0">
                    <a:latin typeface="楷体_GB2312" panose="02010609030101010101" pitchFamily="49" charset="-122"/>
                    <a:ea typeface="楷体_GB2312" panose="02010609030101010101" pitchFamily="49" charset="-122"/>
                  </a:rPr>
                  <a:t>研究内容</a:t>
                </a:r>
              </a:p>
            </p:txBody>
          </p:sp>
          <p:sp>
            <p:nvSpPr>
              <p:cNvPr id="55" name="文本框 54">
                <a:extLst>
                  <a:ext uri="{FF2B5EF4-FFF2-40B4-BE49-F238E27FC236}">
                    <a16:creationId xmlns:a16="http://schemas.microsoft.com/office/drawing/2014/main" id="{E9BBFC54-8C45-3307-C805-43AD07805519}"/>
                  </a:ext>
                </a:extLst>
              </p:cNvPr>
              <p:cNvSpPr txBox="1"/>
              <p:nvPr/>
            </p:nvSpPr>
            <p:spPr>
              <a:xfrm>
                <a:off x="9481400" y="2957598"/>
                <a:ext cx="943792" cy="307777"/>
              </a:xfrm>
              <a:prstGeom prst="rect">
                <a:avLst/>
              </a:prstGeom>
              <a:noFill/>
            </p:spPr>
            <p:txBody>
              <a:bodyPr wrap="square" rtlCol="0">
                <a:spAutoFit/>
              </a:bodyPr>
              <a:lstStyle/>
              <a:p>
                <a:r>
                  <a:rPr lang="zh-CN" altLang="en-US" sz="1400" dirty="0">
                    <a:latin typeface="楷体_GB2312" panose="02010609030101010101" pitchFamily="49" charset="-122"/>
                    <a:ea typeface="楷体_GB2312" panose="02010609030101010101" pitchFamily="49" charset="-122"/>
                  </a:rPr>
                  <a:t>研究内容</a:t>
                </a:r>
              </a:p>
            </p:txBody>
          </p:sp>
          <p:sp>
            <p:nvSpPr>
              <p:cNvPr id="56" name="文本框 55">
                <a:extLst>
                  <a:ext uri="{FF2B5EF4-FFF2-40B4-BE49-F238E27FC236}">
                    <a16:creationId xmlns:a16="http://schemas.microsoft.com/office/drawing/2014/main" id="{A7341CFD-6390-D3A6-2773-537D3C7CF3CC}"/>
                  </a:ext>
                </a:extLst>
              </p:cNvPr>
              <p:cNvSpPr txBox="1"/>
              <p:nvPr/>
            </p:nvSpPr>
            <p:spPr>
              <a:xfrm>
                <a:off x="10599752" y="2975735"/>
                <a:ext cx="943336" cy="307777"/>
              </a:xfrm>
              <a:prstGeom prst="rect">
                <a:avLst/>
              </a:prstGeom>
              <a:noFill/>
            </p:spPr>
            <p:txBody>
              <a:bodyPr wrap="square" rtlCol="0">
                <a:spAutoFit/>
              </a:bodyPr>
              <a:lstStyle/>
              <a:p>
                <a:r>
                  <a:rPr lang="zh-CN" altLang="en-US" sz="1400" dirty="0">
                    <a:latin typeface="楷体_GB2312" panose="02010609030101010101" pitchFamily="49" charset="-122"/>
                    <a:ea typeface="楷体_GB2312" panose="02010609030101010101" pitchFamily="49" charset="-122"/>
                  </a:rPr>
                  <a:t>研究内容</a:t>
                </a:r>
              </a:p>
            </p:txBody>
          </p:sp>
        </p:grpSp>
        <p:sp>
          <p:nvSpPr>
            <p:cNvPr id="63" name="矩形 62">
              <a:extLst>
                <a:ext uri="{FF2B5EF4-FFF2-40B4-BE49-F238E27FC236}">
                  <a16:creationId xmlns:a16="http://schemas.microsoft.com/office/drawing/2014/main" id="{12F75203-057C-8460-7FBA-4866E878EB3C}"/>
                </a:ext>
              </a:extLst>
            </p:cNvPr>
            <p:cNvSpPr/>
            <p:nvPr/>
          </p:nvSpPr>
          <p:spPr>
            <a:xfrm>
              <a:off x="8272130" y="2249537"/>
              <a:ext cx="3338623" cy="1340745"/>
            </a:xfrm>
            <a:prstGeom prst="rect">
              <a:avLst/>
            </a:prstGeom>
            <a:noFill/>
            <a:ln>
              <a:solidFill>
                <a:schemeClr val="accent1">
                  <a:lumMod val="40000"/>
                  <a:lumOff val="60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sp>
          <p:nvSpPr>
            <p:cNvPr id="69" name="左大括号 68">
              <a:extLst>
                <a:ext uri="{FF2B5EF4-FFF2-40B4-BE49-F238E27FC236}">
                  <a16:creationId xmlns:a16="http://schemas.microsoft.com/office/drawing/2014/main" id="{FBD517C0-14C0-8810-64D3-DBE82601D53F}"/>
                </a:ext>
              </a:extLst>
            </p:cNvPr>
            <p:cNvSpPr/>
            <p:nvPr/>
          </p:nvSpPr>
          <p:spPr>
            <a:xfrm rot="5400000">
              <a:off x="9809752" y="1822227"/>
              <a:ext cx="215855" cy="2224537"/>
            </a:xfrm>
            <a:prstGeom prst="leftBrac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sp>
          <p:nvSpPr>
            <p:cNvPr id="76" name="矩形: 圆角 75">
              <a:extLst>
                <a:ext uri="{FF2B5EF4-FFF2-40B4-BE49-F238E27FC236}">
                  <a16:creationId xmlns:a16="http://schemas.microsoft.com/office/drawing/2014/main" id="{6A865C5F-3A24-C7EC-ABF4-22F17DB80C80}"/>
                </a:ext>
              </a:extLst>
            </p:cNvPr>
            <p:cNvSpPr/>
            <p:nvPr/>
          </p:nvSpPr>
          <p:spPr>
            <a:xfrm>
              <a:off x="8407879" y="5044282"/>
              <a:ext cx="3088797" cy="395338"/>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lumMod val="95000"/>
                      <a:lumOff val="5000"/>
                    </a:schemeClr>
                  </a:solidFill>
                  <a:latin typeface="楷体_GB2312" panose="02010609030101010101" pitchFamily="49" charset="-122"/>
                  <a:ea typeface="楷体_GB2312" panose="02010609030101010101" pitchFamily="49" charset="-122"/>
                </a:rPr>
                <a:t>研究内容研究内容</a:t>
              </a:r>
            </a:p>
          </p:txBody>
        </p:sp>
        <p:grpSp>
          <p:nvGrpSpPr>
            <p:cNvPr id="80" name="组合 79">
              <a:extLst>
                <a:ext uri="{FF2B5EF4-FFF2-40B4-BE49-F238E27FC236}">
                  <a16:creationId xmlns:a16="http://schemas.microsoft.com/office/drawing/2014/main" id="{F4DCD50F-319C-3028-3E0F-BC73221F2478}"/>
                </a:ext>
              </a:extLst>
            </p:cNvPr>
            <p:cNvGrpSpPr/>
            <p:nvPr/>
          </p:nvGrpSpPr>
          <p:grpSpPr>
            <a:xfrm>
              <a:off x="8272130" y="3920016"/>
              <a:ext cx="3338623" cy="825888"/>
              <a:chOff x="8272130" y="3920016"/>
              <a:chExt cx="3338623" cy="825888"/>
            </a:xfrm>
          </p:grpSpPr>
          <p:sp>
            <p:nvSpPr>
              <p:cNvPr id="72" name="矩形: 圆角 71">
                <a:extLst>
                  <a:ext uri="{FF2B5EF4-FFF2-40B4-BE49-F238E27FC236}">
                    <a16:creationId xmlns:a16="http://schemas.microsoft.com/office/drawing/2014/main" id="{C3BD19E8-FBFD-2F3C-9228-24DF811CABD4}"/>
                  </a:ext>
                </a:extLst>
              </p:cNvPr>
              <p:cNvSpPr/>
              <p:nvPr/>
            </p:nvSpPr>
            <p:spPr>
              <a:xfrm>
                <a:off x="8407879" y="4062127"/>
                <a:ext cx="1469865" cy="600284"/>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_GB2312" panose="02010609030101010101" pitchFamily="49" charset="-122"/>
                  <a:ea typeface="楷体_GB2312" panose="02010609030101010101" pitchFamily="49" charset="-122"/>
                </a:endParaRPr>
              </a:p>
            </p:txBody>
          </p:sp>
          <p:sp>
            <p:nvSpPr>
              <p:cNvPr id="73" name="矩形: 圆角 72">
                <a:extLst>
                  <a:ext uri="{FF2B5EF4-FFF2-40B4-BE49-F238E27FC236}">
                    <a16:creationId xmlns:a16="http://schemas.microsoft.com/office/drawing/2014/main" id="{3D7E75A1-F4C1-B311-8139-4572464A3666}"/>
                  </a:ext>
                </a:extLst>
              </p:cNvPr>
              <p:cNvSpPr/>
              <p:nvPr/>
            </p:nvSpPr>
            <p:spPr>
              <a:xfrm>
                <a:off x="10060990" y="4062127"/>
                <a:ext cx="1435686" cy="586992"/>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_GB2312" panose="02010609030101010101" pitchFamily="49" charset="-122"/>
                  <a:ea typeface="楷体_GB2312" panose="02010609030101010101" pitchFamily="49" charset="-122"/>
                </a:endParaRPr>
              </a:p>
            </p:txBody>
          </p:sp>
          <p:sp>
            <p:nvSpPr>
              <p:cNvPr id="74" name="Rectangle 9">
                <a:extLst>
                  <a:ext uri="{FF2B5EF4-FFF2-40B4-BE49-F238E27FC236}">
                    <a16:creationId xmlns:a16="http://schemas.microsoft.com/office/drawing/2014/main" id="{D19AA71B-3750-03DF-1D86-EB8D7A7DD2F4}"/>
                  </a:ext>
                </a:extLst>
              </p:cNvPr>
              <p:cNvSpPr>
                <a:spLocks noChangeArrowheads="1"/>
              </p:cNvSpPr>
              <p:nvPr/>
            </p:nvSpPr>
            <p:spPr bwMode="auto">
              <a:xfrm>
                <a:off x="8502407" y="4089439"/>
                <a:ext cx="12846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研究内容研究内容</a:t>
                </a:r>
                <a:endParaRPr kumimoji="0" lang="zh-CN" altLang="zh-CN" sz="3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75" name="Rectangle 10">
                <a:extLst>
                  <a:ext uri="{FF2B5EF4-FFF2-40B4-BE49-F238E27FC236}">
                    <a16:creationId xmlns:a16="http://schemas.microsoft.com/office/drawing/2014/main" id="{6D31ECA6-4081-A765-861E-E267D81B3407}"/>
                  </a:ext>
                </a:extLst>
              </p:cNvPr>
              <p:cNvSpPr>
                <a:spLocks noChangeArrowheads="1"/>
              </p:cNvSpPr>
              <p:nvPr/>
            </p:nvSpPr>
            <p:spPr bwMode="auto">
              <a:xfrm>
                <a:off x="10081554" y="4104334"/>
                <a:ext cx="13463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研究内容研究内容</a:t>
                </a:r>
                <a:endParaRPr kumimoji="0" lang="zh-CN" altLang="zh-CN" sz="3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78" name="矩形 77">
                <a:extLst>
                  <a:ext uri="{FF2B5EF4-FFF2-40B4-BE49-F238E27FC236}">
                    <a16:creationId xmlns:a16="http://schemas.microsoft.com/office/drawing/2014/main" id="{D1D30BC2-2D64-7ECC-9CC4-C32FEC470CD7}"/>
                  </a:ext>
                </a:extLst>
              </p:cNvPr>
              <p:cNvSpPr/>
              <p:nvPr/>
            </p:nvSpPr>
            <p:spPr>
              <a:xfrm>
                <a:off x="8272130" y="3920016"/>
                <a:ext cx="3338623" cy="825888"/>
              </a:xfrm>
              <a:prstGeom prst="rect">
                <a:avLst/>
              </a:prstGeom>
              <a:noFill/>
              <a:ln>
                <a:solidFill>
                  <a:schemeClr val="accent1">
                    <a:lumMod val="40000"/>
                    <a:lumOff val="60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grpSp>
        <p:sp>
          <p:nvSpPr>
            <p:cNvPr id="79" name="箭头: 右 78">
              <a:extLst>
                <a:ext uri="{FF2B5EF4-FFF2-40B4-BE49-F238E27FC236}">
                  <a16:creationId xmlns:a16="http://schemas.microsoft.com/office/drawing/2014/main" id="{BBCAA3D0-93F1-258B-6804-43FB7D8C350F}"/>
                </a:ext>
              </a:extLst>
            </p:cNvPr>
            <p:cNvSpPr/>
            <p:nvPr/>
          </p:nvSpPr>
          <p:spPr>
            <a:xfrm rot="5400000">
              <a:off x="9725639" y="4640089"/>
              <a:ext cx="467622" cy="415944"/>
            </a:xfrm>
            <a:prstGeom prst="rightArrow">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sp>
          <p:nvSpPr>
            <p:cNvPr id="62" name="箭头: 右 61">
              <a:extLst>
                <a:ext uri="{FF2B5EF4-FFF2-40B4-BE49-F238E27FC236}">
                  <a16:creationId xmlns:a16="http://schemas.microsoft.com/office/drawing/2014/main" id="{399BC58E-8C93-0284-AB04-B7CB8E00FEBB}"/>
                </a:ext>
              </a:extLst>
            </p:cNvPr>
            <p:cNvSpPr/>
            <p:nvPr/>
          </p:nvSpPr>
          <p:spPr>
            <a:xfrm rot="5400000">
              <a:off x="9704223" y="3574698"/>
              <a:ext cx="467622" cy="415944"/>
            </a:xfrm>
            <a:prstGeom prst="rightArrow">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grpSp>
      <p:grpSp>
        <p:nvGrpSpPr>
          <p:cNvPr id="20" name="组合 19">
            <a:extLst>
              <a:ext uri="{FF2B5EF4-FFF2-40B4-BE49-F238E27FC236}">
                <a16:creationId xmlns:a16="http://schemas.microsoft.com/office/drawing/2014/main" id="{C2C9C1BA-D468-690C-907E-293B015E5265}"/>
              </a:ext>
            </a:extLst>
          </p:cNvPr>
          <p:cNvGrpSpPr/>
          <p:nvPr/>
        </p:nvGrpSpPr>
        <p:grpSpPr>
          <a:xfrm>
            <a:off x="4342915" y="1336361"/>
            <a:ext cx="3506172" cy="4295648"/>
            <a:chOff x="4342915" y="1336361"/>
            <a:chExt cx="3506172" cy="4295648"/>
          </a:xfrm>
        </p:grpSpPr>
        <p:sp>
          <p:nvSpPr>
            <p:cNvPr id="87" name="矩形: 圆角 86">
              <a:extLst>
                <a:ext uri="{FF2B5EF4-FFF2-40B4-BE49-F238E27FC236}">
                  <a16:creationId xmlns:a16="http://schemas.microsoft.com/office/drawing/2014/main" id="{5739A188-8EA7-25EE-5429-EA3986EA7B7A}"/>
                </a:ext>
              </a:extLst>
            </p:cNvPr>
            <p:cNvSpPr/>
            <p:nvPr/>
          </p:nvSpPr>
          <p:spPr>
            <a:xfrm>
              <a:off x="5548390" y="2292575"/>
              <a:ext cx="979510" cy="2094301"/>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lumMod val="75000"/>
                    <a:lumOff val="25000"/>
                  </a:schemeClr>
                </a:solidFill>
                <a:latin typeface="楷体_GB2312" panose="02010609030101010101" pitchFamily="49" charset="-122"/>
                <a:ea typeface="楷体_GB2312" panose="02010609030101010101" pitchFamily="49" charset="-122"/>
              </a:endParaRPr>
            </a:p>
          </p:txBody>
        </p:sp>
        <p:grpSp>
          <p:nvGrpSpPr>
            <p:cNvPr id="19" name="组合 18">
              <a:extLst>
                <a:ext uri="{FF2B5EF4-FFF2-40B4-BE49-F238E27FC236}">
                  <a16:creationId xmlns:a16="http://schemas.microsoft.com/office/drawing/2014/main" id="{85792050-0DC7-47BD-7108-12B033184993}"/>
                </a:ext>
              </a:extLst>
            </p:cNvPr>
            <p:cNvGrpSpPr/>
            <p:nvPr/>
          </p:nvGrpSpPr>
          <p:grpSpPr>
            <a:xfrm>
              <a:off x="4342915" y="1336361"/>
              <a:ext cx="3506172" cy="4295648"/>
              <a:chOff x="4342915" y="1336361"/>
              <a:chExt cx="3506172" cy="4295648"/>
            </a:xfrm>
          </p:grpSpPr>
          <p:grpSp>
            <p:nvGrpSpPr>
              <p:cNvPr id="43" name="组合 42">
                <a:extLst>
                  <a:ext uri="{FF2B5EF4-FFF2-40B4-BE49-F238E27FC236}">
                    <a16:creationId xmlns:a16="http://schemas.microsoft.com/office/drawing/2014/main" id="{00D49CB4-99FB-3349-718E-CD0B5CFB131E}"/>
                  </a:ext>
                </a:extLst>
              </p:cNvPr>
              <p:cNvGrpSpPr/>
              <p:nvPr/>
            </p:nvGrpSpPr>
            <p:grpSpPr>
              <a:xfrm>
                <a:off x="4342915" y="1336361"/>
                <a:ext cx="3506172" cy="4295648"/>
                <a:chOff x="4342915" y="1336361"/>
                <a:chExt cx="3506172" cy="4295648"/>
              </a:xfrm>
            </p:grpSpPr>
            <p:sp>
              <p:nvSpPr>
                <p:cNvPr id="9" name="矩形 8">
                  <a:extLst>
                    <a:ext uri="{FF2B5EF4-FFF2-40B4-BE49-F238E27FC236}">
                      <a16:creationId xmlns:a16="http://schemas.microsoft.com/office/drawing/2014/main" id="{8FAF080B-9501-10AC-3D2F-5569D9AFC7F8}"/>
                    </a:ext>
                  </a:extLst>
                </p:cNvPr>
                <p:cNvSpPr/>
                <p:nvPr/>
              </p:nvSpPr>
              <p:spPr>
                <a:xfrm>
                  <a:off x="4342915" y="1753089"/>
                  <a:ext cx="3506170" cy="3878920"/>
                </a:xfrm>
                <a:prstGeom prst="rect">
                  <a:avLst/>
                </a:prstGeom>
                <a:noFill/>
                <a:ln>
                  <a:solidFill>
                    <a:schemeClr val="accent1"/>
                  </a:solidFill>
                  <a:prstDash val="dash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五边形 12">
                  <a:extLst>
                    <a:ext uri="{FF2B5EF4-FFF2-40B4-BE49-F238E27FC236}">
                      <a16:creationId xmlns:a16="http://schemas.microsoft.com/office/drawing/2014/main" id="{0FDF63F3-5493-32EE-CA91-99B5B4369E3B}"/>
                    </a:ext>
                  </a:extLst>
                </p:cNvPr>
                <p:cNvSpPr/>
                <p:nvPr/>
              </p:nvSpPr>
              <p:spPr>
                <a:xfrm rot="5400000">
                  <a:off x="5679273" y="5"/>
                  <a:ext cx="833457" cy="3506170"/>
                </a:xfrm>
                <a:prstGeom prst="homePlat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98" name="组合 97">
                <a:extLst>
                  <a:ext uri="{FF2B5EF4-FFF2-40B4-BE49-F238E27FC236}">
                    <a16:creationId xmlns:a16="http://schemas.microsoft.com/office/drawing/2014/main" id="{57ED966A-DABA-A450-39C3-816A14A43C9B}"/>
                  </a:ext>
                </a:extLst>
              </p:cNvPr>
              <p:cNvGrpSpPr/>
              <p:nvPr/>
            </p:nvGrpSpPr>
            <p:grpSpPr>
              <a:xfrm>
                <a:off x="4508495" y="1504890"/>
                <a:ext cx="3143489" cy="3929591"/>
                <a:chOff x="4508495" y="1504890"/>
                <a:chExt cx="3143489" cy="3929591"/>
              </a:xfrm>
            </p:grpSpPr>
            <p:sp>
              <p:nvSpPr>
                <p:cNvPr id="89" name="矩形: 圆角 88">
                  <a:extLst>
                    <a:ext uri="{FF2B5EF4-FFF2-40B4-BE49-F238E27FC236}">
                      <a16:creationId xmlns:a16="http://schemas.microsoft.com/office/drawing/2014/main" id="{5D302FBB-B7F3-DE73-236D-99CB52E1C413}"/>
                    </a:ext>
                  </a:extLst>
                </p:cNvPr>
                <p:cNvSpPr/>
                <p:nvPr/>
              </p:nvSpPr>
              <p:spPr>
                <a:xfrm>
                  <a:off x="6672474" y="2292575"/>
                  <a:ext cx="979510" cy="2094301"/>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lumMod val="75000"/>
                        <a:lumOff val="25000"/>
                      </a:schemeClr>
                    </a:solidFill>
                    <a:latin typeface="楷体_GB2312" panose="02010609030101010101" pitchFamily="49" charset="-122"/>
                    <a:ea typeface="楷体_GB2312" panose="02010609030101010101" pitchFamily="49" charset="-122"/>
                  </a:endParaRPr>
                </a:p>
              </p:txBody>
            </p:sp>
            <p:sp>
              <p:nvSpPr>
                <p:cNvPr id="39" name="文本框 38">
                  <a:extLst>
                    <a:ext uri="{FF2B5EF4-FFF2-40B4-BE49-F238E27FC236}">
                      <a16:creationId xmlns:a16="http://schemas.microsoft.com/office/drawing/2014/main" id="{29A0DA20-94F9-2337-FFFF-385889787985}"/>
                    </a:ext>
                  </a:extLst>
                </p:cNvPr>
                <p:cNvSpPr txBox="1"/>
                <p:nvPr/>
              </p:nvSpPr>
              <p:spPr>
                <a:xfrm>
                  <a:off x="5324181" y="1504890"/>
                  <a:ext cx="1543638" cy="400110"/>
                </a:xfrm>
                <a:prstGeom prst="rect">
                  <a:avLst/>
                </a:prstGeom>
                <a:noFill/>
              </p:spPr>
              <p:txBody>
                <a:bodyPr wrap="square" rtlCol="0">
                  <a:spAutoFit/>
                </a:bodyPr>
                <a:lstStyle/>
                <a:p>
                  <a:pPr algn="ctr"/>
                  <a:r>
                    <a:rPr lang="zh-CN" altLang="en-US" sz="2000" dirty="0">
                      <a:solidFill>
                        <a:schemeClr val="bg1"/>
                      </a:solidFill>
                      <a:latin typeface="楷体_GB2312" panose="02010609030101010101" pitchFamily="49" charset="-122"/>
                      <a:ea typeface="楷体_GB2312" panose="02010609030101010101" pitchFamily="49" charset="-122"/>
                    </a:rPr>
                    <a:t>研究内容</a:t>
                  </a:r>
                  <a:r>
                    <a:rPr lang="en-US" altLang="zh-CN" sz="2000" dirty="0">
                      <a:solidFill>
                        <a:schemeClr val="bg1"/>
                      </a:solidFill>
                      <a:latin typeface="楷体_GB2312" panose="02010609030101010101" pitchFamily="49" charset="-122"/>
                      <a:ea typeface="楷体_GB2312" panose="02010609030101010101" pitchFamily="49" charset="-122"/>
                    </a:rPr>
                    <a:t>2</a:t>
                  </a:r>
                  <a:endParaRPr lang="zh-CN" altLang="en-US" sz="2000" dirty="0">
                    <a:solidFill>
                      <a:schemeClr val="bg1"/>
                    </a:solidFill>
                    <a:latin typeface="楷体_GB2312" panose="02010609030101010101" pitchFamily="49" charset="-122"/>
                    <a:ea typeface="楷体_GB2312" panose="02010609030101010101" pitchFamily="49" charset="-122"/>
                  </a:endParaRPr>
                </a:p>
              </p:txBody>
            </p:sp>
            <p:sp>
              <p:nvSpPr>
                <p:cNvPr id="81" name="矩形: 圆角 80">
                  <a:extLst>
                    <a:ext uri="{FF2B5EF4-FFF2-40B4-BE49-F238E27FC236}">
                      <a16:creationId xmlns:a16="http://schemas.microsoft.com/office/drawing/2014/main" id="{66615F55-7FE0-D8C0-6F3E-7E7A339BC196}"/>
                    </a:ext>
                  </a:extLst>
                </p:cNvPr>
                <p:cNvSpPr/>
                <p:nvPr/>
              </p:nvSpPr>
              <p:spPr>
                <a:xfrm>
                  <a:off x="4607800" y="2292575"/>
                  <a:ext cx="690473" cy="908681"/>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95000"/>
                          <a:lumOff val="5000"/>
                        </a:schemeClr>
                      </a:solidFill>
                      <a:latin typeface="楷体_GB2312" panose="02010609030101010101" pitchFamily="49" charset="-122"/>
                      <a:ea typeface="楷体_GB2312" panose="02010609030101010101" pitchFamily="49" charset="-122"/>
                    </a:rPr>
                    <a:t>研究内容</a:t>
                  </a:r>
                  <a:endParaRPr lang="zh-CN" altLang="en-US" sz="1600" dirty="0">
                    <a:solidFill>
                      <a:schemeClr val="tx1">
                        <a:lumMod val="95000"/>
                        <a:lumOff val="5000"/>
                      </a:schemeClr>
                    </a:solidFill>
                    <a:latin typeface="楷体_GB2312" panose="02010609030101010101" pitchFamily="49" charset="-122"/>
                    <a:ea typeface="楷体_GB2312" panose="02010609030101010101" pitchFamily="49" charset="-122"/>
                  </a:endParaRPr>
                </a:p>
              </p:txBody>
            </p:sp>
            <p:sp>
              <p:nvSpPr>
                <p:cNvPr id="83" name="矩形: 圆角 82">
                  <a:extLst>
                    <a:ext uri="{FF2B5EF4-FFF2-40B4-BE49-F238E27FC236}">
                      <a16:creationId xmlns:a16="http://schemas.microsoft.com/office/drawing/2014/main" id="{B5FA441B-499B-3441-1537-3A3DD22937CC}"/>
                    </a:ext>
                  </a:extLst>
                </p:cNvPr>
                <p:cNvSpPr/>
                <p:nvPr/>
              </p:nvSpPr>
              <p:spPr>
                <a:xfrm>
                  <a:off x="4600909" y="3329159"/>
                  <a:ext cx="690473" cy="1057717"/>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95000"/>
                          <a:lumOff val="5000"/>
                        </a:schemeClr>
                      </a:solidFill>
                      <a:latin typeface="楷体_GB2312" panose="02010609030101010101" pitchFamily="49" charset="-122"/>
                      <a:ea typeface="楷体_GB2312" panose="02010609030101010101" pitchFamily="49" charset="-122"/>
                    </a:rPr>
                    <a:t>研究内容</a:t>
                  </a:r>
                  <a:endParaRPr lang="zh-CN" altLang="en-US" sz="1600" dirty="0">
                    <a:solidFill>
                      <a:schemeClr val="tx1">
                        <a:lumMod val="95000"/>
                        <a:lumOff val="5000"/>
                      </a:schemeClr>
                    </a:solidFill>
                    <a:latin typeface="楷体_GB2312" panose="02010609030101010101" pitchFamily="49" charset="-122"/>
                    <a:ea typeface="楷体_GB2312" panose="02010609030101010101" pitchFamily="49" charset="-122"/>
                  </a:endParaRPr>
                </a:p>
              </p:txBody>
            </p:sp>
            <p:sp>
              <p:nvSpPr>
                <p:cNvPr id="85" name="右大括号 84">
                  <a:extLst>
                    <a:ext uri="{FF2B5EF4-FFF2-40B4-BE49-F238E27FC236}">
                      <a16:creationId xmlns:a16="http://schemas.microsoft.com/office/drawing/2014/main" id="{04BB6B6F-47B9-7BF2-2089-725E7C9DA0C3}"/>
                    </a:ext>
                  </a:extLst>
                </p:cNvPr>
                <p:cNvSpPr/>
                <p:nvPr/>
              </p:nvSpPr>
              <p:spPr>
                <a:xfrm>
                  <a:off x="5291382" y="2694445"/>
                  <a:ext cx="229963" cy="1165108"/>
                </a:xfrm>
                <a:prstGeom prst="rightBrace">
                  <a:avLst/>
                </a:prstGeom>
                <a:noFill/>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86" name="Rectangle 14">
                  <a:extLst>
                    <a:ext uri="{FF2B5EF4-FFF2-40B4-BE49-F238E27FC236}">
                      <a16:creationId xmlns:a16="http://schemas.microsoft.com/office/drawing/2014/main" id="{88CCFEDA-9BEA-B3E0-99DB-C6D4348AE75C}"/>
                    </a:ext>
                  </a:extLst>
                </p:cNvPr>
                <p:cNvSpPr>
                  <a:spLocks noChangeArrowheads="1"/>
                </p:cNvSpPr>
                <p:nvPr/>
              </p:nvSpPr>
              <p:spPr bwMode="auto">
                <a:xfrm>
                  <a:off x="5561611" y="2470335"/>
                  <a:ext cx="966159" cy="17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ts val="26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研究内容研究内容研究内容研究内容研究内容</a:t>
                  </a:r>
                  <a:endParaRPr kumimoji="0" lang="zh-CN"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88" name="Rectangle 15">
                  <a:extLst>
                    <a:ext uri="{FF2B5EF4-FFF2-40B4-BE49-F238E27FC236}">
                      <a16:creationId xmlns:a16="http://schemas.microsoft.com/office/drawing/2014/main" id="{F1E3D59B-8567-2AC4-1E2B-A88FBF30BC59}"/>
                    </a:ext>
                  </a:extLst>
                </p:cNvPr>
                <p:cNvSpPr>
                  <a:spLocks noChangeArrowheads="1"/>
                </p:cNvSpPr>
                <p:nvPr/>
              </p:nvSpPr>
              <p:spPr bwMode="auto">
                <a:xfrm>
                  <a:off x="6688716" y="2525638"/>
                  <a:ext cx="934618" cy="1584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ts val="24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研究内容研究内容研究内容研究内容研究内容</a:t>
                  </a:r>
                  <a:endParaRPr kumimoji="0" lang="zh-CN"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90" name="矩形 89">
                  <a:extLst>
                    <a:ext uri="{FF2B5EF4-FFF2-40B4-BE49-F238E27FC236}">
                      <a16:creationId xmlns:a16="http://schemas.microsoft.com/office/drawing/2014/main" id="{7E8DDFB6-37A3-3C8C-EAF2-8607E8544EA3}"/>
                    </a:ext>
                  </a:extLst>
                </p:cNvPr>
                <p:cNvSpPr/>
                <p:nvPr/>
              </p:nvSpPr>
              <p:spPr>
                <a:xfrm>
                  <a:off x="4508495" y="2225657"/>
                  <a:ext cx="2107892" cy="2240378"/>
                </a:xfrm>
                <a:prstGeom prst="rect">
                  <a:avLst/>
                </a:prstGeom>
                <a:noFill/>
                <a:ln>
                  <a:solidFill>
                    <a:schemeClr val="accent1">
                      <a:lumMod val="40000"/>
                      <a:lumOff val="60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sp>
              <p:nvSpPr>
                <p:cNvPr id="91" name="矩形: 圆角 90">
                  <a:extLst>
                    <a:ext uri="{FF2B5EF4-FFF2-40B4-BE49-F238E27FC236}">
                      <a16:creationId xmlns:a16="http://schemas.microsoft.com/office/drawing/2014/main" id="{3F00A9D8-2C39-8E95-A183-B1DF650FA112}"/>
                    </a:ext>
                  </a:extLst>
                </p:cNvPr>
                <p:cNvSpPr/>
                <p:nvPr/>
              </p:nvSpPr>
              <p:spPr>
                <a:xfrm>
                  <a:off x="4541618" y="4768506"/>
                  <a:ext cx="3108764" cy="665975"/>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95000"/>
                          <a:lumOff val="5000"/>
                        </a:schemeClr>
                      </a:solidFill>
                      <a:latin typeface="楷体_GB2312" panose="02010609030101010101" pitchFamily="49" charset="-122"/>
                      <a:ea typeface="楷体_GB2312" panose="02010609030101010101" pitchFamily="49" charset="-122"/>
                    </a:rPr>
                    <a:t>研究内容研究内容研究内容研究内容</a:t>
                  </a:r>
                  <a:endParaRPr lang="zh-CN" altLang="en-US" sz="1600" dirty="0">
                    <a:solidFill>
                      <a:schemeClr val="tx1">
                        <a:lumMod val="95000"/>
                        <a:lumOff val="5000"/>
                      </a:schemeClr>
                    </a:solidFill>
                    <a:latin typeface="楷体_GB2312" panose="02010609030101010101" pitchFamily="49" charset="-122"/>
                    <a:ea typeface="楷体_GB2312" panose="02010609030101010101" pitchFamily="49" charset="-122"/>
                  </a:endParaRPr>
                </a:p>
              </p:txBody>
            </p:sp>
            <p:sp>
              <p:nvSpPr>
                <p:cNvPr id="92" name="箭头: 右 91">
                  <a:extLst>
                    <a:ext uri="{FF2B5EF4-FFF2-40B4-BE49-F238E27FC236}">
                      <a16:creationId xmlns:a16="http://schemas.microsoft.com/office/drawing/2014/main" id="{E8505336-C81C-3D04-E1D0-44D580C77B93}"/>
                    </a:ext>
                  </a:extLst>
                </p:cNvPr>
                <p:cNvSpPr/>
                <p:nvPr/>
              </p:nvSpPr>
              <p:spPr>
                <a:xfrm rot="5400000">
                  <a:off x="5118232" y="4462204"/>
                  <a:ext cx="467622" cy="314559"/>
                </a:xfrm>
                <a:prstGeom prst="rightArrow">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sp>
              <p:nvSpPr>
                <p:cNvPr id="93" name="箭头: 右 92">
                  <a:extLst>
                    <a:ext uri="{FF2B5EF4-FFF2-40B4-BE49-F238E27FC236}">
                      <a16:creationId xmlns:a16="http://schemas.microsoft.com/office/drawing/2014/main" id="{D6B53F39-9A2A-58CF-48FC-DF8BF3376FF9}"/>
                    </a:ext>
                  </a:extLst>
                </p:cNvPr>
                <p:cNvSpPr/>
                <p:nvPr/>
              </p:nvSpPr>
              <p:spPr>
                <a:xfrm rot="5400000">
                  <a:off x="6849287" y="4425078"/>
                  <a:ext cx="545079" cy="314559"/>
                </a:xfrm>
                <a:prstGeom prst="rightArrow">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grpSp>
        </p:grpSp>
      </p:grpSp>
      <p:sp>
        <p:nvSpPr>
          <p:cNvPr id="94" name="箭头: 五边形 93">
            <a:extLst>
              <a:ext uri="{FF2B5EF4-FFF2-40B4-BE49-F238E27FC236}">
                <a16:creationId xmlns:a16="http://schemas.microsoft.com/office/drawing/2014/main" id="{82FA83F5-3811-BE29-C5DD-72C93A9DBA66}"/>
              </a:ext>
            </a:extLst>
          </p:cNvPr>
          <p:cNvSpPr/>
          <p:nvPr/>
        </p:nvSpPr>
        <p:spPr>
          <a:xfrm>
            <a:off x="500880" y="5892023"/>
            <a:ext cx="11190239" cy="539948"/>
          </a:xfrm>
          <a:prstGeom prst="homePlat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黑体" panose="02010609060101010101" pitchFamily="49" charset="-122"/>
                <a:ea typeface="黑体" panose="02010609060101010101" pitchFamily="49" charset="-122"/>
              </a:rPr>
              <a:t>针对</a:t>
            </a:r>
            <a:r>
              <a:rPr lang="en-US" altLang="zh-CN" dirty="0">
                <a:solidFill>
                  <a:schemeClr val="tx1"/>
                </a:solidFill>
                <a:latin typeface="黑体" panose="02010609060101010101" pitchFamily="49" charset="-122"/>
                <a:ea typeface="黑体" panose="02010609060101010101" pitchFamily="49" charset="-122"/>
              </a:rPr>
              <a:t>xx</a:t>
            </a:r>
            <a:r>
              <a:rPr lang="zh-CN" altLang="en-US" dirty="0">
                <a:solidFill>
                  <a:schemeClr val="tx1"/>
                </a:solidFill>
                <a:latin typeface="黑体" panose="02010609060101010101" pitchFamily="49" charset="-122"/>
                <a:ea typeface="黑体" panose="02010609060101010101" pitchFamily="49" charset="-122"/>
              </a:rPr>
              <a:t>技术难题，研究</a:t>
            </a:r>
            <a:r>
              <a:rPr lang="en-US" altLang="zh-CN" dirty="0">
                <a:solidFill>
                  <a:schemeClr val="tx1"/>
                </a:solidFill>
                <a:latin typeface="黑体" panose="02010609060101010101" pitchFamily="49" charset="-122"/>
                <a:ea typeface="黑体" panose="02010609060101010101" pitchFamily="49" charset="-122"/>
              </a:rPr>
              <a:t>xx</a:t>
            </a:r>
            <a:r>
              <a:rPr lang="zh-CN" altLang="en-US" dirty="0">
                <a:solidFill>
                  <a:schemeClr val="tx1"/>
                </a:solidFill>
                <a:latin typeface="黑体" panose="02010609060101010101" pitchFamily="49" charset="-122"/>
                <a:ea typeface="黑体" panose="02010609060101010101" pitchFamily="49" charset="-122"/>
              </a:rPr>
              <a:t>技术，解决</a:t>
            </a:r>
            <a:r>
              <a:rPr lang="en-US" altLang="zh-CN" dirty="0">
                <a:solidFill>
                  <a:schemeClr val="tx1"/>
                </a:solidFill>
                <a:latin typeface="黑体" panose="02010609060101010101" pitchFamily="49" charset="-122"/>
                <a:ea typeface="黑体" panose="02010609060101010101" pitchFamily="49" charset="-122"/>
              </a:rPr>
              <a:t>xx</a:t>
            </a:r>
            <a:r>
              <a:rPr lang="zh-CN" altLang="en-US" dirty="0">
                <a:solidFill>
                  <a:schemeClr val="tx1"/>
                </a:solidFill>
                <a:latin typeface="黑体" panose="02010609060101010101" pitchFamily="49" charset="-122"/>
                <a:ea typeface="黑体" panose="02010609060101010101" pitchFamily="49" charset="-122"/>
              </a:rPr>
              <a:t>问题，形成论文</a:t>
            </a:r>
            <a:r>
              <a:rPr lang="en-US" altLang="zh-CN" dirty="0">
                <a:solidFill>
                  <a:schemeClr val="tx1"/>
                </a:solidFill>
                <a:latin typeface="黑体" panose="02010609060101010101" pitchFamily="49" charset="-122"/>
                <a:ea typeface="黑体" panose="02010609060101010101" pitchFamily="49" charset="-122"/>
              </a:rPr>
              <a:t>x</a:t>
            </a:r>
            <a:r>
              <a:rPr lang="zh-CN" altLang="en-US" dirty="0">
                <a:solidFill>
                  <a:schemeClr val="tx1"/>
                </a:solidFill>
                <a:latin typeface="黑体" panose="02010609060101010101" pitchFamily="49" charset="-122"/>
                <a:ea typeface="黑体" panose="02010609060101010101" pitchFamily="49" charset="-122"/>
              </a:rPr>
              <a:t>篇</a:t>
            </a:r>
          </a:p>
        </p:txBody>
      </p:sp>
    </p:spTree>
    <p:extLst>
      <p:ext uri="{BB962C8B-B14F-4D97-AF65-F5344CB8AC3E}">
        <p14:creationId xmlns:p14="http://schemas.microsoft.com/office/powerpoint/2010/main" val="26016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5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fade">
                                      <p:cBhvr>
                                        <p:cTn id="17" dur="500"/>
                                        <p:tgtEl>
                                          <p:spTgt spid="9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4"/>
                                        </p:tgtEl>
                                        <p:attrNameLst>
                                          <p:attrName>style.visibility</p:attrName>
                                        </p:attrNameLst>
                                      </p:cBhvr>
                                      <p:to>
                                        <p:strVal val="visible"/>
                                      </p:to>
                                    </p:set>
                                    <p:animEffect transition="in" filter="fade">
                                      <p:cBhvr>
                                        <p:cTn id="22"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E5C691F2-9D2A-51E5-03F7-5F74E66BD3C6}"/>
              </a:ext>
            </a:extLst>
          </p:cNvPr>
          <p:cNvSpPr/>
          <p:nvPr/>
        </p:nvSpPr>
        <p:spPr>
          <a:xfrm>
            <a:off x="401937" y="210293"/>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2</a:t>
            </a:r>
            <a:endParaRPr lang="zh-CN" altLang="en-US" sz="2800" dirty="0">
              <a:latin typeface="黑体" panose="02010609060101010101" pitchFamily="49" charset="-122"/>
              <a:ea typeface="黑体" panose="02010609060101010101" pitchFamily="49" charset="-122"/>
            </a:endParaRPr>
          </a:p>
        </p:txBody>
      </p:sp>
      <p:grpSp>
        <p:nvGrpSpPr>
          <p:cNvPr id="3" name="LOGO组合">
            <a:extLst>
              <a:ext uri="{FF2B5EF4-FFF2-40B4-BE49-F238E27FC236}">
                <a16:creationId xmlns:a16="http://schemas.microsoft.com/office/drawing/2014/main" id="{4740F20D-C84F-B348-7F6F-F17C3CA21389}"/>
              </a:ext>
            </a:extLst>
          </p:cNvPr>
          <p:cNvGrpSpPr/>
          <p:nvPr/>
        </p:nvGrpSpPr>
        <p:grpSpPr>
          <a:xfrm>
            <a:off x="9228882" y="210293"/>
            <a:ext cx="2719167" cy="586775"/>
            <a:chOff x="685800" y="630052"/>
            <a:chExt cx="2719167" cy="586775"/>
          </a:xfrm>
        </p:grpSpPr>
        <p:pic>
          <p:nvPicPr>
            <p:cNvPr id="4" name="校名">
              <a:extLst>
                <a:ext uri="{FF2B5EF4-FFF2-40B4-BE49-F238E27FC236}">
                  <a16:creationId xmlns:a16="http://schemas.microsoft.com/office/drawing/2014/main" id="{DB82DA21-FAEA-2F78-B2E5-43A291C537AA}"/>
                </a:ext>
              </a:extLst>
            </p:cNvPr>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1441885" y="679578"/>
              <a:ext cx="1963082" cy="487722"/>
            </a:xfrm>
            <a:prstGeom prst="rect">
              <a:avLst/>
            </a:prstGeom>
          </p:spPr>
        </p:pic>
        <p:pic>
          <p:nvPicPr>
            <p:cNvPr id="5" name="校徽">
              <a:extLst>
                <a:ext uri="{FF2B5EF4-FFF2-40B4-BE49-F238E27FC236}">
                  <a16:creationId xmlns:a16="http://schemas.microsoft.com/office/drawing/2014/main" id="{F5502015-C325-A009-8611-7FCD81EF1003}"/>
                </a:ext>
              </a:extLst>
            </p:cNvPr>
            <p:cNvPicPr>
              <a:picLocks noChangeAspect="1"/>
            </p:cNvPicPr>
            <p:nvPr/>
          </p:nvPicPr>
          <p:blipFill>
            <a:blip r:embed="rId4" cstate="screen">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Layer>
                  </a14:imgProps>
                </a:ext>
              </a:extLst>
            </a:blip>
            <a:stretch>
              <a:fillRect/>
            </a:stretch>
          </p:blipFill>
          <p:spPr>
            <a:xfrm>
              <a:off x="685800" y="630052"/>
              <a:ext cx="586775" cy="586775"/>
            </a:xfrm>
            <a:prstGeom prst="rect">
              <a:avLst/>
            </a:prstGeom>
          </p:spPr>
        </p:pic>
      </p:grpSp>
      <p:sp>
        <p:nvSpPr>
          <p:cNvPr id="6" name="文本框 5">
            <a:extLst>
              <a:ext uri="{FF2B5EF4-FFF2-40B4-BE49-F238E27FC236}">
                <a16:creationId xmlns:a16="http://schemas.microsoft.com/office/drawing/2014/main" id="{82EAE0B5-6BC1-D7C0-2690-1C0F377CF7A5}"/>
              </a:ext>
            </a:extLst>
          </p:cNvPr>
          <p:cNvSpPr txBox="1"/>
          <p:nvPr/>
        </p:nvSpPr>
        <p:spPr>
          <a:xfrm>
            <a:off x="1089534" y="212293"/>
            <a:ext cx="4431811" cy="584775"/>
          </a:xfrm>
          <a:prstGeom prst="rect">
            <a:avLst/>
          </a:prstGeom>
          <a:noFill/>
        </p:spPr>
        <p:txBody>
          <a:bodyPr wrap="square" rtlCol="0">
            <a:spAutoFit/>
          </a:bodyPr>
          <a:lstStyle/>
          <a:p>
            <a:r>
              <a:rPr lang="zh-CN" altLang="en-US" sz="3200" dirty="0">
                <a:solidFill>
                  <a:schemeClr val="accent1"/>
                </a:solidFill>
                <a:latin typeface="黑体" panose="02010609060101010101" pitchFamily="49" charset="-122"/>
                <a:ea typeface="黑体" panose="02010609060101010101" pitchFamily="49" charset="-122"/>
              </a:rPr>
              <a:t>项目目标与研究内容</a:t>
            </a:r>
          </a:p>
        </p:txBody>
      </p:sp>
      <p:sp>
        <p:nvSpPr>
          <p:cNvPr id="7" name="文本框 6">
            <a:extLst>
              <a:ext uri="{FF2B5EF4-FFF2-40B4-BE49-F238E27FC236}">
                <a16:creationId xmlns:a16="http://schemas.microsoft.com/office/drawing/2014/main" id="{69887A67-263B-98CE-B7BE-A36E669056FC}"/>
              </a:ext>
            </a:extLst>
          </p:cNvPr>
          <p:cNvSpPr txBox="1"/>
          <p:nvPr/>
        </p:nvSpPr>
        <p:spPr>
          <a:xfrm>
            <a:off x="470535" y="835898"/>
            <a:ext cx="2469395" cy="369332"/>
          </a:xfrm>
          <a:prstGeom prst="rect">
            <a:avLst/>
          </a:prstGeom>
          <a:noFill/>
        </p:spPr>
        <p:txBody>
          <a:bodyPr wrap="square" rtlCol="0">
            <a:spAutoFit/>
          </a:bodyPr>
          <a:lstStyle/>
          <a:p>
            <a:r>
              <a:rPr lang="en-US" altLang="zh-CN" dirty="0">
                <a:solidFill>
                  <a:schemeClr val="accent1"/>
                </a:solidFill>
                <a:latin typeface="黑体" panose="02010609060101010101" pitchFamily="49" charset="-122"/>
                <a:ea typeface="黑体" panose="02010609060101010101" pitchFamily="49" charset="-122"/>
              </a:rPr>
              <a:t>2.2.1</a:t>
            </a:r>
            <a:r>
              <a:rPr lang="zh-CN" altLang="en-US" dirty="0">
                <a:solidFill>
                  <a:schemeClr val="accent1"/>
                </a:solidFill>
                <a:latin typeface="黑体" panose="02010609060101010101" pitchFamily="49" charset="-122"/>
                <a:ea typeface="黑体" panose="02010609060101010101" pitchFamily="49" charset="-122"/>
              </a:rPr>
              <a:t>技术路线</a:t>
            </a:r>
          </a:p>
        </p:txBody>
      </p:sp>
      <p:sp>
        <p:nvSpPr>
          <p:cNvPr id="12" name="矩形 11">
            <a:extLst>
              <a:ext uri="{FF2B5EF4-FFF2-40B4-BE49-F238E27FC236}">
                <a16:creationId xmlns:a16="http://schemas.microsoft.com/office/drawing/2014/main" id="{BBC2FEA0-9BDF-E1EA-3A4C-47F361131ABF}"/>
              </a:ext>
            </a:extLst>
          </p:cNvPr>
          <p:cNvSpPr/>
          <p:nvPr/>
        </p:nvSpPr>
        <p:spPr>
          <a:xfrm>
            <a:off x="6134930" y="1565565"/>
            <a:ext cx="4949837" cy="4634346"/>
          </a:xfrm>
          <a:prstGeom prst="rect">
            <a:avLst/>
          </a:prstGeom>
          <a:noFill/>
          <a:ln>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C99C26E9-8382-4D04-511E-0FF70AF42613}"/>
              </a:ext>
            </a:extLst>
          </p:cNvPr>
          <p:cNvSpPr/>
          <p:nvPr/>
        </p:nvSpPr>
        <p:spPr>
          <a:xfrm>
            <a:off x="7464962" y="1142820"/>
            <a:ext cx="2520005" cy="62043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err="1">
                <a:latin typeface="楷体_GB2312" panose="02010609030101010101" pitchFamily="49" charset="-122"/>
                <a:ea typeface="楷体_GB2312" panose="02010609030101010101" pitchFamily="49" charset="-122"/>
              </a:rPr>
              <a:t>xxxx</a:t>
            </a:r>
            <a:r>
              <a:rPr lang="zh-CN" altLang="en-US" sz="1600" dirty="0">
                <a:latin typeface="楷体_GB2312" panose="02010609030101010101" pitchFamily="49" charset="-122"/>
                <a:ea typeface="楷体_GB2312" panose="02010609030101010101" pitchFamily="49" charset="-122"/>
              </a:rPr>
              <a:t>算法</a:t>
            </a:r>
          </a:p>
        </p:txBody>
      </p:sp>
      <p:sp>
        <p:nvSpPr>
          <p:cNvPr id="15" name="矩形: 圆角 14">
            <a:extLst>
              <a:ext uri="{FF2B5EF4-FFF2-40B4-BE49-F238E27FC236}">
                <a16:creationId xmlns:a16="http://schemas.microsoft.com/office/drawing/2014/main" id="{C3B66885-154B-89AC-5095-B43E0C4A9A1C}"/>
              </a:ext>
            </a:extLst>
          </p:cNvPr>
          <p:cNvSpPr/>
          <p:nvPr/>
        </p:nvSpPr>
        <p:spPr>
          <a:xfrm>
            <a:off x="6516016" y="1901147"/>
            <a:ext cx="1561184" cy="486942"/>
          </a:xfrm>
          <a:prstGeom prst="roundRect">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95000"/>
                    <a:lumOff val="5000"/>
                  </a:schemeClr>
                </a:solidFill>
                <a:latin typeface="楷体_GB2312" panose="02010609030101010101" pitchFamily="49" charset="-122"/>
                <a:ea typeface="楷体_GB2312" panose="02010609030101010101" pitchFamily="49" charset="-122"/>
              </a:rPr>
              <a:t>研究路线</a:t>
            </a:r>
          </a:p>
        </p:txBody>
      </p:sp>
      <p:sp>
        <p:nvSpPr>
          <p:cNvPr id="16" name="矩形: 圆角 15">
            <a:extLst>
              <a:ext uri="{FF2B5EF4-FFF2-40B4-BE49-F238E27FC236}">
                <a16:creationId xmlns:a16="http://schemas.microsoft.com/office/drawing/2014/main" id="{9287E815-32AD-A312-B515-BDAACE9472AB}"/>
              </a:ext>
            </a:extLst>
          </p:cNvPr>
          <p:cNvSpPr/>
          <p:nvPr/>
        </p:nvSpPr>
        <p:spPr>
          <a:xfrm>
            <a:off x="6512772" y="2515449"/>
            <a:ext cx="1561186" cy="486942"/>
          </a:xfrm>
          <a:prstGeom prst="roundRect">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95000"/>
                    <a:lumOff val="5000"/>
                  </a:schemeClr>
                </a:solidFill>
                <a:latin typeface="楷体_GB2312" panose="02010609030101010101" pitchFamily="49" charset="-122"/>
                <a:ea typeface="楷体_GB2312" panose="02010609030101010101" pitchFamily="49" charset="-122"/>
              </a:rPr>
              <a:t>研究路线</a:t>
            </a:r>
          </a:p>
        </p:txBody>
      </p:sp>
      <p:sp>
        <p:nvSpPr>
          <p:cNvPr id="17" name="矩形: 圆角 16">
            <a:extLst>
              <a:ext uri="{FF2B5EF4-FFF2-40B4-BE49-F238E27FC236}">
                <a16:creationId xmlns:a16="http://schemas.microsoft.com/office/drawing/2014/main" id="{B8254299-4653-C41E-7827-5E5418CB0321}"/>
              </a:ext>
            </a:extLst>
          </p:cNvPr>
          <p:cNvSpPr/>
          <p:nvPr/>
        </p:nvSpPr>
        <p:spPr>
          <a:xfrm>
            <a:off x="6512773" y="3162917"/>
            <a:ext cx="1561185" cy="486942"/>
          </a:xfrm>
          <a:prstGeom prst="roundRect">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lumMod val="95000"/>
                    <a:lumOff val="5000"/>
                  </a:schemeClr>
                </a:solidFill>
                <a:latin typeface="楷体_GB2312" panose="02010609030101010101" pitchFamily="49" charset="-122"/>
                <a:ea typeface="楷体_GB2312" panose="02010609030101010101" pitchFamily="49" charset="-122"/>
              </a:rPr>
              <a:t>研究路线</a:t>
            </a:r>
          </a:p>
        </p:txBody>
      </p:sp>
      <p:sp>
        <p:nvSpPr>
          <p:cNvPr id="18" name="矩形: 圆角 17">
            <a:extLst>
              <a:ext uri="{FF2B5EF4-FFF2-40B4-BE49-F238E27FC236}">
                <a16:creationId xmlns:a16="http://schemas.microsoft.com/office/drawing/2014/main" id="{6A8D995C-DCCC-6B21-485D-ECD515D5B4D3}"/>
              </a:ext>
            </a:extLst>
          </p:cNvPr>
          <p:cNvSpPr/>
          <p:nvPr/>
        </p:nvSpPr>
        <p:spPr>
          <a:xfrm>
            <a:off x="6622703" y="4738552"/>
            <a:ext cx="2287455" cy="487711"/>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lumMod val="95000"/>
                    <a:lumOff val="5000"/>
                  </a:schemeClr>
                </a:solidFill>
                <a:latin typeface="楷体_GB2312" panose="02010609030101010101" pitchFamily="49" charset="-122"/>
                <a:ea typeface="楷体_GB2312" panose="02010609030101010101" pitchFamily="49" charset="-122"/>
              </a:rPr>
              <a:t>研究路线研究路线</a:t>
            </a:r>
          </a:p>
        </p:txBody>
      </p:sp>
      <p:grpSp>
        <p:nvGrpSpPr>
          <p:cNvPr id="27" name="组合 26">
            <a:extLst>
              <a:ext uri="{FF2B5EF4-FFF2-40B4-BE49-F238E27FC236}">
                <a16:creationId xmlns:a16="http://schemas.microsoft.com/office/drawing/2014/main" id="{0981F428-C3B6-7E4C-7BD0-12A282C9B393}"/>
              </a:ext>
            </a:extLst>
          </p:cNvPr>
          <p:cNvGrpSpPr/>
          <p:nvPr/>
        </p:nvGrpSpPr>
        <p:grpSpPr>
          <a:xfrm>
            <a:off x="8516160" y="1950194"/>
            <a:ext cx="578943" cy="1742414"/>
            <a:chOff x="10374141" y="2067158"/>
            <a:chExt cx="578943" cy="1221542"/>
          </a:xfrm>
        </p:grpSpPr>
        <p:sp>
          <p:nvSpPr>
            <p:cNvPr id="19" name="矩形: 圆角 18">
              <a:extLst>
                <a:ext uri="{FF2B5EF4-FFF2-40B4-BE49-F238E27FC236}">
                  <a16:creationId xmlns:a16="http://schemas.microsoft.com/office/drawing/2014/main" id="{9EE0E15D-7349-C199-D0F9-15EA613AF418}"/>
                </a:ext>
              </a:extLst>
            </p:cNvPr>
            <p:cNvSpPr/>
            <p:nvPr/>
          </p:nvSpPr>
          <p:spPr>
            <a:xfrm>
              <a:off x="10374141" y="2067158"/>
              <a:ext cx="578943" cy="1221542"/>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3ACDF1AF-5A29-7720-E86F-78FD136DDE2B}"/>
                </a:ext>
              </a:extLst>
            </p:cNvPr>
            <p:cNvSpPr txBox="1"/>
            <p:nvPr/>
          </p:nvSpPr>
          <p:spPr>
            <a:xfrm>
              <a:off x="10450915" y="2391967"/>
              <a:ext cx="400110" cy="668889"/>
            </a:xfrm>
            <a:prstGeom prst="rect">
              <a:avLst/>
            </a:prstGeom>
            <a:noFill/>
          </p:spPr>
          <p:txBody>
            <a:bodyPr vert="eaVert" wrap="square" rtlCol="0">
              <a:spAutoFit/>
            </a:bodyPr>
            <a:lstStyle/>
            <a:p>
              <a:r>
                <a:rPr lang="zh-CN" altLang="en-US" sz="1400" dirty="0">
                  <a:latin typeface="楷体_GB2312" panose="02010609030101010101" pitchFamily="49" charset="-122"/>
                  <a:ea typeface="楷体_GB2312" panose="02010609030101010101" pitchFamily="49" charset="-122"/>
                </a:rPr>
                <a:t>研究路线</a:t>
              </a:r>
            </a:p>
          </p:txBody>
        </p:sp>
      </p:grpSp>
      <p:sp>
        <p:nvSpPr>
          <p:cNvPr id="21" name="文本框 20">
            <a:extLst>
              <a:ext uri="{FF2B5EF4-FFF2-40B4-BE49-F238E27FC236}">
                <a16:creationId xmlns:a16="http://schemas.microsoft.com/office/drawing/2014/main" id="{E999C158-C18B-A843-3064-34FA08CF3F32}"/>
              </a:ext>
            </a:extLst>
          </p:cNvPr>
          <p:cNvSpPr txBox="1"/>
          <p:nvPr/>
        </p:nvSpPr>
        <p:spPr>
          <a:xfrm>
            <a:off x="7570676" y="4416089"/>
            <a:ext cx="391512" cy="369332"/>
          </a:xfrm>
          <a:prstGeom prst="rect">
            <a:avLst/>
          </a:prstGeom>
          <a:noFill/>
        </p:spPr>
        <p:txBody>
          <a:bodyPr wrap="square" rtlCol="0">
            <a:spAutoFit/>
          </a:bodyPr>
          <a:lstStyle/>
          <a:p>
            <a:r>
              <a:rPr lang="zh-CN" altLang="en-US" dirty="0">
                <a:solidFill>
                  <a:schemeClr val="accent1"/>
                </a:solidFill>
                <a:sym typeface="Wingdings 2" panose="05020102010507070707" pitchFamily="18" charset="2"/>
              </a:rPr>
              <a:t></a:t>
            </a:r>
            <a:endParaRPr lang="zh-CN" altLang="en-US" dirty="0">
              <a:solidFill>
                <a:schemeClr val="accent1"/>
              </a:solidFill>
            </a:endParaRPr>
          </a:p>
        </p:txBody>
      </p:sp>
      <p:sp>
        <p:nvSpPr>
          <p:cNvPr id="22" name="矩形 21">
            <a:extLst>
              <a:ext uri="{FF2B5EF4-FFF2-40B4-BE49-F238E27FC236}">
                <a16:creationId xmlns:a16="http://schemas.microsoft.com/office/drawing/2014/main" id="{0ACE86A6-C6B2-32CB-358B-E5512F8021EA}"/>
              </a:ext>
            </a:extLst>
          </p:cNvPr>
          <p:cNvSpPr/>
          <p:nvPr/>
        </p:nvSpPr>
        <p:spPr>
          <a:xfrm>
            <a:off x="6415250" y="5437636"/>
            <a:ext cx="4456868" cy="606970"/>
          </a:xfrm>
          <a:prstGeom prst="rect">
            <a:avLst/>
          </a:prstGeom>
          <a:solidFill>
            <a:schemeClr val="accent1">
              <a:lumMod val="60000"/>
              <a:lumOff val="40000"/>
            </a:schemeClr>
          </a:solidFill>
          <a:ln>
            <a:solidFill>
              <a:schemeClr val="bg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C5BEB424-D541-5818-E6BA-5F0661235CB5}"/>
              </a:ext>
            </a:extLst>
          </p:cNvPr>
          <p:cNvSpPr/>
          <p:nvPr/>
        </p:nvSpPr>
        <p:spPr>
          <a:xfrm rot="5400000">
            <a:off x="7546861" y="5143122"/>
            <a:ext cx="451825" cy="404195"/>
          </a:xfrm>
          <a:prstGeom prst="rightArrow">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_GB2312" panose="02010609030101010101" pitchFamily="49" charset="-122"/>
              <a:ea typeface="楷体_GB2312" panose="02010609030101010101" pitchFamily="49" charset="-122"/>
            </a:endParaRPr>
          </a:p>
        </p:txBody>
      </p:sp>
      <p:sp>
        <p:nvSpPr>
          <p:cNvPr id="24" name="文本框 23">
            <a:extLst>
              <a:ext uri="{FF2B5EF4-FFF2-40B4-BE49-F238E27FC236}">
                <a16:creationId xmlns:a16="http://schemas.microsoft.com/office/drawing/2014/main" id="{524BCB7C-EFBB-AC84-6428-78B9780017E9}"/>
              </a:ext>
            </a:extLst>
          </p:cNvPr>
          <p:cNvSpPr txBox="1"/>
          <p:nvPr/>
        </p:nvSpPr>
        <p:spPr>
          <a:xfrm>
            <a:off x="6512773" y="5571132"/>
            <a:ext cx="4359346" cy="338554"/>
          </a:xfrm>
          <a:prstGeom prst="rect">
            <a:avLst/>
          </a:prstGeom>
          <a:noFill/>
        </p:spPr>
        <p:txBody>
          <a:bodyPr wrap="square" rtlCol="0">
            <a:spAutoFit/>
          </a:bodyPr>
          <a:lstStyle/>
          <a:p>
            <a:r>
              <a:rPr lang="zh-CN" altLang="en-US" sz="1600" dirty="0">
                <a:latin typeface="楷体_GB2312" panose="02010609030101010101" pitchFamily="49" charset="-122"/>
                <a:ea typeface="楷体_GB2312" panose="02010609030101010101" pitchFamily="49" charset="-122"/>
              </a:rPr>
              <a:t>研究路线研究路线研究路线研究路线研究路线</a:t>
            </a:r>
          </a:p>
        </p:txBody>
      </p:sp>
      <p:grpSp>
        <p:nvGrpSpPr>
          <p:cNvPr id="26" name="组合 25">
            <a:extLst>
              <a:ext uri="{FF2B5EF4-FFF2-40B4-BE49-F238E27FC236}">
                <a16:creationId xmlns:a16="http://schemas.microsoft.com/office/drawing/2014/main" id="{0CDC0885-D6E9-E25B-A46E-DCC9225C6225}"/>
              </a:ext>
            </a:extLst>
          </p:cNvPr>
          <p:cNvGrpSpPr/>
          <p:nvPr/>
        </p:nvGrpSpPr>
        <p:grpSpPr>
          <a:xfrm>
            <a:off x="1065231" y="1205230"/>
            <a:ext cx="4826409" cy="4899758"/>
            <a:chOff x="892234" y="1371599"/>
            <a:chExt cx="4826409" cy="4899758"/>
          </a:xfrm>
        </p:grpSpPr>
        <p:pic>
          <p:nvPicPr>
            <p:cNvPr id="9" name="图片 8">
              <a:extLst>
                <a:ext uri="{FF2B5EF4-FFF2-40B4-BE49-F238E27FC236}">
                  <a16:creationId xmlns:a16="http://schemas.microsoft.com/office/drawing/2014/main" id="{0436C8BD-E9CC-09B7-CA0E-D6FCE9B0EC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2234" y="1371599"/>
              <a:ext cx="4826409" cy="4899758"/>
            </a:xfrm>
            <a:prstGeom prst="rect">
              <a:avLst/>
            </a:prstGeom>
          </p:spPr>
        </p:pic>
        <p:sp>
          <p:nvSpPr>
            <p:cNvPr id="25" name="文本框 24">
              <a:extLst>
                <a:ext uri="{FF2B5EF4-FFF2-40B4-BE49-F238E27FC236}">
                  <a16:creationId xmlns:a16="http://schemas.microsoft.com/office/drawing/2014/main" id="{FD2D9F2B-856C-AADA-C795-12B247302DFA}"/>
                </a:ext>
              </a:extLst>
            </p:cNvPr>
            <p:cNvSpPr txBox="1"/>
            <p:nvPr/>
          </p:nvSpPr>
          <p:spPr>
            <a:xfrm>
              <a:off x="3783440" y="5488231"/>
              <a:ext cx="1656019" cy="327117"/>
            </a:xfrm>
            <a:prstGeom prst="rect">
              <a:avLst/>
            </a:prstGeom>
            <a:noFill/>
          </p:spPr>
          <p:txBody>
            <a:bodyPr wrap="square" rtlCol="0">
              <a:spAutoFit/>
            </a:bodyPr>
            <a:lstStyle/>
            <a:p>
              <a:r>
                <a:rPr lang="zh-CN" altLang="en-US" sz="1600" dirty="0">
                  <a:latin typeface="黑体" panose="02010609060101010101" pitchFamily="49" charset="-122"/>
                  <a:ea typeface="黑体" panose="02010609060101010101" pitchFamily="49" charset="-122"/>
                </a:rPr>
                <a:t>广播算法流程图</a:t>
              </a:r>
            </a:p>
          </p:txBody>
        </p:sp>
      </p:grpSp>
      <p:sp>
        <p:nvSpPr>
          <p:cNvPr id="28" name="右大括号 27">
            <a:extLst>
              <a:ext uri="{FF2B5EF4-FFF2-40B4-BE49-F238E27FC236}">
                <a16:creationId xmlns:a16="http://schemas.microsoft.com/office/drawing/2014/main" id="{8AFB3755-1847-7F21-7018-7507F3DE943B}"/>
              </a:ext>
            </a:extLst>
          </p:cNvPr>
          <p:cNvSpPr/>
          <p:nvPr/>
        </p:nvSpPr>
        <p:spPr>
          <a:xfrm>
            <a:off x="8194964" y="1977902"/>
            <a:ext cx="166849" cy="160349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31" name="矩形: 圆角 30">
            <a:extLst>
              <a:ext uri="{FF2B5EF4-FFF2-40B4-BE49-F238E27FC236}">
                <a16:creationId xmlns:a16="http://schemas.microsoft.com/office/drawing/2014/main" id="{5BCF163C-F6A5-1AF6-A00B-248D0D31F5C5}"/>
              </a:ext>
            </a:extLst>
          </p:cNvPr>
          <p:cNvSpPr/>
          <p:nvPr/>
        </p:nvSpPr>
        <p:spPr>
          <a:xfrm>
            <a:off x="6622704" y="3937361"/>
            <a:ext cx="2287455" cy="487711"/>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0" dirty="0">
                <a:solidFill>
                  <a:srgbClr val="000000"/>
                </a:solidFill>
                <a:effectLst/>
                <a:latin typeface="楷体_GB2312" panose="02010609030101010101" pitchFamily="49" charset="-122"/>
                <a:ea typeface="楷体_GB2312" panose="02010609030101010101" pitchFamily="49" charset="-122"/>
              </a:rPr>
              <a:t>研究路线研究路线</a:t>
            </a:r>
            <a:endParaRPr lang="zh-CN" altLang="en-US" sz="1600" dirty="0">
              <a:latin typeface="楷体_GB2312" panose="02010609030101010101" pitchFamily="49" charset="-122"/>
              <a:ea typeface="楷体_GB2312" panose="02010609030101010101" pitchFamily="49" charset="-122"/>
            </a:endParaRPr>
          </a:p>
        </p:txBody>
      </p:sp>
      <p:sp>
        <p:nvSpPr>
          <p:cNvPr id="32" name="文本框 31">
            <a:extLst>
              <a:ext uri="{FF2B5EF4-FFF2-40B4-BE49-F238E27FC236}">
                <a16:creationId xmlns:a16="http://schemas.microsoft.com/office/drawing/2014/main" id="{8611C979-6548-DE64-E9E9-6BBA1E89DAF3}"/>
              </a:ext>
            </a:extLst>
          </p:cNvPr>
          <p:cNvSpPr txBox="1"/>
          <p:nvPr/>
        </p:nvSpPr>
        <p:spPr>
          <a:xfrm>
            <a:off x="7583360" y="3639908"/>
            <a:ext cx="391512" cy="369332"/>
          </a:xfrm>
          <a:prstGeom prst="rect">
            <a:avLst/>
          </a:prstGeom>
          <a:noFill/>
        </p:spPr>
        <p:txBody>
          <a:bodyPr wrap="square" rtlCol="0">
            <a:spAutoFit/>
          </a:bodyPr>
          <a:lstStyle/>
          <a:p>
            <a:r>
              <a:rPr lang="zh-CN" altLang="en-US" dirty="0">
                <a:solidFill>
                  <a:schemeClr val="accent1"/>
                </a:solidFill>
                <a:sym typeface="Wingdings 2" panose="05020102010507070707" pitchFamily="18" charset="2"/>
              </a:rPr>
              <a:t></a:t>
            </a:r>
            <a:endParaRPr lang="zh-CN" altLang="en-US" dirty="0">
              <a:solidFill>
                <a:schemeClr val="accent1"/>
              </a:solidFill>
            </a:endParaRPr>
          </a:p>
        </p:txBody>
      </p:sp>
      <p:sp>
        <p:nvSpPr>
          <p:cNvPr id="34" name="文本框 33">
            <a:extLst>
              <a:ext uri="{FF2B5EF4-FFF2-40B4-BE49-F238E27FC236}">
                <a16:creationId xmlns:a16="http://schemas.microsoft.com/office/drawing/2014/main" id="{3AF34294-2970-89E8-C8FE-2E9CC7AAD156}"/>
              </a:ext>
            </a:extLst>
          </p:cNvPr>
          <p:cNvSpPr txBox="1"/>
          <p:nvPr/>
        </p:nvSpPr>
        <p:spPr>
          <a:xfrm>
            <a:off x="9228882" y="2089318"/>
            <a:ext cx="1765931" cy="1373005"/>
          </a:xfrm>
          <a:prstGeom prst="rect">
            <a:avLst/>
          </a:prstGeom>
          <a:noFill/>
        </p:spPr>
        <p:txBody>
          <a:bodyPr wrap="square">
            <a:spAutoFit/>
          </a:bodyPr>
          <a:lstStyle/>
          <a:p>
            <a:pPr>
              <a:lnSpc>
                <a:spcPts val="2600"/>
              </a:lnSpc>
            </a:pPr>
            <a:r>
              <a:rPr lang="zh-CN" altLang="en-US" sz="1400" b="0" dirty="0">
                <a:solidFill>
                  <a:srgbClr val="000000"/>
                </a:solidFill>
                <a:effectLst/>
                <a:latin typeface="楷体_GB2312" panose="02010609030101010101" pitchFamily="49" charset="-122"/>
                <a:ea typeface="楷体_GB2312" panose="02010609030101010101" pitchFamily="49" charset="-122"/>
              </a:rPr>
              <a:t>依据</a:t>
            </a:r>
            <a:r>
              <a:rPr lang="en-US" altLang="zh-CN" sz="1400" b="0" dirty="0" err="1">
                <a:solidFill>
                  <a:srgbClr val="000000"/>
                </a:solidFill>
                <a:effectLst/>
                <a:latin typeface="楷体_GB2312" panose="02010609030101010101" pitchFamily="49" charset="-122"/>
                <a:ea typeface="楷体_GB2312" panose="02010609030101010101" pitchFamily="49" charset="-122"/>
              </a:rPr>
              <a:t>xxxx</a:t>
            </a:r>
            <a:r>
              <a:rPr lang="zh-CN" altLang="en-US" sz="1400" b="0" dirty="0">
                <a:solidFill>
                  <a:srgbClr val="000000"/>
                </a:solidFill>
                <a:effectLst/>
                <a:latin typeface="楷体_GB2312" panose="02010609030101010101" pitchFamily="49" charset="-122"/>
                <a:ea typeface="楷体_GB2312" panose="02010609030101010101" pitchFamily="49" charset="-122"/>
              </a:rPr>
              <a:t>因素，动态优化</a:t>
            </a:r>
            <a:r>
              <a:rPr lang="en-US" altLang="zh-CN" sz="1400" b="0" dirty="0" err="1">
                <a:solidFill>
                  <a:srgbClr val="000000"/>
                </a:solidFill>
                <a:effectLst/>
                <a:latin typeface="楷体_GB2312" panose="02010609030101010101" pitchFamily="49" charset="-122"/>
                <a:ea typeface="楷体_GB2312" panose="02010609030101010101" pitchFamily="49" charset="-122"/>
              </a:rPr>
              <a:t>xxxx</a:t>
            </a:r>
            <a:r>
              <a:rPr lang="zh-CN" altLang="en-US" sz="1400" b="0" dirty="0">
                <a:solidFill>
                  <a:srgbClr val="000000"/>
                </a:solidFill>
                <a:effectLst/>
                <a:latin typeface="楷体_GB2312" panose="02010609030101010101" pitchFamily="49" charset="-122"/>
                <a:ea typeface="楷体_GB2312" panose="02010609030101010101" pitchFamily="49" charset="-122"/>
              </a:rPr>
              <a:t>，减少</a:t>
            </a:r>
            <a:r>
              <a:rPr lang="en-US" altLang="zh-CN" sz="1400" b="0" dirty="0" err="1">
                <a:solidFill>
                  <a:srgbClr val="000000"/>
                </a:solidFill>
                <a:effectLst/>
                <a:latin typeface="楷体_GB2312" panose="02010609030101010101" pitchFamily="49" charset="-122"/>
                <a:ea typeface="楷体_GB2312" panose="02010609030101010101" pitchFamily="49" charset="-122"/>
              </a:rPr>
              <a:t>xxxxxx</a:t>
            </a:r>
            <a:r>
              <a:rPr lang="zh-CN" altLang="en-US" sz="1400" b="0" dirty="0">
                <a:solidFill>
                  <a:srgbClr val="000000"/>
                </a:solidFill>
                <a:effectLst/>
                <a:latin typeface="楷体_GB2312" panose="02010609030101010101" pitchFamily="49" charset="-122"/>
                <a:ea typeface="楷体_GB2312" panose="02010609030101010101" pitchFamily="49" charset="-122"/>
              </a:rPr>
              <a:t>，提高</a:t>
            </a:r>
            <a:r>
              <a:rPr lang="en-US" altLang="zh-CN" sz="1400" b="0" dirty="0" err="1">
                <a:solidFill>
                  <a:srgbClr val="000000"/>
                </a:solidFill>
                <a:effectLst/>
                <a:latin typeface="楷体_GB2312" panose="02010609030101010101" pitchFamily="49" charset="-122"/>
                <a:ea typeface="楷体_GB2312" panose="02010609030101010101" pitchFamily="49" charset="-122"/>
              </a:rPr>
              <a:t>xxxx</a:t>
            </a:r>
            <a:r>
              <a:rPr lang="zh-CN" altLang="en-US" sz="1400" b="0" dirty="0">
                <a:solidFill>
                  <a:srgbClr val="000000"/>
                </a:solidFill>
                <a:effectLst/>
                <a:latin typeface="楷体_GB2312" panose="02010609030101010101" pitchFamily="49" charset="-122"/>
                <a:ea typeface="楷体_GB2312" panose="02010609030101010101" pitchFamily="49" charset="-122"/>
              </a:rPr>
              <a:t>效率。</a:t>
            </a:r>
            <a:endParaRPr lang="zh-CN" altLang="en-US" sz="1400" dirty="0">
              <a:latin typeface="楷体_GB2312" panose="02010609030101010101" pitchFamily="49" charset="-122"/>
              <a:ea typeface="楷体_GB2312" panose="02010609030101010101" pitchFamily="49" charset="-122"/>
            </a:endParaRPr>
          </a:p>
        </p:txBody>
      </p:sp>
      <p:sp>
        <p:nvSpPr>
          <p:cNvPr id="35" name="文本框 34">
            <a:extLst>
              <a:ext uri="{FF2B5EF4-FFF2-40B4-BE49-F238E27FC236}">
                <a16:creationId xmlns:a16="http://schemas.microsoft.com/office/drawing/2014/main" id="{87F93C73-A325-F53F-D121-321442A8DB2F}"/>
              </a:ext>
            </a:extLst>
          </p:cNvPr>
          <p:cNvSpPr txBox="1"/>
          <p:nvPr/>
        </p:nvSpPr>
        <p:spPr>
          <a:xfrm>
            <a:off x="9037174" y="3697359"/>
            <a:ext cx="2085237" cy="954107"/>
          </a:xfrm>
          <a:prstGeom prst="rect">
            <a:avLst/>
          </a:prstGeom>
          <a:noFill/>
        </p:spPr>
        <p:txBody>
          <a:bodyPr wrap="square">
            <a:spAutoFit/>
          </a:bodyPr>
          <a:lstStyle/>
          <a:p>
            <a:r>
              <a:rPr lang="zh-CN" altLang="en-US" sz="1400" b="0" dirty="0">
                <a:solidFill>
                  <a:srgbClr val="000000"/>
                </a:solidFill>
                <a:effectLst/>
                <a:latin typeface="楷体_GB2312" panose="02010609030101010101" pitchFamily="49" charset="-122"/>
                <a:ea typeface="楷体_GB2312" panose="02010609030101010101" pitchFamily="49" charset="-122"/>
              </a:rPr>
              <a:t>研究路线研究路线研究路线研究路线研究路线研究路线研究路线研究路线研究路线研究路线</a:t>
            </a:r>
            <a:endParaRPr lang="zh-CN" altLang="en-US" sz="1400" dirty="0">
              <a:latin typeface="楷体_GB2312" panose="02010609030101010101" pitchFamily="49" charset="-122"/>
              <a:ea typeface="楷体_GB2312" panose="02010609030101010101" pitchFamily="49" charset="-122"/>
            </a:endParaRPr>
          </a:p>
        </p:txBody>
      </p:sp>
      <p:sp>
        <p:nvSpPr>
          <p:cNvPr id="36" name="文本框 35">
            <a:extLst>
              <a:ext uri="{FF2B5EF4-FFF2-40B4-BE49-F238E27FC236}">
                <a16:creationId xmlns:a16="http://schemas.microsoft.com/office/drawing/2014/main" id="{922846C7-D780-BF99-7C88-5529A6673FB0}"/>
              </a:ext>
            </a:extLst>
          </p:cNvPr>
          <p:cNvSpPr txBox="1"/>
          <p:nvPr/>
        </p:nvSpPr>
        <p:spPr>
          <a:xfrm>
            <a:off x="8867035" y="4659292"/>
            <a:ext cx="2260856" cy="738664"/>
          </a:xfrm>
          <a:prstGeom prst="rect">
            <a:avLst/>
          </a:prstGeom>
          <a:noFill/>
        </p:spPr>
        <p:txBody>
          <a:bodyPr wrap="square">
            <a:spAutoFit/>
          </a:bodyPr>
          <a:lstStyle/>
          <a:p>
            <a:r>
              <a:rPr lang="zh-CN" altLang="en-US" sz="1400" dirty="0">
                <a:solidFill>
                  <a:srgbClr val="000000"/>
                </a:solidFill>
                <a:latin typeface="楷体_GB2312" panose="02010609030101010101" pitchFamily="49" charset="-122"/>
                <a:ea typeface="楷体_GB2312" panose="02010609030101010101" pitchFamily="49" charset="-122"/>
              </a:rPr>
              <a:t>研究路线研究路线研究路线研究路线研究路线研究路线研究路线</a:t>
            </a:r>
            <a:endParaRPr lang="zh-CN" altLang="en-US" sz="140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219594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50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500"/>
                                        <p:tgtEl>
                                          <p:spTgt spid="3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500"/>
                                        <p:tgtEl>
                                          <p:spTgt spid="3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500"/>
                                        <p:tgtEl>
                                          <p:spTgt spid="3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P spid="17" grpId="0" animBg="1"/>
      <p:bldP spid="18" grpId="0" animBg="1"/>
      <p:bldP spid="21" grpId="0"/>
      <p:bldP spid="22" grpId="0" animBg="1"/>
      <p:bldP spid="23" grpId="0" animBg="1"/>
      <p:bldP spid="24" grpId="0"/>
      <p:bldP spid="28" grpId="0" animBg="1"/>
      <p:bldP spid="31" grpId="0" animBg="1"/>
      <p:bldP spid="32" grpId="0"/>
      <p:bldP spid="34" grpId="0"/>
      <p:bldP spid="35" grpId="0"/>
      <p:bldP spid="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a:extLst>
              <a:ext uri="{FF2B5EF4-FFF2-40B4-BE49-F238E27FC236}">
                <a16:creationId xmlns:a16="http://schemas.microsoft.com/office/drawing/2014/main" id="{2CD6A3B3-C265-1239-B23B-61B77D62212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13055" y="1436778"/>
            <a:ext cx="3472146" cy="4687397"/>
          </a:xfrm>
          <a:prstGeom prst="rect">
            <a:avLst/>
          </a:prstGeom>
        </p:spPr>
      </p:pic>
      <p:sp>
        <p:nvSpPr>
          <p:cNvPr id="8" name="矩形: 圆角 7"/>
          <p:cNvSpPr/>
          <p:nvPr/>
        </p:nvSpPr>
        <p:spPr>
          <a:xfrm>
            <a:off x="401937" y="210293"/>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2</a:t>
            </a:r>
            <a:endParaRPr lang="zh-CN" altLang="en-US" sz="2800" dirty="0">
              <a:latin typeface="黑体" panose="02010609060101010101" pitchFamily="49" charset="-122"/>
              <a:ea typeface="黑体" panose="02010609060101010101" pitchFamily="49" charset="-122"/>
            </a:endParaRPr>
          </a:p>
        </p:txBody>
      </p:sp>
      <p:grpSp>
        <p:nvGrpSpPr>
          <p:cNvPr id="9" name="LOGO组合"/>
          <p:cNvGrpSpPr/>
          <p:nvPr/>
        </p:nvGrpSpPr>
        <p:grpSpPr>
          <a:xfrm>
            <a:off x="9228882" y="210293"/>
            <a:ext cx="2719167" cy="586775"/>
            <a:chOff x="685800" y="630052"/>
            <a:chExt cx="2719167" cy="586775"/>
          </a:xfrm>
        </p:grpSpPr>
        <p:pic>
          <p:nvPicPr>
            <p:cNvPr id="10" name="校名"/>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Layer>
                  </a14:imgProps>
                </a:ext>
              </a:extLst>
            </a:blip>
            <a:stretch>
              <a:fillRect/>
            </a:stretch>
          </p:blipFill>
          <p:spPr>
            <a:xfrm>
              <a:off x="1441885" y="679578"/>
              <a:ext cx="1963082" cy="487722"/>
            </a:xfrm>
            <a:prstGeom prst="rect">
              <a:avLst/>
            </a:prstGeom>
          </p:spPr>
        </p:pic>
        <p:pic>
          <p:nvPicPr>
            <p:cNvPr id="11" name="校徽"/>
            <p:cNvPicPr>
              <a:picLocks noChangeAspect="1"/>
            </p:cNvPicPr>
            <p:nvPr/>
          </p:nvPicPr>
          <p:blipFill>
            <a:blip r:embed="rId6" cstate="screen">
              <a:duotone>
                <a:schemeClr val="accent1">
                  <a:shade val="45000"/>
                  <a:satMod val="135000"/>
                </a:schemeClr>
                <a:prstClr val="white"/>
              </a:duotone>
              <a:extLst>
                <a:ext uri="{BEBA8EAE-BF5A-486C-A8C5-ECC9F3942E4B}">
                  <a14:imgProps xmlns:a14="http://schemas.microsoft.com/office/drawing/2010/main">
                    <a14:imgLayer r:embed="rId7">
                      <a14:imgEffect>
                        <a14:saturation sat="400000"/>
                      </a14:imgEffect>
                    </a14:imgLayer>
                  </a14:imgProps>
                </a:ext>
              </a:extLst>
            </a:blip>
            <a:stretch>
              <a:fillRect/>
            </a:stretch>
          </p:blipFill>
          <p:spPr>
            <a:xfrm>
              <a:off x="685800" y="630052"/>
              <a:ext cx="586775" cy="586775"/>
            </a:xfrm>
            <a:prstGeom prst="rect">
              <a:avLst/>
            </a:prstGeom>
          </p:spPr>
        </p:pic>
      </p:grpSp>
      <p:sp>
        <p:nvSpPr>
          <p:cNvPr id="12" name="文本框 11"/>
          <p:cNvSpPr txBox="1"/>
          <p:nvPr/>
        </p:nvSpPr>
        <p:spPr>
          <a:xfrm>
            <a:off x="1089534" y="212293"/>
            <a:ext cx="4431811" cy="584775"/>
          </a:xfrm>
          <a:prstGeom prst="rect">
            <a:avLst/>
          </a:prstGeom>
          <a:noFill/>
        </p:spPr>
        <p:txBody>
          <a:bodyPr wrap="square" rtlCol="0">
            <a:spAutoFit/>
          </a:bodyPr>
          <a:lstStyle/>
          <a:p>
            <a:r>
              <a:rPr lang="zh-CN" altLang="en-US" sz="3200" dirty="0">
                <a:solidFill>
                  <a:schemeClr val="accent1"/>
                </a:solidFill>
                <a:latin typeface="黑体" panose="02010609060101010101" pitchFamily="49" charset="-122"/>
                <a:ea typeface="黑体" panose="02010609060101010101" pitchFamily="49" charset="-122"/>
              </a:rPr>
              <a:t>项目目标与研究内容</a:t>
            </a:r>
          </a:p>
        </p:txBody>
      </p:sp>
      <p:sp>
        <p:nvSpPr>
          <p:cNvPr id="36" name="矩形: 圆角 35">
            <a:extLst>
              <a:ext uri="{FF2B5EF4-FFF2-40B4-BE49-F238E27FC236}">
                <a16:creationId xmlns:a16="http://schemas.microsoft.com/office/drawing/2014/main" id="{8445967C-F08B-0DD1-FBDA-0CFC9EDB5F5A}"/>
              </a:ext>
            </a:extLst>
          </p:cNvPr>
          <p:cNvSpPr/>
          <p:nvPr/>
        </p:nvSpPr>
        <p:spPr>
          <a:xfrm>
            <a:off x="8325816" y="4056227"/>
            <a:ext cx="3509886" cy="2164714"/>
          </a:xfrm>
          <a:prstGeom prst="roundRect">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0030AE5B-E8BE-DA65-5556-2B54889FE32C}"/>
              </a:ext>
            </a:extLst>
          </p:cNvPr>
          <p:cNvGrpSpPr/>
          <p:nvPr/>
        </p:nvGrpSpPr>
        <p:grpSpPr>
          <a:xfrm>
            <a:off x="4120346" y="1436778"/>
            <a:ext cx="7572547" cy="2164715"/>
            <a:chOff x="3773982" y="1436778"/>
            <a:chExt cx="7572547" cy="2164715"/>
          </a:xfrm>
        </p:grpSpPr>
        <p:sp>
          <p:nvSpPr>
            <p:cNvPr id="214" name="矩形: 圆角 31"/>
            <p:cNvSpPr/>
            <p:nvPr/>
          </p:nvSpPr>
          <p:spPr>
            <a:xfrm>
              <a:off x="4020000" y="1991133"/>
              <a:ext cx="1948376" cy="377825"/>
            </a:xfrm>
            <a:prstGeom prst="roundRect">
              <a:avLst/>
            </a:prstGeom>
            <a:ln>
              <a:noFill/>
            </a:ln>
          </p:spPr>
          <p:style>
            <a:lnRef idx="0">
              <a:srgbClr val="FFFFFF"/>
            </a:lnRef>
            <a:fillRef idx="1">
              <a:schemeClr val="accent1"/>
            </a:fillRef>
            <a:effectRef idx="1">
              <a:schemeClr val="accent1"/>
            </a:effectRef>
            <a:fontRef idx="minor">
              <a:schemeClr val="lt1"/>
            </a:fontRef>
          </p:style>
          <p:txBody>
            <a:bodyPr rtlCol="0" anchor="ctr"/>
            <a:lstStyle/>
            <a:p>
              <a:pPr algn="ctr"/>
              <a:r>
                <a:rPr lang="zh-CN" altLang="en-US" sz="1400" dirty="0">
                  <a:latin typeface="楷体_GB2312" panose="02010609030101010101" pitchFamily="49" charset="-122"/>
                  <a:ea typeface="楷体_GB2312" panose="02010609030101010101" pitchFamily="49" charset="-122"/>
                </a:rPr>
                <a:t>研究路线</a:t>
              </a:r>
            </a:p>
          </p:txBody>
        </p:sp>
        <p:sp>
          <p:nvSpPr>
            <p:cNvPr id="215" name="矩形: 圆角 31"/>
            <p:cNvSpPr/>
            <p:nvPr/>
          </p:nvSpPr>
          <p:spPr>
            <a:xfrm>
              <a:off x="4013647" y="2963953"/>
              <a:ext cx="1954730" cy="426720"/>
            </a:xfrm>
            <a:prstGeom prst="roundRect">
              <a:avLst/>
            </a:prstGeom>
            <a:ln>
              <a:noFill/>
            </a:ln>
          </p:spPr>
          <p:style>
            <a:lnRef idx="0">
              <a:srgbClr val="FFFFFF"/>
            </a:lnRef>
            <a:fillRef idx="1">
              <a:schemeClr val="accent1"/>
            </a:fillRef>
            <a:effectRef idx="1">
              <a:schemeClr val="accent1"/>
            </a:effectRef>
            <a:fontRef idx="minor">
              <a:schemeClr val="lt1"/>
            </a:fontRef>
          </p:style>
          <p:txBody>
            <a:bodyPr rtlCol="0" anchor="ctr"/>
            <a:lstStyle/>
            <a:p>
              <a:pPr algn="ctr"/>
              <a:r>
                <a:rPr lang="zh-CN" altLang="en-US" sz="1400" dirty="0">
                  <a:latin typeface="楷体_GB2312" panose="02010609030101010101" pitchFamily="49" charset="-122"/>
                  <a:ea typeface="楷体_GB2312" panose="02010609030101010101" pitchFamily="49" charset="-122"/>
                </a:rPr>
                <a:t>研究路线</a:t>
              </a:r>
            </a:p>
          </p:txBody>
        </p:sp>
        <p:sp>
          <p:nvSpPr>
            <p:cNvPr id="216" name="矩形: 圆角 31"/>
            <p:cNvSpPr/>
            <p:nvPr/>
          </p:nvSpPr>
          <p:spPr>
            <a:xfrm>
              <a:off x="9047427" y="2453798"/>
              <a:ext cx="1979667" cy="440690"/>
            </a:xfrm>
            <a:prstGeom prst="roundRect">
              <a:avLst/>
            </a:prstGeom>
          </p:spPr>
          <p:style>
            <a:lnRef idx="0">
              <a:srgbClr val="FFFFFF"/>
            </a:lnRef>
            <a:fillRef idx="1">
              <a:schemeClr val="accent1"/>
            </a:fillRef>
            <a:effectRef idx="1">
              <a:schemeClr val="accent1"/>
            </a:effectRef>
            <a:fontRef idx="minor">
              <a:schemeClr val="lt1"/>
            </a:fontRef>
          </p:style>
          <p:txBody>
            <a:bodyPr rtlCol="0" anchor="ctr"/>
            <a:lstStyle/>
            <a:p>
              <a:pPr algn="ctr"/>
              <a:r>
                <a:rPr lang="zh-CN" altLang="en-US" sz="1400" dirty="0">
                  <a:latin typeface="楷体_GB2312" panose="02010609030101010101" pitchFamily="49" charset="-122"/>
                  <a:ea typeface="楷体_GB2312" panose="02010609030101010101" pitchFamily="49" charset="-122"/>
                </a:rPr>
                <a:t>研究路线</a:t>
              </a:r>
            </a:p>
          </p:txBody>
        </p:sp>
        <p:sp>
          <p:nvSpPr>
            <p:cNvPr id="217" name="矩形: 圆角 31"/>
            <p:cNvSpPr/>
            <p:nvPr/>
          </p:nvSpPr>
          <p:spPr>
            <a:xfrm>
              <a:off x="6898588" y="2453798"/>
              <a:ext cx="1569996" cy="440055"/>
            </a:xfrm>
            <a:prstGeom prst="roundRect">
              <a:avLst/>
            </a:prstGeom>
          </p:spPr>
          <p:style>
            <a:lnRef idx="0">
              <a:srgbClr val="FFFFFF"/>
            </a:lnRef>
            <a:fillRef idx="1">
              <a:schemeClr val="accent1"/>
            </a:fillRef>
            <a:effectRef idx="1">
              <a:schemeClr val="accent1"/>
            </a:effectRef>
            <a:fontRef idx="minor">
              <a:schemeClr val="lt1"/>
            </a:fontRef>
          </p:style>
          <p:txBody>
            <a:bodyPr rtlCol="0" anchor="ctr"/>
            <a:lstStyle/>
            <a:p>
              <a:pPr algn="ctr"/>
              <a:r>
                <a:rPr lang="zh-CN" altLang="en-US" sz="1400" dirty="0">
                  <a:latin typeface="楷体_GB2312" panose="02010609030101010101" pitchFamily="49" charset="-122"/>
                  <a:ea typeface="楷体_GB2312" panose="02010609030101010101" pitchFamily="49" charset="-122"/>
                </a:rPr>
                <a:t>研究路线</a:t>
              </a:r>
              <a:endParaRPr lang="en-US" altLang="zh-CN" sz="1400" dirty="0">
                <a:latin typeface="楷体_GB2312" panose="02010609030101010101" pitchFamily="49" charset="-122"/>
                <a:ea typeface="楷体_GB2312" panose="02010609030101010101" pitchFamily="49" charset="-122"/>
              </a:endParaRPr>
            </a:p>
          </p:txBody>
        </p:sp>
        <p:sp>
          <p:nvSpPr>
            <p:cNvPr id="218" name="矩形: 圆角 31"/>
            <p:cNvSpPr/>
            <p:nvPr/>
          </p:nvSpPr>
          <p:spPr>
            <a:xfrm>
              <a:off x="4020000" y="2446428"/>
              <a:ext cx="1948376" cy="440055"/>
            </a:xfrm>
            <a:prstGeom prst="roundRect">
              <a:avLst/>
            </a:prstGeom>
            <a:ln>
              <a:noFill/>
            </a:ln>
          </p:spPr>
          <p:style>
            <a:lnRef idx="0">
              <a:srgbClr val="FFFFFF"/>
            </a:lnRef>
            <a:fillRef idx="1">
              <a:schemeClr val="accent1"/>
            </a:fillRef>
            <a:effectRef idx="1">
              <a:schemeClr val="accent1"/>
            </a:effectRef>
            <a:fontRef idx="minor">
              <a:schemeClr val="lt1"/>
            </a:fontRef>
          </p:style>
          <p:txBody>
            <a:bodyPr rtlCol="0" anchor="ctr"/>
            <a:lstStyle/>
            <a:p>
              <a:pPr algn="ctr"/>
              <a:r>
                <a:rPr lang="zh-CN" altLang="en-US" sz="1400" dirty="0">
                  <a:latin typeface="楷体_GB2312" panose="02010609030101010101" pitchFamily="49" charset="-122"/>
                  <a:ea typeface="楷体_GB2312" panose="02010609030101010101" pitchFamily="49" charset="-122"/>
                </a:rPr>
                <a:t>研究路线</a:t>
              </a:r>
            </a:p>
          </p:txBody>
        </p:sp>
        <p:sp>
          <p:nvSpPr>
            <p:cNvPr id="6" name="文本框 5"/>
            <p:cNvSpPr txBox="1"/>
            <p:nvPr/>
          </p:nvSpPr>
          <p:spPr>
            <a:xfrm>
              <a:off x="7105218" y="1561492"/>
              <a:ext cx="1156735" cy="369332"/>
            </a:xfrm>
            <a:prstGeom prst="rect">
              <a:avLst/>
            </a:prstGeom>
            <a:noFill/>
          </p:spPr>
          <p:txBody>
            <a:bodyPr wrap="square" rtlCol="0">
              <a:spAutoFit/>
            </a:bodyPr>
            <a:lstStyle/>
            <a:p>
              <a:r>
                <a:rPr lang="zh-CN" altLang="en-US" b="1" dirty="0">
                  <a:solidFill>
                    <a:schemeClr val="accent1"/>
                  </a:solidFill>
                  <a:latin typeface="楷体_GB2312" panose="02010609030101010101" pitchFamily="49" charset="-122"/>
                  <a:ea typeface="楷体_GB2312" panose="02010609030101010101" pitchFamily="49" charset="-122"/>
                </a:rPr>
                <a:t>研究路线</a:t>
              </a:r>
            </a:p>
          </p:txBody>
        </p:sp>
        <p:cxnSp>
          <p:nvCxnSpPr>
            <p:cNvPr id="7" name="曲线连接符 6"/>
            <p:cNvCxnSpPr>
              <a:stCxn id="214" idx="3"/>
              <a:endCxn id="217" idx="1"/>
            </p:cNvCxnSpPr>
            <p:nvPr/>
          </p:nvCxnSpPr>
          <p:spPr>
            <a:xfrm>
              <a:off x="5968377" y="2180046"/>
              <a:ext cx="930212" cy="493780"/>
            </a:xfrm>
            <a:prstGeom prst="curved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15" name="曲线连接符 14"/>
            <p:cNvCxnSpPr>
              <a:stCxn id="215" idx="3"/>
              <a:endCxn id="217" idx="1"/>
            </p:cNvCxnSpPr>
            <p:nvPr/>
          </p:nvCxnSpPr>
          <p:spPr>
            <a:xfrm flipV="1">
              <a:off x="5968377" y="2673826"/>
              <a:ext cx="930211" cy="503487"/>
            </a:xfrm>
            <a:prstGeom prst="curved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16" name="曲线连接符 15"/>
            <p:cNvCxnSpPr>
              <a:stCxn id="218" idx="3"/>
              <a:endCxn id="217" idx="1"/>
            </p:cNvCxnSpPr>
            <p:nvPr/>
          </p:nvCxnSpPr>
          <p:spPr>
            <a:xfrm>
              <a:off x="5968377" y="2666456"/>
              <a:ext cx="930212" cy="7370"/>
            </a:xfrm>
            <a:prstGeom prst="curved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17" name="肘形连接符 16"/>
            <p:cNvCxnSpPr>
              <a:cxnSpLocks/>
              <a:stCxn id="217" idx="3"/>
              <a:endCxn id="216" idx="1"/>
            </p:cNvCxnSpPr>
            <p:nvPr/>
          </p:nvCxnSpPr>
          <p:spPr>
            <a:xfrm>
              <a:off x="8468584" y="2673826"/>
              <a:ext cx="578843" cy="317"/>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25" name="矩形 24"/>
            <p:cNvSpPr/>
            <p:nvPr/>
          </p:nvSpPr>
          <p:spPr>
            <a:xfrm>
              <a:off x="3773982" y="1436778"/>
              <a:ext cx="7572547" cy="2164715"/>
            </a:xfrm>
            <a:prstGeom prst="rect">
              <a:avLst/>
            </a:prstGeom>
            <a:noFill/>
            <a:ln>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4" name="组合 13">
            <a:extLst>
              <a:ext uri="{FF2B5EF4-FFF2-40B4-BE49-F238E27FC236}">
                <a16:creationId xmlns:a16="http://schemas.microsoft.com/office/drawing/2014/main" id="{1C6C7E1E-F234-8FF8-34B3-96775B366BE6}"/>
              </a:ext>
            </a:extLst>
          </p:cNvPr>
          <p:cNvGrpSpPr/>
          <p:nvPr/>
        </p:nvGrpSpPr>
        <p:grpSpPr>
          <a:xfrm>
            <a:off x="4063999" y="3985668"/>
            <a:ext cx="4064001" cy="2164715"/>
            <a:chOff x="3773982" y="3960040"/>
            <a:chExt cx="4064001" cy="2164715"/>
          </a:xfrm>
        </p:grpSpPr>
        <p:sp>
          <p:nvSpPr>
            <p:cNvPr id="19" name="文本框 18"/>
            <p:cNvSpPr txBox="1"/>
            <p:nvPr/>
          </p:nvSpPr>
          <p:spPr>
            <a:xfrm>
              <a:off x="5338142" y="4134437"/>
              <a:ext cx="1145537" cy="646331"/>
            </a:xfrm>
            <a:prstGeom prst="rect">
              <a:avLst/>
            </a:prstGeom>
            <a:noFill/>
          </p:spPr>
          <p:txBody>
            <a:bodyPr wrap="square" rtlCol="0">
              <a:spAutoFit/>
            </a:bodyPr>
            <a:lstStyle/>
            <a:p>
              <a:r>
                <a:rPr lang="zh-CN" altLang="en-US" dirty="0">
                  <a:latin typeface="楷体_GB2312" panose="02010609030101010101" pitchFamily="49" charset="-122"/>
                  <a:ea typeface="楷体_GB2312" panose="02010609030101010101" pitchFamily="49" charset="-122"/>
                </a:rPr>
                <a:t>研究路线</a:t>
              </a:r>
            </a:p>
            <a:p>
              <a:endParaRPr lang="zh-CN" altLang="en-US" dirty="0">
                <a:solidFill>
                  <a:schemeClr val="accent1"/>
                </a:solidFill>
                <a:latin typeface="楷体_GB2312" panose="02010609030101010101" pitchFamily="49" charset="-122"/>
                <a:ea typeface="楷体_GB2312" panose="02010609030101010101" pitchFamily="49" charset="-122"/>
              </a:endParaRPr>
            </a:p>
          </p:txBody>
        </p:sp>
        <p:grpSp>
          <p:nvGrpSpPr>
            <p:cNvPr id="13" name="组合 12">
              <a:extLst>
                <a:ext uri="{FF2B5EF4-FFF2-40B4-BE49-F238E27FC236}">
                  <a16:creationId xmlns:a16="http://schemas.microsoft.com/office/drawing/2014/main" id="{0018D7A8-F768-E817-43C7-F6C951D575AA}"/>
                </a:ext>
              </a:extLst>
            </p:cNvPr>
            <p:cNvGrpSpPr/>
            <p:nvPr/>
          </p:nvGrpSpPr>
          <p:grpSpPr>
            <a:xfrm>
              <a:off x="3974106" y="4677134"/>
              <a:ext cx="3702158" cy="1192412"/>
              <a:chOff x="3974106" y="4677134"/>
              <a:chExt cx="3702158" cy="1192412"/>
            </a:xfrm>
          </p:grpSpPr>
          <p:cxnSp>
            <p:nvCxnSpPr>
              <p:cNvPr id="21" name="肘形连接符 20"/>
              <p:cNvCxnSpPr>
                <a:stCxn id="222" idx="2"/>
                <a:endCxn id="219" idx="0"/>
              </p:cNvCxnSpPr>
              <p:nvPr/>
            </p:nvCxnSpPr>
            <p:spPr>
              <a:xfrm rot="5400000">
                <a:off x="6716359" y="5269525"/>
                <a:ext cx="370087" cy="645"/>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grpSp>
            <p:nvGrpSpPr>
              <p:cNvPr id="48" name="组合 47">
                <a:extLst>
                  <a:ext uri="{FF2B5EF4-FFF2-40B4-BE49-F238E27FC236}">
                    <a16:creationId xmlns:a16="http://schemas.microsoft.com/office/drawing/2014/main" id="{B4A72CFF-8944-86B0-A906-BD654C1905F9}"/>
                  </a:ext>
                </a:extLst>
              </p:cNvPr>
              <p:cNvGrpSpPr/>
              <p:nvPr/>
            </p:nvGrpSpPr>
            <p:grpSpPr>
              <a:xfrm>
                <a:off x="3974106" y="4677134"/>
                <a:ext cx="3702158" cy="1192412"/>
                <a:chOff x="4138780" y="4733449"/>
                <a:chExt cx="3702158" cy="1192412"/>
              </a:xfrm>
            </p:grpSpPr>
            <p:sp>
              <p:nvSpPr>
                <p:cNvPr id="219" name="矩形: 圆角 31"/>
                <p:cNvSpPr/>
                <p:nvPr/>
              </p:nvSpPr>
              <p:spPr>
                <a:xfrm>
                  <a:off x="6290568" y="5511206"/>
                  <a:ext cx="1550370" cy="412115"/>
                </a:xfrm>
                <a:prstGeom prst="roundRect">
                  <a:avLst/>
                </a:prstGeom>
              </p:spPr>
              <p:style>
                <a:lnRef idx="0">
                  <a:srgbClr val="FFFFFF"/>
                </a:lnRef>
                <a:fillRef idx="1">
                  <a:schemeClr val="accent1"/>
                </a:fillRef>
                <a:effectRef idx="1">
                  <a:schemeClr val="accent1"/>
                </a:effectRef>
                <a:fontRef idx="minor">
                  <a:schemeClr val="lt1"/>
                </a:fontRef>
              </p:style>
              <p:txBody>
                <a:bodyPr rtlCol="0" anchor="ctr"/>
                <a:lstStyle/>
                <a:p>
                  <a:pPr algn="ctr"/>
                  <a:r>
                    <a:rPr lang="zh-CN" altLang="en-US" sz="1200" dirty="0">
                      <a:latin typeface="楷体_GB2312" panose="02010609030101010101" pitchFamily="49" charset="-122"/>
                      <a:ea typeface="楷体_GB2312" panose="02010609030101010101" pitchFamily="49" charset="-122"/>
                    </a:rPr>
                    <a:t>研究路线</a:t>
                  </a:r>
                </a:p>
              </p:txBody>
            </p:sp>
            <p:sp>
              <p:nvSpPr>
                <p:cNvPr id="220" name="矩形: 圆角 31"/>
                <p:cNvSpPr/>
                <p:nvPr/>
              </p:nvSpPr>
              <p:spPr>
                <a:xfrm>
                  <a:off x="4138780" y="4733449"/>
                  <a:ext cx="1590751" cy="407035"/>
                </a:xfrm>
                <a:prstGeom prst="roundRect">
                  <a:avLst/>
                </a:prstGeom>
              </p:spPr>
              <p:style>
                <a:lnRef idx="0">
                  <a:srgbClr val="FFFFFF"/>
                </a:lnRef>
                <a:fillRef idx="1">
                  <a:schemeClr val="accent1"/>
                </a:fillRef>
                <a:effectRef idx="1">
                  <a:schemeClr val="accent1"/>
                </a:effectRef>
                <a:fontRef idx="minor">
                  <a:schemeClr val="lt1"/>
                </a:fontRef>
              </p:style>
              <p:txBody>
                <a:bodyPr rtlCol="0" anchor="ctr"/>
                <a:lstStyle/>
                <a:p>
                  <a:pPr algn="ctr"/>
                  <a:r>
                    <a:rPr lang="zh-CN" altLang="en-US" sz="1200" dirty="0">
                      <a:latin typeface="楷体_GB2312" panose="02010609030101010101" pitchFamily="49" charset="-122"/>
                      <a:ea typeface="楷体_GB2312" panose="02010609030101010101" pitchFamily="49" charset="-122"/>
                    </a:rPr>
                    <a:t>研究路线</a:t>
                  </a:r>
                </a:p>
              </p:txBody>
            </p:sp>
            <p:sp>
              <p:nvSpPr>
                <p:cNvPr id="221" name="矩形: 圆角 31"/>
                <p:cNvSpPr/>
                <p:nvPr/>
              </p:nvSpPr>
              <p:spPr>
                <a:xfrm>
                  <a:off x="4138780" y="5513746"/>
                  <a:ext cx="1590751" cy="412115"/>
                </a:xfrm>
                <a:prstGeom prst="roundRect">
                  <a:avLst/>
                </a:prstGeom>
              </p:spPr>
              <p:style>
                <a:lnRef idx="0">
                  <a:srgbClr val="FFFFFF"/>
                </a:lnRef>
                <a:fillRef idx="1">
                  <a:schemeClr val="accent1"/>
                </a:fillRef>
                <a:effectRef idx="1">
                  <a:schemeClr val="accent1"/>
                </a:effectRef>
                <a:fontRef idx="minor">
                  <a:schemeClr val="lt1"/>
                </a:fontRef>
              </p:style>
              <p:txBody>
                <a:bodyPr rtlCol="0" anchor="ctr"/>
                <a:lstStyle/>
                <a:p>
                  <a:pPr algn="ctr"/>
                  <a:r>
                    <a:rPr lang="zh-CN" altLang="en-US" sz="1200" dirty="0">
                      <a:latin typeface="楷体_GB2312" panose="02010609030101010101" pitchFamily="49" charset="-122"/>
                      <a:ea typeface="楷体_GB2312" panose="02010609030101010101" pitchFamily="49" charset="-122"/>
                    </a:rPr>
                    <a:t>研究路线</a:t>
                  </a:r>
                </a:p>
              </p:txBody>
            </p:sp>
            <p:sp>
              <p:nvSpPr>
                <p:cNvPr id="222" name="矩形: 圆角 31"/>
                <p:cNvSpPr/>
                <p:nvPr/>
              </p:nvSpPr>
              <p:spPr>
                <a:xfrm>
                  <a:off x="6291857" y="4733449"/>
                  <a:ext cx="1549081" cy="407670"/>
                </a:xfrm>
                <a:prstGeom prst="roundRect">
                  <a:avLst/>
                </a:prstGeom>
              </p:spPr>
              <p:style>
                <a:lnRef idx="0">
                  <a:srgbClr val="FFFFFF"/>
                </a:lnRef>
                <a:fillRef idx="1">
                  <a:schemeClr val="accent1"/>
                </a:fillRef>
                <a:effectRef idx="1">
                  <a:schemeClr val="accent1"/>
                </a:effectRef>
                <a:fontRef idx="minor">
                  <a:schemeClr val="lt1"/>
                </a:fontRef>
              </p:style>
              <p:txBody>
                <a:bodyPr rtlCol="0" anchor="ctr"/>
                <a:lstStyle/>
                <a:p>
                  <a:pPr algn="ctr"/>
                  <a:r>
                    <a:rPr lang="zh-CN" altLang="en-US" sz="1200" dirty="0">
                      <a:latin typeface="楷体_GB2312" panose="02010609030101010101" pitchFamily="49" charset="-122"/>
                      <a:ea typeface="楷体_GB2312" panose="02010609030101010101" pitchFamily="49" charset="-122"/>
                    </a:rPr>
                    <a:t>研究路线</a:t>
                  </a:r>
                </a:p>
              </p:txBody>
            </p:sp>
            <p:cxnSp>
              <p:nvCxnSpPr>
                <p:cNvPr id="20" name="曲线连接符 19"/>
                <p:cNvCxnSpPr>
                  <a:stCxn id="220" idx="3"/>
                  <a:endCxn id="222" idx="1"/>
                </p:cNvCxnSpPr>
                <p:nvPr/>
              </p:nvCxnSpPr>
              <p:spPr>
                <a:xfrm>
                  <a:off x="5729531" y="4937284"/>
                  <a:ext cx="562326" cy="3175"/>
                </a:xfrm>
                <a:prstGeom prst="curved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22" name="肘形连接符 21"/>
                <p:cNvCxnSpPr>
                  <a:stCxn id="219" idx="1"/>
                  <a:endCxn id="221" idx="3"/>
                </p:cNvCxnSpPr>
                <p:nvPr/>
              </p:nvCxnSpPr>
              <p:spPr>
                <a:xfrm rot="10800000" flipV="1">
                  <a:off x="5729531" y="5717581"/>
                  <a:ext cx="561037" cy="254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grpSp>
        </p:grpSp>
        <p:sp>
          <p:nvSpPr>
            <p:cNvPr id="34" name="矩形 33"/>
            <p:cNvSpPr/>
            <p:nvPr/>
          </p:nvSpPr>
          <p:spPr>
            <a:xfrm>
              <a:off x="3773982" y="3960040"/>
              <a:ext cx="4064001" cy="2164715"/>
            </a:xfrm>
            <a:prstGeom prst="rect">
              <a:avLst/>
            </a:prstGeom>
            <a:noFill/>
            <a:ln>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aphicFrame>
        <p:nvGraphicFramePr>
          <p:cNvPr id="47" name="表格 46">
            <a:extLst>
              <a:ext uri="{FF2B5EF4-FFF2-40B4-BE49-F238E27FC236}">
                <a16:creationId xmlns:a16="http://schemas.microsoft.com/office/drawing/2014/main" id="{4B8E0784-3065-35F6-78C9-ABA294F9FF48}"/>
              </a:ext>
            </a:extLst>
          </p:cNvPr>
          <p:cNvGraphicFramePr>
            <a:graphicFrameLocks noGrp="1"/>
          </p:cNvGraphicFramePr>
          <p:nvPr>
            <p:extLst>
              <p:ext uri="{D42A27DB-BD31-4B8C-83A1-F6EECF244321}">
                <p14:modId xmlns:p14="http://schemas.microsoft.com/office/powerpoint/2010/main" val="783936928"/>
              </p:ext>
            </p:extLst>
          </p:nvPr>
        </p:nvGraphicFramePr>
        <p:xfrm>
          <a:off x="8409810" y="4130901"/>
          <a:ext cx="3375762" cy="2040325"/>
        </p:xfrm>
        <a:graphic>
          <a:graphicData uri="http://schemas.openxmlformats.org/drawingml/2006/table">
            <a:tbl>
              <a:tblPr firstRow="1" bandRow="1">
                <a:tableStyleId>{2D5ABB26-0587-4C30-8999-92F81FD0307C}</a:tableStyleId>
              </a:tblPr>
              <a:tblGrid>
                <a:gridCol w="981477">
                  <a:extLst>
                    <a:ext uri="{9D8B030D-6E8A-4147-A177-3AD203B41FA5}">
                      <a16:colId xmlns:a16="http://schemas.microsoft.com/office/drawing/2014/main" val="1960833102"/>
                    </a:ext>
                  </a:extLst>
                </a:gridCol>
                <a:gridCol w="1380226">
                  <a:extLst>
                    <a:ext uri="{9D8B030D-6E8A-4147-A177-3AD203B41FA5}">
                      <a16:colId xmlns:a16="http://schemas.microsoft.com/office/drawing/2014/main" val="3623336939"/>
                    </a:ext>
                  </a:extLst>
                </a:gridCol>
                <a:gridCol w="1014059">
                  <a:extLst>
                    <a:ext uri="{9D8B030D-6E8A-4147-A177-3AD203B41FA5}">
                      <a16:colId xmlns:a16="http://schemas.microsoft.com/office/drawing/2014/main" val="828965840"/>
                    </a:ext>
                  </a:extLst>
                </a:gridCol>
              </a:tblGrid>
              <a:tr h="400897">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1468408"/>
                  </a:ext>
                </a:extLst>
              </a:tr>
              <a:tr h="567937">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26808770"/>
                  </a:ext>
                </a:extLst>
              </a:tr>
              <a:tr h="503554">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368105462"/>
                  </a:ext>
                </a:extLst>
              </a:tr>
              <a:tr h="567937">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zh-CN" altLang="en-US" sz="1400" dirty="0">
                          <a:latin typeface="楷体_GB2312" panose="02010609030101010101" pitchFamily="49" charset="-122"/>
                          <a:ea typeface="楷体_GB2312" panose="02010609030101010101" pitchFamily="49" charset="-122"/>
                        </a:rPr>
                        <a:t>研究路线</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3284371454"/>
                  </a:ext>
                </a:extLst>
              </a:tr>
            </a:tbl>
          </a:graphicData>
        </a:graphic>
      </p:graphicFrame>
      <p:sp>
        <p:nvSpPr>
          <p:cNvPr id="2" name="文本框 1">
            <a:extLst>
              <a:ext uri="{FF2B5EF4-FFF2-40B4-BE49-F238E27FC236}">
                <a16:creationId xmlns:a16="http://schemas.microsoft.com/office/drawing/2014/main" id="{A7DD5BF0-3FBF-FD52-0392-940784455F55}"/>
              </a:ext>
            </a:extLst>
          </p:cNvPr>
          <p:cNvSpPr txBox="1"/>
          <p:nvPr/>
        </p:nvSpPr>
        <p:spPr>
          <a:xfrm>
            <a:off x="470535" y="835898"/>
            <a:ext cx="2469395" cy="369332"/>
          </a:xfrm>
          <a:prstGeom prst="rect">
            <a:avLst/>
          </a:prstGeom>
          <a:noFill/>
        </p:spPr>
        <p:txBody>
          <a:bodyPr wrap="square" rtlCol="0">
            <a:spAutoFit/>
          </a:bodyPr>
          <a:lstStyle/>
          <a:p>
            <a:r>
              <a:rPr lang="en-US" altLang="zh-CN" dirty="0">
                <a:solidFill>
                  <a:schemeClr val="accent1"/>
                </a:solidFill>
                <a:latin typeface="黑体" panose="02010609060101010101" pitchFamily="49" charset="-122"/>
                <a:ea typeface="黑体" panose="02010609060101010101" pitchFamily="49" charset="-122"/>
              </a:rPr>
              <a:t>2.2.2</a:t>
            </a:r>
            <a:r>
              <a:rPr lang="zh-CN" altLang="en-US" dirty="0">
                <a:solidFill>
                  <a:schemeClr val="accent1"/>
                </a:solidFill>
                <a:latin typeface="黑体" panose="02010609060101010101" pitchFamily="49" charset="-122"/>
                <a:ea typeface="黑体" panose="02010609060101010101" pitchFamily="49" charset="-122"/>
              </a:rPr>
              <a:t>技术路线</a:t>
            </a:r>
          </a:p>
        </p:txBody>
      </p:sp>
      <p:sp>
        <p:nvSpPr>
          <p:cNvPr id="4" name="文本框 3">
            <a:extLst>
              <a:ext uri="{FF2B5EF4-FFF2-40B4-BE49-F238E27FC236}">
                <a16:creationId xmlns:a16="http://schemas.microsoft.com/office/drawing/2014/main" id="{6DABF00F-4A27-8DB1-308C-8B5E4995E789}"/>
              </a:ext>
            </a:extLst>
          </p:cNvPr>
          <p:cNvSpPr txBox="1"/>
          <p:nvPr/>
        </p:nvSpPr>
        <p:spPr>
          <a:xfrm>
            <a:off x="1996361" y="833740"/>
            <a:ext cx="2825021" cy="369332"/>
          </a:xfrm>
          <a:prstGeom prst="rect">
            <a:avLst/>
          </a:prstGeom>
          <a:noFill/>
        </p:spPr>
        <p:txBody>
          <a:bodyPr wrap="square">
            <a:spAutoFit/>
          </a:bodyPr>
          <a:lstStyle/>
          <a:p>
            <a:pPr algn="ctr"/>
            <a:r>
              <a:rPr lang="zh-CN" altLang="en-US" sz="1800" dirty="0">
                <a:solidFill>
                  <a:schemeClr val="accent1"/>
                </a:solidFill>
                <a:latin typeface="楷体" panose="02010609060101010101" pitchFamily="49" charset="-122"/>
                <a:ea typeface="楷体" panose="02010609060101010101" pitchFamily="49" charset="-122"/>
              </a:rPr>
              <a:t>基于</a:t>
            </a:r>
            <a:r>
              <a:rPr lang="en-US" altLang="zh-CN" sz="1800" dirty="0" err="1">
                <a:solidFill>
                  <a:schemeClr val="accent1"/>
                </a:solidFill>
                <a:latin typeface="楷体" panose="02010609060101010101" pitchFamily="49" charset="-122"/>
                <a:ea typeface="楷体" panose="02010609060101010101" pitchFamily="49" charset="-122"/>
              </a:rPr>
              <a:t>xxxx</a:t>
            </a:r>
            <a:r>
              <a:rPr lang="zh-CN" altLang="en-US" sz="1800" dirty="0">
                <a:solidFill>
                  <a:schemeClr val="accent1"/>
                </a:solidFill>
                <a:latin typeface="楷体" panose="02010609060101010101" pitchFamily="49" charset="-122"/>
                <a:ea typeface="楷体" panose="02010609060101010101" pitchFamily="49" charset="-122"/>
              </a:rPr>
              <a:t>和</a:t>
            </a:r>
            <a:r>
              <a:rPr lang="en-US" altLang="zh-CN" sz="1800" dirty="0" err="1">
                <a:solidFill>
                  <a:schemeClr val="accent1"/>
                </a:solidFill>
                <a:latin typeface="楷体" panose="02010609060101010101" pitchFamily="49" charset="-122"/>
                <a:ea typeface="楷体" panose="02010609060101010101" pitchFamily="49" charset="-122"/>
              </a:rPr>
              <a:t>xxxx</a:t>
            </a:r>
            <a:r>
              <a:rPr lang="zh-CN" altLang="en-US" sz="1800" dirty="0">
                <a:solidFill>
                  <a:schemeClr val="accent1"/>
                </a:solidFill>
                <a:latin typeface="楷体" panose="02010609060101010101" pitchFamily="49" charset="-122"/>
                <a:ea typeface="楷体" panose="02010609060101010101" pitchFamily="49" charset="-122"/>
              </a:rPr>
              <a:t>的算法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fade">
                                      <p:cBhvr>
                                        <p:cTn id="2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EE45E491-FC1D-9108-D3D7-D46CFBE91F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4779" y="1550324"/>
            <a:ext cx="3881584" cy="4789661"/>
          </a:xfrm>
          <a:prstGeom prst="rect">
            <a:avLst/>
          </a:prstGeom>
        </p:spPr>
      </p:pic>
      <p:sp>
        <p:nvSpPr>
          <p:cNvPr id="8" name="矩形: 圆角 7"/>
          <p:cNvSpPr/>
          <p:nvPr/>
        </p:nvSpPr>
        <p:spPr>
          <a:xfrm>
            <a:off x="401937" y="210293"/>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2</a:t>
            </a:r>
            <a:endParaRPr lang="zh-CN" altLang="en-US" sz="2800" dirty="0">
              <a:latin typeface="黑体" panose="02010609060101010101" pitchFamily="49" charset="-122"/>
              <a:ea typeface="黑体" panose="02010609060101010101" pitchFamily="49" charset="-122"/>
            </a:endParaRPr>
          </a:p>
        </p:txBody>
      </p:sp>
      <p:sp>
        <p:nvSpPr>
          <p:cNvPr id="12" name="文本框 11"/>
          <p:cNvSpPr txBox="1"/>
          <p:nvPr/>
        </p:nvSpPr>
        <p:spPr>
          <a:xfrm>
            <a:off x="1089534" y="212293"/>
            <a:ext cx="4431811" cy="584775"/>
          </a:xfrm>
          <a:prstGeom prst="rect">
            <a:avLst/>
          </a:prstGeom>
          <a:noFill/>
        </p:spPr>
        <p:txBody>
          <a:bodyPr wrap="square" rtlCol="0">
            <a:spAutoFit/>
          </a:bodyPr>
          <a:lstStyle/>
          <a:p>
            <a:r>
              <a:rPr lang="zh-CN" altLang="en-US" sz="3200" dirty="0">
                <a:solidFill>
                  <a:schemeClr val="accent1"/>
                </a:solidFill>
                <a:latin typeface="黑体" panose="02010609060101010101" pitchFamily="49" charset="-122"/>
                <a:ea typeface="黑体" panose="02010609060101010101" pitchFamily="49" charset="-122"/>
              </a:rPr>
              <a:t>项目目标与研究内容</a:t>
            </a:r>
          </a:p>
        </p:txBody>
      </p:sp>
      <p:grpSp>
        <p:nvGrpSpPr>
          <p:cNvPr id="2" name="LOGO组合"/>
          <p:cNvGrpSpPr/>
          <p:nvPr/>
        </p:nvGrpSpPr>
        <p:grpSpPr>
          <a:xfrm>
            <a:off x="9228882" y="210293"/>
            <a:ext cx="2719167" cy="586775"/>
            <a:chOff x="685800" y="630052"/>
            <a:chExt cx="2719167" cy="586775"/>
          </a:xfrm>
        </p:grpSpPr>
        <p:pic>
          <p:nvPicPr>
            <p:cNvPr id="10" name="校名"/>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11" name="校徽"/>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Lst>
            </a:blip>
            <a:stretch>
              <a:fillRect/>
            </a:stretch>
          </p:blipFill>
          <p:spPr>
            <a:xfrm>
              <a:off x="685800" y="630052"/>
              <a:ext cx="586775" cy="586775"/>
            </a:xfrm>
            <a:prstGeom prst="rect">
              <a:avLst/>
            </a:prstGeom>
          </p:spPr>
        </p:pic>
      </p:grpSp>
      <p:sp>
        <p:nvSpPr>
          <p:cNvPr id="21" name="箭头: 五边形 12"/>
          <p:cNvSpPr/>
          <p:nvPr/>
        </p:nvSpPr>
        <p:spPr>
          <a:xfrm rot="5400000">
            <a:off x="8483312" y="-181610"/>
            <a:ext cx="794385" cy="3110865"/>
          </a:xfrm>
          <a:prstGeom prst="homePlat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6571553" y="1028700"/>
            <a:ext cx="4588285" cy="5422900"/>
          </a:xfrm>
          <a:prstGeom prst="rect">
            <a:avLst/>
          </a:prstGeom>
          <a:noFill/>
          <a:ln>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7" name="直接箭头连接符 76"/>
          <p:cNvCxnSpPr>
            <a:cxnSpLocks/>
          </p:cNvCxnSpPr>
          <p:nvPr/>
        </p:nvCxnSpPr>
        <p:spPr>
          <a:xfrm flipH="1">
            <a:off x="3738577" y="2020563"/>
            <a:ext cx="1263" cy="362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126554" y="3945155"/>
            <a:ext cx="3194371" cy="307777"/>
          </a:xfrm>
          <a:prstGeom prst="rect">
            <a:avLst/>
          </a:prstGeom>
          <a:solidFill>
            <a:srgbClr val="B4C7E7"/>
          </a:solidFill>
        </p:spPr>
        <p:txBody>
          <a:bodyPr wrap="square" rtlCol="0">
            <a:spAutoFit/>
          </a:bodyPr>
          <a:lstStyle/>
          <a:p>
            <a:pPr algn="ctr"/>
            <a:r>
              <a:rPr lang="zh-CN" altLang="en-US" sz="1400" dirty="0">
                <a:latin typeface="楷体_GB2312" panose="02010609030101010101" pitchFamily="49" charset="-122"/>
                <a:ea typeface="楷体_GB2312" panose="02010609030101010101" pitchFamily="49" charset="-122"/>
              </a:rPr>
              <a:t>研究路线研究路线研究路线研究路线</a:t>
            </a:r>
            <a:endParaRPr lang="zh-CN" altLang="en-US" sz="1400" dirty="0">
              <a:solidFill>
                <a:schemeClr val="tx1"/>
              </a:solidFill>
              <a:latin typeface="楷体_GB2312" panose="02010609030101010101" pitchFamily="49" charset="-122"/>
              <a:ea typeface="楷体_GB2312" panose="02010609030101010101" pitchFamily="49" charset="-122"/>
            </a:endParaRPr>
          </a:p>
        </p:txBody>
      </p:sp>
      <p:sp>
        <p:nvSpPr>
          <p:cNvPr id="35" name="矩形 34"/>
          <p:cNvSpPr/>
          <p:nvPr/>
        </p:nvSpPr>
        <p:spPr>
          <a:xfrm>
            <a:off x="1196192" y="1217421"/>
            <a:ext cx="4848225" cy="3733081"/>
          </a:xfrm>
          <a:prstGeom prst="rect">
            <a:avLst/>
          </a:prstGeom>
          <a:noFill/>
          <a:ln>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p:cNvSpPr txBox="1"/>
          <p:nvPr/>
        </p:nvSpPr>
        <p:spPr>
          <a:xfrm>
            <a:off x="1362937" y="2437787"/>
            <a:ext cx="1471647" cy="307777"/>
          </a:xfrm>
          <a:prstGeom prst="rect">
            <a:avLst/>
          </a:prstGeom>
          <a:noFill/>
        </p:spPr>
        <p:txBody>
          <a:bodyPr wrap="square" rtlCol="0">
            <a:spAutoFit/>
          </a:bodyPr>
          <a:lstStyle/>
          <a:p>
            <a:pPr algn="ctr"/>
            <a:r>
              <a:rPr lang="zh-CN" altLang="en-US" sz="1400" dirty="0">
                <a:latin typeface="楷体_GB2312" panose="02010609030101010101" pitchFamily="49" charset="-122"/>
                <a:ea typeface="楷体_GB2312" panose="02010609030101010101" pitchFamily="49" charset="-122"/>
              </a:rPr>
              <a:t>研究路线</a:t>
            </a:r>
          </a:p>
        </p:txBody>
      </p:sp>
      <p:sp>
        <p:nvSpPr>
          <p:cNvPr id="69" name="矩形: 圆角 68"/>
          <p:cNvSpPr/>
          <p:nvPr/>
        </p:nvSpPr>
        <p:spPr>
          <a:xfrm>
            <a:off x="1347778" y="1383962"/>
            <a:ext cx="1577757" cy="65434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楷体_GB2312" panose="02010609030101010101" pitchFamily="49" charset="-122"/>
                <a:ea typeface="楷体_GB2312" panose="02010609030101010101" pitchFamily="49" charset="-122"/>
              </a:rPr>
              <a:t>研究路线</a:t>
            </a:r>
          </a:p>
        </p:txBody>
      </p:sp>
      <p:sp>
        <p:nvSpPr>
          <p:cNvPr id="70" name="矩形: 圆角 69"/>
          <p:cNvSpPr/>
          <p:nvPr/>
        </p:nvSpPr>
        <p:spPr>
          <a:xfrm>
            <a:off x="4644773" y="1393817"/>
            <a:ext cx="1245531" cy="65434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楷体_GB2312" panose="02010609030101010101" pitchFamily="49" charset="-122"/>
                <a:ea typeface="楷体_GB2312" panose="02010609030101010101" pitchFamily="49" charset="-122"/>
              </a:rPr>
              <a:t>研究路线</a:t>
            </a:r>
          </a:p>
        </p:txBody>
      </p:sp>
      <p:sp>
        <p:nvSpPr>
          <p:cNvPr id="71" name="矩形: 圆角 70"/>
          <p:cNvSpPr/>
          <p:nvPr/>
        </p:nvSpPr>
        <p:spPr>
          <a:xfrm>
            <a:off x="3111228" y="1383962"/>
            <a:ext cx="1328904" cy="65434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楷体_GB2312" panose="02010609030101010101" pitchFamily="49" charset="-122"/>
                <a:ea typeface="楷体_GB2312" panose="02010609030101010101" pitchFamily="49" charset="-122"/>
              </a:rPr>
              <a:t>研究路线</a:t>
            </a:r>
          </a:p>
        </p:txBody>
      </p:sp>
      <p:sp>
        <p:nvSpPr>
          <p:cNvPr id="72" name="Rectangle 2"/>
          <p:cNvSpPr>
            <a:spLocks noChangeArrowheads="1"/>
          </p:cNvSpPr>
          <p:nvPr/>
        </p:nvSpPr>
        <p:spPr bwMode="auto">
          <a:xfrm>
            <a:off x="2890165" y="2451047"/>
            <a:ext cx="179376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ctr"/>
            <a:r>
              <a:rPr lang="zh-CN" altLang="en-US" sz="1400" dirty="0">
                <a:latin typeface="楷体_GB2312" panose="02010609030101010101" pitchFamily="49" charset="-122"/>
                <a:ea typeface="楷体_GB2312" panose="02010609030101010101" pitchFamily="49" charset="-122"/>
              </a:rPr>
              <a:t>研究路线</a:t>
            </a:r>
          </a:p>
        </p:txBody>
      </p:sp>
      <p:sp>
        <p:nvSpPr>
          <p:cNvPr id="74" name="Rectangle 4"/>
          <p:cNvSpPr>
            <a:spLocks noChangeArrowheads="1"/>
          </p:cNvSpPr>
          <p:nvPr/>
        </p:nvSpPr>
        <p:spPr bwMode="auto">
          <a:xfrm>
            <a:off x="4683932" y="2439305"/>
            <a:ext cx="130364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ctr"/>
            <a:r>
              <a:rPr lang="zh-CN" altLang="en-US" sz="1400" dirty="0">
                <a:latin typeface="楷体_GB2312" panose="02010609030101010101" pitchFamily="49" charset="-122"/>
                <a:ea typeface="楷体_GB2312" panose="02010609030101010101" pitchFamily="49" charset="-122"/>
              </a:rPr>
              <a:t>研究路线</a:t>
            </a:r>
          </a:p>
        </p:txBody>
      </p:sp>
      <p:cxnSp>
        <p:nvCxnSpPr>
          <p:cNvPr id="76" name="直接箭头连接符 75"/>
          <p:cNvCxnSpPr>
            <a:cxnSpLocks/>
          </p:cNvCxnSpPr>
          <p:nvPr/>
        </p:nvCxnSpPr>
        <p:spPr>
          <a:xfrm>
            <a:off x="2136025" y="2006767"/>
            <a:ext cx="0" cy="390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cxnSpLocks/>
          </p:cNvCxnSpPr>
          <p:nvPr/>
        </p:nvCxnSpPr>
        <p:spPr>
          <a:xfrm>
            <a:off x="5289013" y="2028447"/>
            <a:ext cx="0" cy="368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左大括号 14"/>
          <p:cNvSpPr/>
          <p:nvPr/>
        </p:nvSpPr>
        <p:spPr>
          <a:xfrm rot="16200000">
            <a:off x="3601831" y="920126"/>
            <a:ext cx="245377" cy="395892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994260DB-ED14-94DB-A77D-29C8CC08E539}"/>
              </a:ext>
            </a:extLst>
          </p:cNvPr>
          <p:cNvSpPr txBox="1"/>
          <p:nvPr/>
        </p:nvSpPr>
        <p:spPr>
          <a:xfrm>
            <a:off x="1570075" y="3092296"/>
            <a:ext cx="4307330" cy="523220"/>
          </a:xfrm>
          <a:prstGeom prst="rect">
            <a:avLst/>
          </a:prstGeom>
          <a:noFill/>
        </p:spPr>
        <p:txBody>
          <a:bodyPr wrap="square">
            <a:spAutoFit/>
          </a:bodyPr>
          <a:lstStyle/>
          <a:p>
            <a:r>
              <a:rPr lang="zh-CN" altLang="en-US" sz="1400" dirty="0">
                <a:latin typeface="楷体_GB2312" panose="02010609030101010101" pitchFamily="49" charset="-122"/>
                <a:ea typeface="楷体_GB2312" panose="02010609030101010101" pitchFamily="49" charset="-122"/>
              </a:rPr>
              <a:t>研究路线研究路线研究路线研究路线研究路线研究路线研究路线研究路线研究路线研究路线研究路线研究</a:t>
            </a:r>
          </a:p>
        </p:txBody>
      </p:sp>
      <p:sp>
        <p:nvSpPr>
          <p:cNvPr id="26" name="文本框 25">
            <a:extLst>
              <a:ext uri="{FF2B5EF4-FFF2-40B4-BE49-F238E27FC236}">
                <a16:creationId xmlns:a16="http://schemas.microsoft.com/office/drawing/2014/main" id="{31417A35-3086-893B-70D9-B20BBCAC7820}"/>
              </a:ext>
            </a:extLst>
          </p:cNvPr>
          <p:cNvSpPr txBox="1"/>
          <p:nvPr/>
        </p:nvSpPr>
        <p:spPr>
          <a:xfrm>
            <a:off x="1570075" y="4337222"/>
            <a:ext cx="4339533" cy="523220"/>
          </a:xfrm>
          <a:prstGeom prst="rect">
            <a:avLst/>
          </a:prstGeom>
          <a:noFill/>
        </p:spPr>
        <p:txBody>
          <a:bodyPr wrap="square" rtlCol="0">
            <a:spAutoFit/>
          </a:bodyPr>
          <a:lstStyle/>
          <a:p>
            <a:r>
              <a:rPr lang="zh-CN" altLang="en-US" sz="1400" dirty="0">
                <a:latin typeface="楷体_GB2312" panose="02010609030101010101" pitchFamily="49" charset="-122"/>
                <a:ea typeface="楷体_GB2312" panose="02010609030101010101" pitchFamily="49" charset="-122"/>
              </a:rPr>
              <a:t>研究路线研究路线研究路线研究路线研究路线研究路线研究路线研究路线研究路线研究路线</a:t>
            </a:r>
            <a:endParaRPr lang="zh-CN" altLang="en-US" sz="1400" dirty="0">
              <a:solidFill>
                <a:schemeClr val="tx1"/>
              </a:solidFill>
              <a:latin typeface="楷体_GB2312" panose="02010609030101010101" pitchFamily="49" charset="-122"/>
              <a:ea typeface="楷体_GB2312" panose="02010609030101010101" pitchFamily="49" charset="-122"/>
            </a:endParaRPr>
          </a:p>
        </p:txBody>
      </p:sp>
      <p:sp>
        <p:nvSpPr>
          <p:cNvPr id="27" name="箭头: 下 26">
            <a:extLst>
              <a:ext uri="{FF2B5EF4-FFF2-40B4-BE49-F238E27FC236}">
                <a16:creationId xmlns:a16="http://schemas.microsoft.com/office/drawing/2014/main" id="{DB221E8D-465E-CDA7-C089-2F063FF15A8B}"/>
              </a:ext>
            </a:extLst>
          </p:cNvPr>
          <p:cNvSpPr/>
          <p:nvPr/>
        </p:nvSpPr>
        <p:spPr>
          <a:xfrm>
            <a:off x="3591493" y="3584135"/>
            <a:ext cx="296695" cy="408317"/>
          </a:xfrm>
          <a:prstGeom prst="downArrow">
            <a:avLst/>
          </a:prstGeom>
          <a:solidFill>
            <a:srgbClr val="B4C7E7"/>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0" name="组合 29">
            <a:extLst>
              <a:ext uri="{FF2B5EF4-FFF2-40B4-BE49-F238E27FC236}">
                <a16:creationId xmlns:a16="http://schemas.microsoft.com/office/drawing/2014/main" id="{CF9EAF0B-36F2-2874-871F-FFDF79C70FAD}"/>
              </a:ext>
            </a:extLst>
          </p:cNvPr>
          <p:cNvGrpSpPr/>
          <p:nvPr/>
        </p:nvGrpSpPr>
        <p:grpSpPr>
          <a:xfrm>
            <a:off x="2919029" y="5123721"/>
            <a:ext cx="1059989" cy="526345"/>
            <a:chOff x="1909321" y="4993412"/>
            <a:chExt cx="815340" cy="427355"/>
          </a:xfrm>
        </p:grpSpPr>
        <p:sp>
          <p:nvSpPr>
            <p:cNvPr id="24" name="圆角矩形 24">
              <a:extLst>
                <a:ext uri="{FF2B5EF4-FFF2-40B4-BE49-F238E27FC236}">
                  <a16:creationId xmlns:a16="http://schemas.microsoft.com/office/drawing/2014/main" id="{AEEEF359-C90B-818C-0DC4-0B6DDD23EDE5}"/>
                </a:ext>
              </a:extLst>
            </p:cNvPr>
            <p:cNvSpPr/>
            <p:nvPr/>
          </p:nvSpPr>
          <p:spPr>
            <a:xfrm>
              <a:off x="1909321" y="4993412"/>
              <a:ext cx="815340" cy="427355"/>
            </a:xfrm>
            <a:prstGeom prst="roundRect">
              <a:avLst/>
            </a:prstGeom>
            <a:solidFill>
              <a:srgbClr val="B4C7E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C9E5D10A-376A-50E8-B5D1-553A19A0F34A}"/>
                </a:ext>
              </a:extLst>
            </p:cNvPr>
            <p:cNvSpPr txBox="1"/>
            <p:nvPr/>
          </p:nvSpPr>
          <p:spPr>
            <a:xfrm>
              <a:off x="1955704" y="5087089"/>
              <a:ext cx="709871" cy="249893"/>
            </a:xfrm>
            <a:prstGeom prst="rect">
              <a:avLst/>
            </a:prstGeom>
            <a:noFill/>
          </p:spPr>
          <p:txBody>
            <a:bodyPr wrap="square" rtlCol="0">
              <a:spAutoFit/>
            </a:bodyPr>
            <a:lstStyle/>
            <a:p>
              <a:r>
                <a:rPr lang="zh-CN" altLang="en-US" sz="1400" dirty="0">
                  <a:latin typeface="楷体_GB2312" panose="02010609030101010101" pitchFamily="49" charset="-122"/>
                  <a:ea typeface="楷体_GB2312" panose="02010609030101010101" pitchFamily="49" charset="-122"/>
                </a:rPr>
                <a:t>研究路线</a:t>
              </a:r>
            </a:p>
          </p:txBody>
        </p:sp>
      </p:grpSp>
      <p:grpSp>
        <p:nvGrpSpPr>
          <p:cNvPr id="31" name="组合 30">
            <a:extLst>
              <a:ext uri="{FF2B5EF4-FFF2-40B4-BE49-F238E27FC236}">
                <a16:creationId xmlns:a16="http://schemas.microsoft.com/office/drawing/2014/main" id="{91313B29-ABD4-8651-5234-9B0844EC9E0D}"/>
              </a:ext>
            </a:extLst>
          </p:cNvPr>
          <p:cNvGrpSpPr/>
          <p:nvPr/>
        </p:nvGrpSpPr>
        <p:grpSpPr>
          <a:xfrm>
            <a:off x="2919029" y="5845764"/>
            <a:ext cx="1059989" cy="526345"/>
            <a:chOff x="1909321" y="4993412"/>
            <a:chExt cx="815340" cy="427355"/>
          </a:xfrm>
        </p:grpSpPr>
        <p:sp>
          <p:nvSpPr>
            <p:cNvPr id="32" name="圆角矩形 24">
              <a:extLst>
                <a:ext uri="{FF2B5EF4-FFF2-40B4-BE49-F238E27FC236}">
                  <a16:creationId xmlns:a16="http://schemas.microsoft.com/office/drawing/2014/main" id="{4EAF27CA-7506-406E-D88E-E39742AF9884}"/>
                </a:ext>
              </a:extLst>
            </p:cNvPr>
            <p:cNvSpPr/>
            <p:nvPr/>
          </p:nvSpPr>
          <p:spPr>
            <a:xfrm>
              <a:off x="1909321" y="4993412"/>
              <a:ext cx="815340" cy="427355"/>
            </a:xfrm>
            <a:prstGeom prst="roundRect">
              <a:avLst/>
            </a:prstGeom>
            <a:solidFill>
              <a:srgbClr val="B4C7E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33" name="文本框 32">
              <a:extLst>
                <a:ext uri="{FF2B5EF4-FFF2-40B4-BE49-F238E27FC236}">
                  <a16:creationId xmlns:a16="http://schemas.microsoft.com/office/drawing/2014/main" id="{E590935A-6377-0AE1-B3D4-65D148663BD5}"/>
                </a:ext>
              </a:extLst>
            </p:cNvPr>
            <p:cNvSpPr txBox="1"/>
            <p:nvPr/>
          </p:nvSpPr>
          <p:spPr>
            <a:xfrm>
              <a:off x="1968599" y="5078228"/>
              <a:ext cx="696783" cy="249893"/>
            </a:xfrm>
            <a:prstGeom prst="rect">
              <a:avLst/>
            </a:prstGeom>
            <a:noFill/>
          </p:spPr>
          <p:txBody>
            <a:bodyPr wrap="square" rtlCol="0">
              <a:spAutoFit/>
            </a:bodyPr>
            <a:lstStyle/>
            <a:p>
              <a:r>
                <a:rPr lang="zh-CN" altLang="en-US" sz="1400" dirty="0">
                  <a:latin typeface="楷体_GB2312" panose="02010609030101010101" pitchFamily="49" charset="-122"/>
                  <a:ea typeface="楷体_GB2312" panose="02010609030101010101" pitchFamily="49" charset="-122"/>
                </a:rPr>
                <a:t>研究路线</a:t>
              </a:r>
            </a:p>
          </p:txBody>
        </p:sp>
      </p:grpSp>
      <p:grpSp>
        <p:nvGrpSpPr>
          <p:cNvPr id="34" name="组合 33">
            <a:extLst>
              <a:ext uri="{FF2B5EF4-FFF2-40B4-BE49-F238E27FC236}">
                <a16:creationId xmlns:a16="http://schemas.microsoft.com/office/drawing/2014/main" id="{FC1C324E-2AFD-92B9-A594-AA2BBDE446F8}"/>
              </a:ext>
            </a:extLst>
          </p:cNvPr>
          <p:cNvGrpSpPr/>
          <p:nvPr/>
        </p:nvGrpSpPr>
        <p:grpSpPr>
          <a:xfrm>
            <a:off x="4276537" y="5133003"/>
            <a:ext cx="1059988" cy="526345"/>
            <a:chOff x="1909321" y="4993412"/>
            <a:chExt cx="815340" cy="427355"/>
          </a:xfrm>
        </p:grpSpPr>
        <p:sp>
          <p:nvSpPr>
            <p:cNvPr id="36" name="圆角矩形 24">
              <a:extLst>
                <a:ext uri="{FF2B5EF4-FFF2-40B4-BE49-F238E27FC236}">
                  <a16:creationId xmlns:a16="http://schemas.microsoft.com/office/drawing/2014/main" id="{052D3B32-F6C5-E9D3-8348-41303DE8B6F7}"/>
                </a:ext>
              </a:extLst>
            </p:cNvPr>
            <p:cNvSpPr/>
            <p:nvPr/>
          </p:nvSpPr>
          <p:spPr>
            <a:xfrm>
              <a:off x="1909321" y="4993412"/>
              <a:ext cx="815340" cy="427355"/>
            </a:xfrm>
            <a:prstGeom prst="roundRect">
              <a:avLst/>
            </a:prstGeom>
            <a:solidFill>
              <a:srgbClr val="B4C7E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F31B525B-2FC4-EB08-FB4C-A5F6D200A309}"/>
                </a:ext>
              </a:extLst>
            </p:cNvPr>
            <p:cNvSpPr txBox="1"/>
            <p:nvPr/>
          </p:nvSpPr>
          <p:spPr>
            <a:xfrm>
              <a:off x="1965930" y="5082142"/>
              <a:ext cx="702121" cy="249893"/>
            </a:xfrm>
            <a:prstGeom prst="rect">
              <a:avLst/>
            </a:prstGeom>
            <a:noFill/>
          </p:spPr>
          <p:txBody>
            <a:bodyPr wrap="square" rtlCol="0">
              <a:spAutoFit/>
            </a:bodyPr>
            <a:lstStyle/>
            <a:p>
              <a:r>
                <a:rPr lang="zh-CN" altLang="en-US" sz="1400" dirty="0">
                  <a:latin typeface="楷体_GB2312" panose="02010609030101010101" pitchFamily="49" charset="-122"/>
                  <a:ea typeface="楷体_GB2312" panose="02010609030101010101" pitchFamily="49" charset="-122"/>
                </a:rPr>
                <a:t>研究路线</a:t>
              </a:r>
            </a:p>
          </p:txBody>
        </p:sp>
      </p:grpSp>
      <p:grpSp>
        <p:nvGrpSpPr>
          <p:cNvPr id="38" name="组合 37">
            <a:extLst>
              <a:ext uri="{FF2B5EF4-FFF2-40B4-BE49-F238E27FC236}">
                <a16:creationId xmlns:a16="http://schemas.microsoft.com/office/drawing/2014/main" id="{A77A55A0-AB41-4A4B-DB93-863F02294429}"/>
              </a:ext>
            </a:extLst>
          </p:cNvPr>
          <p:cNvGrpSpPr/>
          <p:nvPr/>
        </p:nvGrpSpPr>
        <p:grpSpPr>
          <a:xfrm>
            <a:off x="4271007" y="5845764"/>
            <a:ext cx="1059989" cy="526345"/>
            <a:chOff x="1909321" y="4993412"/>
            <a:chExt cx="815340" cy="427355"/>
          </a:xfrm>
        </p:grpSpPr>
        <p:sp>
          <p:nvSpPr>
            <p:cNvPr id="39" name="圆角矩形 24">
              <a:extLst>
                <a:ext uri="{FF2B5EF4-FFF2-40B4-BE49-F238E27FC236}">
                  <a16:creationId xmlns:a16="http://schemas.microsoft.com/office/drawing/2014/main" id="{C564582C-05FC-751C-01D6-A3A52F1D7A77}"/>
                </a:ext>
              </a:extLst>
            </p:cNvPr>
            <p:cNvSpPr/>
            <p:nvPr/>
          </p:nvSpPr>
          <p:spPr>
            <a:xfrm>
              <a:off x="1909321" y="4993412"/>
              <a:ext cx="815340" cy="427355"/>
            </a:xfrm>
            <a:prstGeom prst="roundRect">
              <a:avLst/>
            </a:prstGeom>
            <a:solidFill>
              <a:srgbClr val="B4C7E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40" name="文本框 39">
              <a:extLst>
                <a:ext uri="{FF2B5EF4-FFF2-40B4-BE49-F238E27FC236}">
                  <a16:creationId xmlns:a16="http://schemas.microsoft.com/office/drawing/2014/main" id="{C6AF29D9-9F16-6238-EFF5-4E15B1466FEA}"/>
                </a:ext>
              </a:extLst>
            </p:cNvPr>
            <p:cNvSpPr txBox="1"/>
            <p:nvPr/>
          </p:nvSpPr>
          <p:spPr>
            <a:xfrm>
              <a:off x="1968599" y="5078228"/>
              <a:ext cx="696783" cy="249893"/>
            </a:xfrm>
            <a:prstGeom prst="rect">
              <a:avLst/>
            </a:prstGeom>
            <a:noFill/>
          </p:spPr>
          <p:txBody>
            <a:bodyPr wrap="square" rtlCol="0">
              <a:spAutoFit/>
            </a:bodyPr>
            <a:lstStyle/>
            <a:p>
              <a:r>
                <a:rPr lang="zh-CN" altLang="en-US" sz="1400" dirty="0">
                  <a:latin typeface="楷体_GB2312" panose="02010609030101010101" pitchFamily="49" charset="-122"/>
                  <a:ea typeface="楷体_GB2312" panose="02010609030101010101" pitchFamily="49" charset="-122"/>
                </a:rPr>
                <a:t>研究路线</a:t>
              </a:r>
            </a:p>
          </p:txBody>
        </p:sp>
      </p:grpSp>
      <p:sp>
        <p:nvSpPr>
          <p:cNvPr id="41" name="文本框 40">
            <a:extLst>
              <a:ext uri="{FF2B5EF4-FFF2-40B4-BE49-F238E27FC236}">
                <a16:creationId xmlns:a16="http://schemas.microsoft.com/office/drawing/2014/main" id="{7E197471-2809-2A32-AA1A-56A4FEEAB18B}"/>
              </a:ext>
            </a:extLst>
          </p:cNvPr>
          <p:cNvSpPr txBox="1"/>
          <p:nvPr/>
        </p:nvSpPr>
        <p:spPr>
          <a:xfrm>
            <a:off x="1735284" y="5407929"/>
            <a:ext cx="729656" cy="646331"/>
          </a:xfrm>
          <a:prstGeom prst="rect">
            <a:avLst/>
          </a:prstGeom>
          <a:noFill/>
        </p:spPr>
        <p:txBody>
          <a:bodyPr wrap="square" rtlCol="0">
            <a:spAutoFit/>
          </a:bodyPr>
          <a:lstStyle/>
          <a:p>
            <a:r>
              <a:rPr lang="zh-CN" altLang="en-US" dirty="0">
                <a:latin typeface="楷体_GB2312" panose="02010609030101010101" pitchFamily="49" charset="-122"/>
                <a:ea typeface="楷体_GB2312" panose="02010609030101010101" pitchFamily="49" charset="-122"/>
              </a:rPr>
              <a:t>研究路线</a:t>
            </a:r>
          </a:p>
        </p:txBody>
      </p:sp>
      <p:sp>
        <p:nvSpPr>
          <p:cNvPr id="43" name="左大括号 42">
            <a:extLst>
              <a:ext uri="{FF2B5EF4-FFF2-40B4-BE49-F238E27FC236}">
                <a16:creationId xmlns:a16="http://schemas.microsoft.com/office/drawing/2014/main" id="{F55AFD5B-215B-AEDC-EF01-17D91BB71D06}"/>
              </a:ext>
            </a:extLst>
          </p:cNvPr>
          <p:cNvSpPr/>
          <p:nvPr/>
        </p:nvSpPr>
        <p:spPr>
          <a:xfrm>
            <a:off x="2464940" y="5266851"/>
            <a:ext cx="218198" cy="932668"/>
          </a:xfrm>
          <a:prstGeom prst="leftBrace">
            <a:avLst>
              <a:gd name="adj1" fmla="val 8333"/>
              <a:gd name="adj2" fmla="val 5123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FB06DDE4-3413-CEB4-A53A-3348C0D31AA4}"/>
              </a:ext>
            </a:extLst>
          </p:cNvPr>
          <p:cNvSpPr txBox="1"/>
          <p:nvPr/>
        </p:nvSpPr>
        <p:spPr>
          <a:xfrm>
            <a:off x="470535" y="835898"/>
            <a:ext cx="2469395" cy="369332"/>
          </a:xfrm>
          <a:prstGeom prst="rect">
            <a:avLst/>
          </a:prstGeom>
          <a:noFill/>
        </p:spPr>
        <p:txBody>
          <a:bodyPr wrap="square" rtlCol="0">
            <a:spAutoFit/>
          </a:bodyPr>
          <a:lstStyle/>
          <a:p>
            <a:r>
              <a:rPr lang="en-US" altLang="zh-CN" dirty="0">
                <a:solidFill>
                  <a:schemeClr val="accent1"/>
                </a:solidFill>
                <a:latin typeface="黑体" panose="02010609060101010101" pitchFamily="49" charset="-122"/>
                <a:ea typeface="黑体" panose="02010609060101010101" pitchFamily="49" charset="-122"/>
              </a:rPr>
              <a:t>2.2.3</a:t>
            </a:r>
            <a:r>
              <a:rPr lang="zh-CN" altLang="en-US" dirty="0">
                <a:solidFill>
                  <a:schemeClr val="accent1"/>
                </a:solidFill>
                <a:latin typeface="黑体" panose="02010609060101010101" pitchFamily="49" charset="-122"/>
                <a:ea typeface="黑体" panose="02010609060101010101" pitchFamily="49" charset="-122"/>
              </a:rPr>
              <a:t>技术路线</a:t>
            </a:r>
          </a:p>
        </p:txBody>
      </p:sp>
      <p:sp>
        <p:nvSpPr>
          <p:cNvPr id="48" name="文本框 47">
            <a:extLst>
              <a:ext uri="{FF2B5EF4-FFF2-40B4-BE49-F238E27FC236}">
                <a16:creationId xmlns:a16="http://schemas.microsoft.com/office/drawing/2014/main" id="{31945889-3658-3D59-84C5-F2A00B761C58}"/>
              </a:ext>
            </a:extLst>
          </p:cNvPr>
          <p:cNvSpPr txBox="1"/>
          <p:nvPr/>
        </p:nvSpPr>
        <p:spPr>
          <a:xfrm>
            <a:off x="8071755" y="1113106"/>
            <a:ext cx="1639019" cy="400110"/>
          </a:xfrm>
          <a:prstGeom prst="rect">
            <a:avLst/>
          </a:prstGeom>
          <a:noFill/>
        </p:spPr>
        <p:txBody>
          <a:bodyPr wrap="square">
            <a:spAutoFit/>
          </a:bodyPr>
          <a:lstStyle/>
          <a:p>
            <a:pPr algn="ctr"/>
            <a:r>
              <a:rPr lang="zh-CN" altLang="en-US" sz="2000" dirty="0">
                <a:solidFill>
                  <a:schemeClr val="bg1"/>
                </a:solidFill>
                <a:latin typeface="楷体_GB2312" panose="02010609030101010101" pitchFamily="49" charset="-122"/>
                <a:ea typeface="楷体_GB2312" panose="02010609030101010101" pitchFamily="49" charset="-122"/>
              </a:rPr>
              <a:t>研究路线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0"/>
                                        </p:tgtEl>
                                        <p:attrNameLst>
                                          <p:attrName>style.visibility</p:attrName>
                                        </p:attrNameLst>
                                      </p:cBhvr>
                                      <p:to>
                                        <p:strVal val="visible"/>
                                      </p:to>
                                    </p:set>
                                    <p:animEffect transition="in" filter="fade">
                                      <p:cBhvr>
                                        <p:cTn id="10" dur="500"/>
                                        <p:tgtEl>
                                          <p:spTgt spid="7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fade">
                                      <p:cBhvr>
                                        <p:cTn id="13" dur="500"/>
                                        <p:tgtEl>
                                          <p:spTgt spid="6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fade">
                                      <p:cBhvr>
                                        <p:cTn id="16" dur="500"/>
                                        <p:tgtEl>
                                          <p:spTgt spid="7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7"/>
                                        </p:tgtEl>
                                        <p:attrNameLst>
                                          <p:attrName>style.visibility</p:attrName>
                                        </p:attrNameLst>
                                      </p:cBhvr>
                                      <p:to>
                                        <p:strVal val="visible"/>
                                      </p:to>
                                    </p:set>
                                    <p:animEffect transition="in" filter="fade">
                                      <p:cBhvr>
                                        <p:cTn id="21" dur="500"/>
                                        <p:tgtEl>
                                          <p:spTgt spid="77"/>
                                        </p:tgtEl>
                                      </p:cBhvr>
                                    </p:animEffect>
                                  </p:childTnLst>
                                </p:cTn>
                              </p:par>
                              <p:par>
                                <p:cTn id="22" presetID="10" presetClass="entr" presetSubtype="0" fill="hold" nodeType="withEffect">
                                  <p:stCondLst>
                                    <p:cond delay="0"/>
                                  </p:stCondLst>
                                  <p:childTnLst>
                                    <p:set>
                                      <p:cBhvr>
                                        <p:cTn id="23" dur="1" fill="hold">
                                          <p:stCondLst>
                                            <p:cond delay="0"/>
                                          </p:stCondLst>
                                        </p:cTn>
                                        <p:tgtEl>
                                          <p:spTgt spid="79"/>
                                        </p:tgtEl>
                                        <p:attrNameLst>
                                          <p:attrName>style.visibility</p:attrName>
                                        </p:attrNameLst>
                                      </p:cBhvr>
                                      <p:to>
                                        <p:strVal val="visible"/>
                                      </p:to>
                                    </p:set>
                                    <p:animEffect transition="in" filter="fade">
                                      <p:cBhvr>
                                        <p:cTn id="24" dur="500"/>
                                        <p:tgtEl>
                                          <p:spTgt spid="79"/>
                                        </p:tgtEl>
                                      </p:cBhvr>
                                    </p:animEffect>
                                  </p:childTnLst>
                                </p:cTn>
                              </p:par>
                              <p:par>
                                <p:cTn id="25" presetID="10" presetClass="entr" presetSubtype="0" fill="hold" nodeType="with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fade">
                                      <p:cBhvr>
                                        <p:cTn id="27" dur="500"/>
                                        <p:tgtEl>
                                          <p:spTgt spid="7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fade">
                                      <p:cBhvr>
                                        <p:cTn id="32" dur="500"/>
                                        <p:tgtEl>
                                          <p:spTgt spid="6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2"/>
                                        </p:tgtEl>
                                        <p:attrNameLst>
                                          <p:attrName>style.visibility</p:attrName>
                                        </p:attrNameLst>
                                      </p:cBhvr>
                                      <p:to>
                                        <p:strVal val="visible"/>
                                      </p:to>
                                    </p:set>
                                    <p:animEffect transition="in" filter="fade">
                                      <p:cBhvr>
                                        <p:cTn id="35" dur="500"/>
                                        <p:tgtEl>
                                          <p:spTgt spid="7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4"/>
                                        </p:tgtEl>
                                        <p:attrNameLst>
                                          <p:attrName>style.visibility</p:attrName>
                                        </p:attrNameLst>
                                      </p:cBhvr>
                                      <p:to>
                                        <p:strVal val="visible"/>
                                      </p:to>
                                    </p:set>
                                    <p:animEffect transition="in" filter="fade">
                                      <p:cBhvr>
                                        <p:cTn id="38" dur="500"/>
                                        <p:tgtEl>
                                          <p:spTgt spid="7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00"/>
                                        <p:tgtEl>
                                          <p:spTgt spid="2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500"/>
                                        <p:tgtEl>
                                          <p:spTgt spid="4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500"/>
                                        <p:tgtEl>
                                          <p:spTgt spid="4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par>
                                <p:cTn id="73" presetID="10" presetClass="entr" presetSubtype="0" fill="hold"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par>
                                <p:cTn id="76" presetID="10" presetClass="entr" presetSubtype="0" fill="hold"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79" presetID="10" presetClass="entr" presetSubtype="0" fill="hold" nodeType="with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5" grpId="0" animBg="1"/>
      <p:bldP spid="68" grpId="0"/>
      <p:bldP spid="69" grpId="0" animBg="1"/>
      <p:bldP spid="70" grpId="0" animBg="1"/>
      <p:bldP spid="71" grpId="0" animBg="1"/>
      <p:bldP spid="72" grpId="0"/>
      <p:bldP spid="74" grpId="0"/>
      <p:bldP spid="15" grpId="0" animBg="1"/>
      <p:bldP spid="22" grpId="0"/>
      <p:bldP spid="26" grpId="0"/>
      <p:bldP spid="27" grpId="0" animBg="1"/>
      <p:bldP spid="41" grpId="0"/>
      <p:bldP spid="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p:cNvSpPr/>
          <p:nvPr/>
        </p:nvSpPr>
        <p:spPr>
          <a:xfrm>
            <a:off x="401937" y="210293"/>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2</a:t>
            </a:r>
            <a:endParaRPr lang="zh-CN" altLang="en-US" sz="2800" dirty="0">
              <a:latin typeface="黑体" panose="02010609060101010101" pitchFamily="49" charset="-122"/>
              <a:ea typeface="黑体" panose="02010609060101010101" pitchFamily="49" charset="-122"/>
            </a:endParaRPr>
          </a:p>
        </p:txBody>
      </p:sp>
      <p:sp>
        <p:nvSpPr>
          <p:cNvPr id="12" name="文本框 11"/>
          <p:cNvSpPr txBox="1"/>
          <p:nvPr/>
        </p:nvSpPr>
        <p:spPr>
          <a:xfrm>
            <a:off x="1089534" y="212293"/>
            <a:ext cx="4431811" cy="584775"/>
          </a:xfrm>
          <a:prstGeom prst="rect">
            <a:avLst/>
          </a:prstGeom>
          <a:noFill/>
        </p:spPr>
        <p:txBody>
          <a:bodyPr wrap="square" rtlCol="0">
            <a:spAutoFit/>
          </a:bodyPr>
          <a:lstStyle/>
          <a:p>
            <a:r>
              <a:rPr lang="zh-CN" altLang="en-US" sz="3200" dirty="0">
                <a:solidFill>
                  <a:schemeClr val="accent1"/>
                </a:solidFill>
                <a:latin typeface="黑体" panose="02010609060101010101" pitchFamily="49" charset="-122"/>
                <a:ea typeface="黑体" panose="02010609060101010101" pitchFamily="49" charset="-122"/>
              </a:rPr>
              <a:t>项目目标与研究内容</a:t>
            </a:r>
          </a:p>
        </p:txBody>
      </p:sp>
      <p:grpSp>
        <p:nvGrpSpPr>
          <p:cNvPr id="2" name="LOGO组合"/>
          <p:cNvGrpSpPr/>
          <p:nvPr/>
        </p:nvGrpSpPr>
        <p:grpSpPr>
          <a:xfrm>
            <a:off x="9228882" y="210293"/>
            <a:ext cx="2719167" cy="586775"/>
            <a:chOff x="685800" y="630052"/>
            <a:chExt cx="2719167" cy="586775"/>
          </a:xfrm>
        </p:grpSpPr>
        <p:pic>
          <p:nvPicPr>
            <p:cNvPr id="10" name="校名"/>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1441885" y="679578"/>
              <a:ext cx="1963082" cy="487722"/>
            </a:xfrm>
            <a:prstGeom prst="rect">
              <a:avLst/>
            </a:prstGeom>
          </p:spPr>
        </p:pic>
        <p:pic>
          <p:nvPicPr>
            <p:cNvPr id="11" name="校徽"/>
            <p:cNvPicPr>
              <a:picLocks noChangeAspect="1"/>
            </p:cNvPicPr>
            <p:nvPr/>
          </p:nvPicPr>
          <p:blipFill>
            <a:blip r:embed="rId4" cstate="screen">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Layer>
                  </a14:imgProps>
                </a:ext>
              </a:extLst>
            </a:blip>
            <a:stretch>
              <a:fillRect/>
            </a:stretch>
          </p:blipFill>
          <p:spPr>
            <a:xfrm>
              <a:off x="685800" y="630052"/>
              <a:ext cx="586775" cy="586775"/>
            </a:xfrm>
            <a:prstGeom prst="rect">
              <a:avLst/>
            </a:prstGeom>
          </p:spPr>
        </p:pic>
      </p:grpSp>
      <p:sp>
        <p:nvSpPr>
          <p:cNvPr id="4" name="文本框 3">
            <a:extLst>
              <a:ext uri="{FF2B5EF4-FFF2-40B4-BE49-F238E27FC236}">
                <a16:creationId xmlns:a16="http://schemas.microsoft.com/office/drawing/2014/main" id="{D007B066-76ED-E4B6-47F4-AC1CD1199258}"/>
              </a:ext>
            </a:extLst>
          </p:cNvPr>
          <p:cNvSpPr txBox="1"/>
          <p:nvPr/>
        </p:nvSpPr>
        <p:spPr>
          <a:xfrm>
            <a:off x="470535" y="835898"/>
            <a:ext cx="2469395" cy="369332"/>
          </a:xfrm>
          <a:prstGeom prst="rect">
            <a:avLst/>
          </a:prstGeom>
          <a:noFill/>
        </p:spPr>
        <p:txBody>
          <a:bodyPr wrap="square" rtlCol="0">
            <a:spAutoFit/>
          </a:bodyPr>
          <a:lstStyle/>
          <a:p>
            <a:r>
              <a:rPr lang="en-US" altLang="zh-CN" dirty="0">
                <a:solidFill>
                  <a:schemeClr val="accent1"/>
                </a:solidFill>
                <a:latin typeface="黑体" panose="02010609060101010101" pitchFamily="49" charset="-122"/>
                <a:ea typeface="黑体" panose="02010609060101010101" pitchFamily="49" charset="-122"/>
              </a:rPr>
              <a:t>2.2.4</a:t>
            </a:r>
            <a:r>
              <a:rPr lang="zh-CN" altLang="en-US" dirty="0">
                <a:solidFill>
                  <a:schemeClr val="accent1"/>
                </a:solidFill>
                <a:latin typeface="黑体" panose="02010609060101010101" pitchFamily="49" charset="-122"/>
                <a:ea typeface="黑体" panose="02010609060101010101" pitchFamily="49" charset="-122"/>
              </a:rPr>
              <a:t>技术路线</a:t>
            </a:r>
          </a:p>
        </p:txBody>
      </p:sp>
      <p:grpSp>
        <p:nvGrpSpPr>
          <p:cNvPr id="18" name="组合 17">
            <a:extLst>
              <a:ext uri="{FF2B5EF4-FFF2-40B4-BE49-F238E27FC236}">
                <a16:creationId xmlns:a16="http://schemas.microsoft.com/office/drawing/2014/main" id="{31823155-4990-C1E6-FDD5-F1DCF3ABC346}"/>
              </a:ext>
            </a:extLst>
          </p:cNvPr>
          <p:cNvGrpSpPr/>
          <p:nvPr/>
        </p:nvGrpSpPr>
        <p:grpSpPr>
          <a:xfrm>
            <a:off x="1173277" y="1523857"/>
            <a:ext cx="3071004" cy="2179955"/>
            <a:chOff x="922736" y="1364709"/>
            <a:chExt cx="3071004" cy="2179955"/>
          </a:xfrm>
        </p:grpSpPr>
        <p:sp>
          <p:nvSpPr>
            <p:cNvPr id="14" name="矩形 13">
              <a:extLst>
                <a:ext uri="{FF2B5EF4-FFF2-40B4-BE49-F238E27FC236}">
                  <a16:creationId xmlns:a16="http://schemas.microsoft.com/office/drawing/2014/main" id="{895DEE5D-6825-27C8-0638-80BAB1845708}"/>
                </a:ext>
              </a:extLst>
            </p:cNvPr>
            <p:cNvSpPr/>
            <p:nvPr/>
          </p:nvSpPr>
          <p:spPr>
            <a:xfrm>
              <a:off x="922736" y="1364709"/>
              <a:ext cx="3071004" cy="2179955"/>
            </a:xfrm>
            <a:prstGeom prst="rect">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988712" y="1790870"/>
              <a:ext cx="2963182" cy="1622984"/>
            </a:xfrm>
            <a:prstGeom prst="rect">
              <a:avLst/>
            </a:prstGeom>
            <a:noFill/>
          </p:spPr>
          <p:txBody>
            <a:bodyPr wrap="square" rtlCol="0">
              <a:noAutofit/>
            </a:bodyPr>
            <a:lstStyle/>
            <a:p>
              <a:pPr algn="ctr">
                <a:lnSpc>
                  <a:spcPts val="2000"/>
                </a:lnSpc>
                <a:buClrTx/>
                <a:buSzTx/>
                <a:buFontTx/>
              </a:pPr>
              <a:r>
                <a:rPr lang="zh-CN" altLang="en-US" sz="1400" dirty="0">
                  <a:latin typeface="楷体_GB2312" panose="02010609030101010101" pitchFamily="49" charset="-122"/>
                  <a:ea typeface="楷体_GB2312" panose="02010609030101010101" pitchFamily="49" charset="-122"/>
                </a:rPr>
                <a:t>研究路线研究路线研究路线研究路线研究路线研究路线研究路线研究路线研究路线研究路线研究路线研究路线研究路线研究路线研究路线研究路线研究路线研究路线研究路线研究路线研究路线</a:t>
              </a:r>
            </a:p>
          </p:txBody>
        </p:sp>
        <p:sp>
          <p:nvSpPr>
            <p:cNvPr id="30" name="文本框 29">
              <a:extLst>
                <a:ext uri="{FF2B5EF4-FFF2-40B4-BE49-F238E27FC236}">
                  <a16:creationId xmlns:a16="http://schemas.microsoft.com/office/drawing/2014/main" id="{02FAB213-F25E-614C-C27E-D82998E86D3B}"/>
                </a:ext>
              </a:extLst>
            </p:cNvPr>
            <p:cNvSpPr txBox="1"/>
            <p:nvPr/>
          </p:nvSpPr>
          <p:spPr>
            <a:xfrm>
              <a:off x="1927298" y="1432842"/>
              <a:ext cx="1053370" cy="338554"/>
            </a:xfrm>
            <a:prstGeom prst="rect">
              <a:avLst/>
            </a:prstGeom>
            <a:noFill/>
          </p:spPr>
          <p:txBody>
            <a:bodyPr wrap="square">
              <a:spAutoFit/>
            </a:bodyPr>
            <a:lstStyle/>
            <a:p>
              <a:r>
                <a:rPr lang="zh-CN" altLang="en-US" sz="1600" b="1" dirty="0">
                  <a:solidFill>
                    <a:schemeClr val="bg1"/>
                  </a:solidFill>
                  <a:latin typeface="黑体" panose="02010609060101010101" pitchFamily="49" charset="-122"/>
                  <a:ea typeface="黑体" panose="02010609060101010101" pitchFamily="49" charset="-122"/>
                </a:rPr>
                <a:t>研究路线</a:t>
              </a:r>
              <a:endParaRPr lang="zh-CN" altLang="en-US" sz="1600" dirty="0">
                <a:solidFill>
                  <a:schemeClr val="bg1"/>
                </a:solidFill>
                <a:latin typeface="黑体" panose="02010609060101010101" pitchFamily="49" charset="-122"/>
                <a:ea typeface="黑体" panose="02010609060101010101" pitchFamily="49" charset="-122"/>
              </a:endParaRPr>
            </a:p>
          </p:txBody>
        </p:sp>
      </p:grpSp>
      <p:grpSp>
        <p:nvGrpSpPr>
          <p:cNvPr id="20" name="组合 19">
            <a:extLst>
              <a:ext uri="{FF2B5EF4-FFF2-40B4-BE49-F238E27FC236}">
                <a16:creationId xmlns:a16="http://schemas.microsoft.com/office/drawing/2014/main" id="{A8B28CB0-8B1B-B099-8A4A-AB7D85070731}"/>
              </a:ext>
            </a:extLst>
          </p:cNvPr>
          <p:cNvGrpSpPr/>
          <p:nvPr/>
        </p:nvGrpSpPr>
        <p:grpSpPr>
          <a:xfrm>
            <a:off x="1169023" y="3980008"/>
            <a:ext cx="3071004" cy="2179955"/>
            <a:chOff x="918786" y="3850685"/>
            <a:chExt cx="3071004" cy="2179955"/>
          </a:xfrm>
        </p:grpSpPr>
        <p:sp>
          <p:nvSpPr>
            <p:cNvPr id="15" name="矩形 14">
              <a:extLst>
                <a:ext uri="{FF2B5EF4-FFF2-40B4-BE49-F238E27FC236}">
                  <a16:creationId xmlns:a16="http://schemas.microsoft.com/office/drawing/2014/main" id="{77EE784F-D901-2B0D-7729-FE7D9E04EA4A}"/>
                </a:ext>
              </a:extLst>
            </p:cNvPr>
            <p:cNvSpPr/>
            <p:nvPr/>
          </p:nvSpPr>
          <p:spPr>
            <a:xfrm>
              <a:off x="918786" y="3850685"/>
              <a:ext cx="3071004" cy="2179955"/>
            </a:xfrm>
            <a:prstGeom prst="rect">
              <a:avLst/>
            </a:prstGeom>
            <a:noFill/>
            <a:ln>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23108" y="4283329"/>
              <a:ext cx="2662359" cy="1600438"/>
            </a:xfrm>
            <a:prstGeom prst="rect">
              <a:avLst/>
            </a:prstGeom>
          </p:spPr>
          <p:txBody>
            <a:bodyPr wrap="square">
              <a:spAutoFit/>
              <a:extLst>
                <a:ext uri="{4A0BC546-FE56-4ADE-93B0-CB8AF2F6F144}">
                  <wpsdc:textFrameExt xmlns:wpsdc="http://www.wps.cn/officeDocument/2022/drawingmlCustomData" xmlns="" type="text"/>
                </a:ext>
              </a:extLst>
            </a:bodyPr>
            <a:lstStyle/>
            <a:p>
              <a:pPr algn="ctr"/>
              <a:r>
                <a:rPr lang="zh-CN" altLang="en-US" sz="1400" dirty="0">
                  <a:latin typeface="楷体_GB2312" panose="02010609030101010101" pitchFamily="49" charset="-122"/>
                  <a:ea typeface="楷体_GB2312" panose="02010609030101010101" pitchFamily="49" charset="-122"/>
                </a:rPr>
                <a:t>研究路线研究路线研究路线研究路线研究路线研究路线研究路线研究路线研究路线研究路线研究路线研究路线研究路线研究路线研究路线研究路线研究路线研究路线研究路线研究路线</a:t>
              </a:r>
            </a:p>
          </p:txBody>
        </p:sp>
        <p:sp>
          <p:nvSpPr>
            <p:cNvPr id="32" name="文本框 31">
              <a:extLst>
                <a:ext uri="{FF2B5EF4-FFF2-40B4-BE49-F238E27FC236}">
                  <a16:creationId xmlns:a16="http://schemas.microsoft.com/office/drawing/2014/main" id="{271618E6-8D2F-24A3-7246-1FBCACFA8105}"/>
                </a:ext>
              </a:extLst>
            </p:cNvPr>
            <p:cNvSpPr txBox="1"/>
            <p:nvPr/>
          </p:nvSpPr>
          <p:spPr>
            <a:xfrm>
              <a:off x="1994199" y="3897730"/>
              <a:ext cx="1360864" cy="338554"/>
            </a:xfrm>
            <a:prstGeom prst="rect">
              <a:avLst/>
            </a:prstGeom>
            <a:noFill/>
          </p:spPr>
          <p:txBody>
            <a:bodyPr wrap="square">
              <a:spAutoFit/>
            </a:bodyPr>
            <a:lstStyle/>
            <a:p>
              <a:pPr algn="l"/>
              <a:r>
                <a:rPr lang="zh-CN" altLang="en-US" sz="1600" b="1" dirty="0">
                  <a:latin typeface="黑体" panose="02010609060101010101" pitchFamily="49" charset="-122"/>
                  <a:ea typeface="黑体" panose="02010609060101010101" pitchFamily="49" charset="-122"/>
                </a:rPr>
                <a:t>研究路线</a:t>
              </a:r>
              <a:endParaRPr lang="en-US" altLang="zh-CN" sz="1600" b="1" dirty="0">
                <a:latin typeface="黑体" panose="02010609060101010101" pitchFamily="49" charset="-122"/>
                <a:ea typeface="黑体" panose="02010609060101010101" pitchFamily="49" charset="-122"/>
              </a:endParaRPr>
            </a:p>
          </p:txBody>
        </p:sp>
      </p:grpSp>
      <p:grpSp>
        <p:nvGrpSpPr>
          <p:cNvPr id="19" name="组合 18">
            <a:extLst>
              <a:ext uri="{FF2B5EF4-FFF2-40B4-BE49-F238E27FC236}">
                <a16:creationId xmlns:a16="http://schemas.microsoft.com/office/drawing/2014/main" id="{A1071EAF-9377-51EA-0DC9-4DD5B160E3B0}"/>
              </a:ext>
            </a:extLst>
          </p:cNvPr>
          <p:cNvGrpSpPr/>
          <p:nvPr/>
        </p:nvGrpSpPr>
        <p:grpSpPr>
          <a:xfrm>
            <a:off x="7986767" y="1523857"/>
            <a:ext cx="3069596" cy="2208624"/>
            <a:chOff x="4288408" y="1205231"/>
            <a:chExt cx="3337343" cy="2208624"/>
          </a:xfrm>
        </p:grpSpPr>
        <p:sp>
          <p:nvSpPr>
            <p:cNvPr id="25" name="矩形 24">
              <a:extLst>
                <a:ext uri="{FF2B5EF4-FFF2-40B4-BE49-F238E27FC236}">
                  <a16:creationId xmlns:a16="http://schemas.microsoft.com/office/drawing/2014/main" id="{0BF335AF-BD86-BF67-4FE8-56F738F18753}"/>
                </a:ext>
              </a:extLst>
            </p:cNvPr>
            <p:cNvSpPr/>
            <p:nvPr/>
          </p:nvSpPr>
          <p:spPr>
            <a:xfrm>
              <a:off x="4288408" y="1205231"/>
              <a:ext cx="3337343" cy="2208624"/>
            </a:xfrm>
            <a:prstGeom prst="rect">
              <a:avLst/>
            </a:prstGeom>
            <a:noFill/>
            <a:ln>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464669" y="1680051"/>
              <a:ext cx="3127879" cy="1584601"/>
            </a:xfrm>
            <a:prstGeom prst="rect">
              <a:avLst/>
            </a:prstGeom>
          </p:spPr>
          <p:txBody>
            <a:bodyPr wrap="square">
              <a:spAutoFit/>
              <a:extLst>
                <a:ext uri="{4A0BC546-FE56-4ADE-93B0-CB8AF2F6F144}">
                  <wpsdc:textFrameExt xmlns:wpsdc="http://www.wps.cn/officeDocument/2022/drawingmlCustomData" xmlns="" type="text"/>
                </a:ext>
              </a:extLst>
            </a:bodyPr>
            <a:lstStyle/>
            <a:p>
              <a:pPr algn="ctr">
                <a:lnSpc>
                  <a:spcPts val="2400"/>
                </a:lnSpc>
              </a:pPr>
              <a:r>
                <a:rPr lang="zh-CN" altLang="en-US" sz="1400" dirty="0">
                  <a:latin typeface="楷体_GB2312" panose="02010609030101010101" pitchFamily="49" charset="-122"/>
                  <a:ea typeface="楷体_GB2312" panose="02010609030101010101" pitchFamily="49" charset="-122"/>
                </a:rPr>
                <a:t>研究路线研究路线研究路线研究路线研究路线研究路线研究路线研究路线研究路线研究路线研究路线研究路线研究路线研究路线研究路线研究路线研究路线研究路线</a:t>
              </a:r>
              <a:endParaRPr lang="en-US" altLang="zh-CN" sz="1400" dirty="0">
                <a:latin typeface="楷体_GB2312" panose="02010609030101010101" pitchFamily="49" charset="-122"/>
                <a:ea typeface="楷体_GB2312" panose="02010609030101010101" pitchFamily="49" charset="-122"/>
                <a:cs typeface="微软雅黑" panose="020B0503020204020204" pitchFamily="34" charset="-122"/>
              </a:endParaRPr>
            </a:p>
          </p:txBody>
        </p:sp>
        <p:sp>
          <p:nvSpPr>
            <p:cNvPr id="34" name="文本框 33">
              <a:extLst>
                <a:ext uri="{FF2B5EF4-FFF2-40B4-BE49-F238E27FC236}">
                  <a16:creationId xmlns:a16="http://schemas.microsoft.com/office/drawing/2014/main" id="{8450216F-15B9-D460-59C4-2AA182715686}"/>
                </a:ext>
              </a:extLst>
            </p:cNvPr>
            <p:cNvSpPr txBox="1"/>
            <p:nvPr/>
          </p:nvSpPr>
          <p:spPr>
            <a:xfrm>
              <a:off x="5377811" y="1273364"/>
              <a:ext cx="1158537" cy="338554"/>
            </a:xfrm>
            <a:prstGeom prst="rect">
              <a:avLst/>
            </a:prstGeom>
            <a:noFill/>
          </p:spPr>
          <p:txBody>
            <a:bodyPr wrap="square">
              <a:spAutoFit/>
            </a:bodyPr>
            <a:lstStyle/>
            <a:p>
              <a:r>
                <a:rPr lang="zh-CN" altLang="en-US" sz="1600" b="1" dirty="0">
                  <a:latin typeface="黑体" panose="02010609060101010101" pitchFamily="49" charset="-122"/>
                  <a:ea typeface="黑体" panose="02010609060101010101" pitchFamily="49" charset="-122"/>
                  <a:cs typeface="微软雅黑" panose="020B0503020204020204" pitchFamily="34" charset="-122"/>
                </a:rPr>
                <a:t>研究路线</a:t>
              </a:r>
              <a:endParaRPr lang="zh-CN" altLang="en-US" sz="1600" dirty="0">
                <a:latin typeface="黑体" panose="02010609060101010101" pitchFamily="49" charset="-122"/>
                <a:ea typeface="黑体" panose="02010609060101010101" pitchFamily="49" charset="-122"/>
              </a:endParaRPr>
            </a:p>
          </p:txBody>
        </p:sp>
      </p:grpSp>
      <p:grpSp>
        <p:nvGrpSpPr>
          <p:cNvPr id="21" name="组合 20">
            <a:extLst>
              <a:ext uri="{FF2B5EF4-FFF2-40B4-BE49-F238E27FC236}">
                <a16:creationId xmlns:a16="http://schemas.microsoft.com/office/drawing/2014/main" id="{D9FF090E-1607-7195-A46B-B5D8210CEFDC}"/>
              </a:ext>
            </a:extLst>
          </p:cNvPr>
          <p:cNvGrpSpPr/>
          <p:nvPr/>
        </p:nvGrpSpPr>
        <p:grpSpPr>
          <a:xfrm>
            <a:off x="7986767" y="3980008"/>
            <a:ext cx="3071004" cy="2274780"/>
            <a:chOff x="8057733" y="4061460"/>
            <a:chExt cx="3071004" cy="2274780"/>
          </a:xfrm>
        </p:grpSpPr>
        <p:sp>
          <p:nvSpPr>
            <p:cNvPr id="28" name="矩形 27">
              <a:extLst>
                <a:ext uri="{FF2B5EF4-FFF2-40B4-BE49-F238E27FC236}">
                  <a16:creationId xmlns:a16="http://schemas.microsoft.com/office/drawing/2014/main" id="{198F96EE-C450-0A7A-F676-0770E2A96308}"/>
                </a:ext>
              </a:extLst>
            </p:cNvPr>
            <p:cNvSpPr/>
            <p:nvPr/>
          </p:nvSpPr>
          <p:spPr>
            <a:xfrm>
              <a:off x="8057733" y="4061460"/>
              <a:ext cx="3071004" cy="2179955"/>
            </a:xfrm>
            <a:prstGeom prst="rect">
              <a:avLst/>
            </a:prstGeom>
            <a:solidFill>
              <a:schemeClr val="accent1">
                <a:lumMod val="40000"/>
                <a:lumOff val="60000"/>
              </a:schemeClr>
            </a:solidFill>
            <a:ln>
              <a:no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8169005" y="4420271"/>
              <a:ext cx="2848460" cy="1915969"/>
            </a:xfrm>
            <a:prstGeom prst="rect">
              <a:avLst/>
            </a:prstGeom>
            <a:noFill/>
          </p:spPr>
          <p:txBody>
            <a:bodyPr wrap="square" rtlCol="0">
              <a:noAutofit/>
            </a:bodyPr>
            <a:lstStyle/>
            <a:p>
              <a:pPr algn="ctr">
                <a:lnSpc>
                  <a:spcPts val="2400"/>
                </a:lnSpc>
                <a:buClrTx/>
                <a:buSzTx/>
                <a:buFontTx/>
              </a:pPr>
              <a:r>
                <a:rPr lang="zh-CN" altLang="en-US" sz="1400" dirty="0">
                  <a:latin typeface="楷体_GB2312" panose="02010609030101010101" pitchFamily="49" charset="-122"/>
                  <a:ea typeface="楷体_GB2312" panose="02010609030101010101" pitchFamily="49" charset="-122"/>
                </a:rPr>
                <a:t>研究路线</a:t>
              </a:r>
              <a:r>
                <a:rPr lang="zh-CN" altLang="en-US" sz="1600" dirty="0">
                  <a:latin typeface="楷体_GB2312" panose="02010609030101010101" pitchFamily="49" charset="-122"/>
                  <a:ea typeface="楷体_GB2312" panose="02010609030101010101" pitchFamily="49" charset="-122"/>
                </a:rPr>
                <a:t>研究路线研究路线研究路线研究路线研究路线研究路线研究路线研究路线研究路线研究路线研究路线研究路线研究路线研究路线</a:t>
              </a:r>
            </a:p>
          </p:txBody>
        </p:sp>
        <p:sp>
          <p:nvSpPr>
            <p:cNvPr id="17" name="文本框 16">
              <a:extLst>
                <a:ext uri="{FF2B5EF4-FFF2-40B4-BE49-F238E27FC236}">
                  <a16:creationId xmlns:a16="http://schemas.microsoft.com/office/drawing/2014/main" id="{BFC24E1E-8C26-9AA4-880A-D88357C6007B}"/>
                </a:ext>
              </a:extLst>
            </p:cNvPr>
            <p:cNvSpPr txBox="1"/>
            <p:nvPr/>
          </p:nvSpPr>
          <p:spPr>
            <a:xfrm>
              <a:off x="9046220" y="4139550"/>
              <a:ext cx="1092622" cy="338554"/>
            </a:xfrm>
            <a:prstGeom prst="rect">
              <a:avLst/>
            </a:prstGeom>
            <a:noFill/>
          </p:spPr>
          <p:txBody>
            <a:bodyPr wrap="square">
              <a:spAutoFit/>
            </a:bodyPr>
            <a:lstStyle/>
            <a:p>
              <a:pPr algn="l">
                <a:buClrTx/>
                <a:buSzTx/>
                <a:buFontTx/>
              </a:pPr>
              <a:r>
                <a:rPr lang="zh-CN" altLang="en-US" sz="1600" b="1" dirty="0">
                  <a:solidFill>
                    <a:schemeClr val="bg1"/>
                  </a:solidFill>
                  <a:latin typeface="黑体" panose="02010609060101010101" pitchFamily="49" charset="-122"/>
                  <a:ea typeface="黑体" panose="02010609060101010101" pitchFamily="49" charset="-122"/>
                </a:rPr>
                <a:t>研究路线</a:t>
              </a:r>
              <a:endParaRPr lang="zh-CN" altLang="en-US" sz="1600" dirty="0">
                <a:solidFill>
                  <a:schemeClr val="bg1"/>
                </a:solidFill>
                <a:latin typeface="黑体" panose="02010609060101010101" pitchFamily="49" charset="-122"/>
                <a:ea typeface="黑体" panose="02010609060101010101" pitchFamily="49" charset="-122"/>
              </a:endParaRPr>
            </a:p>
          </p:txBody>
        </p:sp>
      </p:grpSp>
      <p:sp>
        <p:nvSpPr>
          <p:cNvPr id="6" name="文本框 5">
            <a:extLst>
              <a:ext uri="{FF2B5EF4-FFF2-40B4-BE49-F238E27FC236}">
                <a16:creationId xmlns:a16="http://schemas.microsoft.com/office/drawing/2014/main" id="{6DE41FFA-23DC-39FD-1467-13E34F83202D}"/>
              </a:ext>
            </a:extLst>
          </p:cNvPr>
          <p:cNvSpPr txBox="1"/>
          <p:nvPr/>
        </p:nvSpPr>
        <p:spPr>
          <a:xfrm>
            <a:off x="1996361" y="833740"/>
            <a:ext cx="1721329" cy="369332"/>
          </a:xfrm>
          <a:prstGeom prst="rect">
            <a:avLst/>
          </a:prstGeom>
          <a:noFill/>
        </p:spPr>
        <p:txBody>
          <a:bodyPr wrap="square">
            <a:spAutoFit/>
          </a:bodyPr>
          <a:lstStyle/>
          <a:p>
            <a:pPr algn="ctr"/>
            <a:r>
              <a:rPr lang="zh-CN" altLang="en-US" dirty="0">
                <a:solidFill>
                  <a:schemeClr val="accent1"/>
                </a:solidFill>
                <a:latin typeface="楷体" panose="02010609060101010101" pitchFamily="49" charset="-122"/>
                <a:ea typeface="楷体" panose="02010609060101010101" pitchFamily="49" charset="-122"/>
              </a:rPr>
              <a:t>研究路线</a:t>
            </a:r>
            <a:endParaRPr lang="zh-CN" altLang="en-US" sz="1800" dirty="0">
              <a:solidFill>
                <a:schemeClr val="accent1"/>
              </a:solidFill>
              <a:latin typeface="楷体" panose="02010609060101010101" pitchFamily="49" charset="-122"/>
              <a:ea typeface="楷体" panose="02010609060101010101" pitchFamily="49" charset="-122"/>
            </a:endParaRPr>
          </a:p>
        </p:txBody>
      </p:sp>
      <p:pic>
        <p:nvPicPr>
          <p:cNvPr id="22" name="图片 21">
            <a:extLst>
              <a:ext uri="{FF2B5EF4-FFF2-40B4-BE49-F238E27FC236}">
                <a16:creationId xmlns:a16="http://schemas.microsoft.com/office/drawing/2014/main" id="{9781B7AD-D740-3F28-F3B5-F34960B7B1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93420" y="2115289"/>
            <a:ext cx="3205160" cy="293597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D24973B7-FE36-E5BA-A60B-FAEDD23141DA}"/>
              </a:ext>
            </a:extLst>
          </p:cNvPr>
          <p:cNvSpPr/>
          <p:nvPr/>
        </p:nvSpPr>
        <p:spPr>
          <a:xfrm>
            <a:off x="9559921" y="2446710"/>
            <a:ext cx="1344706" cy="2552253"/>
          </a:xfrm>
          <a:prstGeom prst="rect">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16">
            <a:extLst>
              <a:ext uri="{FF2B5EF4-FFF2-40B4-BE49-F238E27FC236}">
                <a16:creationId xmlns:a16="http://schemas.microsoft.com/office/drawing/2014/main" id="{C00063FD-C61D-C0B1-45F7-5D3F9C8BC37E}"/>
              </a:ext>
            </a:extLst>
          </p:cNvPr>
          <p:cNvSpPr/>
          <p:nvPr/>
        </p:nvSpPr>
        <p:spPr>
          <a:xfrm>
            <a:off x="1307901" y="2446710"/>
            <a:ext cx="1344706" cy="2552253"/>
          </a:xfrm>
          <a:prstGeom prst="rect">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圆角 1">
            <a:extLst>
              <a:ext uri="{FF2B5EF4-FFF2-40B4-BE49-F238E27FC236}">
                <a16:creationId xmlns:a16="http://schemas.microsoft.com/office/drawing/2014/main" id="{0C568056-4456-976C-DE8C-FA66D6138098}"/>
              </a:ext>
            </a:extLst>
          </p:cNvPr>
          <p:cNvSpPr/>
          <p:nvPr/>
        </p:nvSpPr>
        <p:spPr>
          <a:xfrm>
            <a:off x="401937" y="210293"/>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3</a:t>
            </a:r>
            <a:endParaRPr lang="zh-CN" altLang="en-US" sz="2800" dirty="0">
              <a:latin typeface="黑体" panose="02010609060101010101" pitchFamily="49" charset="-122"/>
              <a:ea typeface="黑体" panose="02010609060101010101" pitchFamily="49" charset="-122"/>
            </a:endParaRPr>
          </a:p>
        </p:txBody>
      </p:sp>
      <p:grpSp>
        <p:nvGrpSpPr>
          <p:cNvPr id="3" name="LOGO组合">
            <a:extLst>
              <a:ext uri="{FF2B5EF4-FFF2-40B4-BE49-F238E27FC236}">
                <a16:creationId xmlns:a16="http://schemas.microsoft.com/office/drawing/2014/main" id="{902AC8DD-BAF8-38AB-19AC-C8AEA8C78E6D}"/>
              </a:ext>
            </a:extLst>
          </p:cNvPr>
          <p:cNvGrpSpPr/>
          <p:nvPr/>
        </p:nvGrpSpPr>
        <p:grpSpPr>
          <a:xfrm>
            <a:off x="9228882" y="210293"/>
            <a:ext cx="2719167" cy="586775"/>
            <a:chOff x="685800" y="630052"/>
            <a:chExt cx="2719167" cy="586775"/>
          </a:xfrm>
        </p:grpSpPr>
        <p:pic>
          <p:nvPicPr>
            <p:cNvPr id="4" name="校名">
              <a:extLst>
                <a:ext uri="{FF2B5EF4-FFF2-40B4-BE49-F238E27FC236}">
                  <a16:creationId xmlns:a16="http://schemas.microsoft.com/office/drawing/2014/main" id="{600F88B5-9BDB-FFB0-B240-31E7F57C61AC}"/>
                </a:ext>
              </a:extLst>
            </p:cNvPr>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1441885" y="679578"/>
              <a:ext cx="1963082" cy="487722"/>
            </a:xfrm>
            <a:prstGeom prst="rect">
              <a:avLst/>
            </a:prstGeom>
          </p:spPr>
        </p:pic>
        <p:pic>
          <p:nvPicPr>
            <p:cNvPr id="5" name="校徽">
              <a:extLst>
                <a:ext uri="{FF2B5EF4-FFF2-40B4-BE49-F238E27FC236}">
                  <a16:creationId xmlns:a16="http://schemas.microsoft.com/office/drawing/2014/main" id="{F425EFE2-EE51-305F-BBC7-22B2C0A5E405}"/>
                </a:ext>
              </a:extLst>
            </p:cNvPr>
            <p:cNvPicPr>
              <a:picLocks noChangeAspect="1"/>
            </p:cNvPicPr>
            <p:nvPr/>
          </p:nvPicPr>
          <p:blipFill>
            <a:blip r:embed="rId4" cstate="screen">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6" name="文本框 5">
            <a:extLst>
              <a:ext uri="{FF2B5EF4-FFF2-40B4-BE49-F238E27FC236}">
                <a16:creationId xmlns:a16="http://schemas.microsoft.com/office/drawing/2014/main" id="{015B5406-5950-01BB-EE82-B771F1A86391}"/>
              </a:ext>
            </a:extLst>
          </p:cNvPr>
          <p:cNvSpPr txBox="1"/>
          <p:nvPr/>
        </p:nvSpPr>
        <p:spPr>
          <a:xfrm>
            <a:off x="1089534" y="212293"/>
            <a:ext cx="4431811" cy="584775"/>
          </a:xfrm>
          <a:prstGeom prst="rect">
            <a:avLst/>
          </a:prstGeom>
          <a:noFill/>
        </p:spPr>
        <p:txBody>
          <a:bodyPr wrap="square" rtlCol="0">
            <a:spAutoFit/>
          </a:bodyPr>
          <a:lstStyle/>
          <a:p>
            <a:r>
              <a:rPr lang="zh-CN" altLang="en-US" sz="3200" dirty="0">
                <a:solidFill>
                  <a:schemeClr val="accent1"/>
                </a:solidFill>
                <a:latin typeface="黑体" panose="02010609060101010101" pitchFamily="49" charset="-122"/>
                <a:ea typeface="黑体" panose="02010609060101010101" pitchFamily="49" charset="-122"/>
              </a:rPr>
              <a:t>项目创新点</a:t>
            </a:r>
          </a:p>
        </p:txBody>
      </p:sp>
      <p:sp>
        <p:nvSpPr>
          <p:cNvPr id="14" name="矩形 13">
            <a:extLst>
              <a:ext uri="{FF2B5EF4-FFF2-40B4-BE49-F238E27FC236}">
                <a16:creationId xmlns:a16="http://schemas.microsoft.com/office/drawing/2014/main" id="{19746C5D-9B7C-4241-ADE8-3DEFA76DF3FF}"/>
              </a:ext>
            </a:extLst>
          </p:cNvPr>
          <p:cNvSpPr/>
          <p:nvPr/>
        </p:nvSpPr>
        <p:spPr>
          <a:xfrm>
            <a:off x="7323572" y="1977409"/>
            <a:ext cx="2640306" cy="3539267"/>
          </a:xfrm>
          <a:prstGeom prst="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180FAFA6-849E-A38C-D264-FD3B2F7F90A3}"/>
              </a:ext>
            </a:extLst>
          </p:cNvPr>
          <p:cNvSpPr/>
          <p:nvPr/>
        </p:nvSpPr>
        <p:spPr>
          <a:xfrm>
            <a:off x="2266580" y="1977409"/>
            <a:ext cx="2640306" cy="3539267"/>
          </a:xfrm>
          <a:prstGeom prst="rect">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DCD9F50-5E81-00ED-E603-6C65EF5888B1}"/>
              </a:ext>
            </a:extLst>
          </p:cNvPr>
          <p:cNvSpPr/>
          <p:nvPr/>
        </p:nvSpPr>
        <p:spPr>
          <a:xfrm>
            <a:off x="4417807" y="1544414"/>
            <a:ext cx="3356386" cy="4356847"/>
          </a:xfrm>
          <a:prstGeom prst="rect">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0CDAA4D5-B774-2306-0E45-73F323FF2752}"/>
              </a:ext>
            </a:extLst>
          </p:cNvPr>
          <p:cNvSpPr txBox="1"/>
          <p:nvPr/>
        </p:nvSpPr>
        <p:spPr>
          <a:xfrm>
            <a:off x="4921833" y="2272214"/>
            <a:ext cx="2401739" cy="3311612"/>
          </a:xfrm>
          <a:prstGeom prst="rect">
            <a:avLst/>
          </a:prstGeom>
          <a:noFill/>
        </p:spPr>
        <p:txBody>
          <a:bodyPr wrap="square">
            <a:spAutoFit/>
          </a:bodyPr>
          <a:lstStyle/>
          <a:p>
            <a:pPr>
              <a:lnSpc>
                <a:spcPts val="3200"/>
              </a:lnSpc>
            </a:pPr>
            <a:r>
              <a:rPr lang="zh-CN" altLang="en-US" sz="4000" dirty="0">
                <a:solidFill>
                  <a:schemeClr val="bg1"/>
                </a:solidFill>
                <a:latin typeface="经典繁毛楷" panose="02010609000101010101" pitchFamily="49" charset="-122"/>
                <a:ea typeface="经典繁毛楷" panose="02010609000101010101" pitchFamily="49" charset="-122"/>
                <a:cs typeface="经典繁毛楷" panose="02010609000101010101" pitchFamily="49" charset="-122"/>
              </a:rPr>
              <a:t>项目</a:t>
            </a:r>
            <a:endParaRPr lang="en-US" altLang="zh-CN" sz="4000" dirty="0">
              <a:solidFill>
                <a:schemeClr val="bg1"/>
              </a:solidFill>
              <a:latin typeface="经典繁毛楷" panose="02010609000101010101" pitchFamily="49" charset="-122"/>
              <a:ea typeface="经典繁毛楷" panose="02010609000101010101" pitchFamily="49" charset="-122"/>
              <a:cs typeface="经典繁毛楷" panose="02010609000101010101" pitchFamily="49" charset="-122"/>
            </a:endParaRPr>
          </a:p>
          <a:p>
            <a:pPr>
              <a:lnSpc>
                <a:spcPts val="3200"/>
              </a:lnSpc>
            </a:pPr>
            <a:r>
              <a:rPr lang="en-US" altLang="zh-CN" sz="2800" dirty="0">
                <a:solidFill>
                  <a:schemeClr val="bg1"/>
                </a:solidFill>
              </a:rPr>
              <a:t>    </a:t>
            </a:r>
            <a:r>
              <a:rPr lang="zh-CN" altLang="en-US" dirty="0">
                <a:solidFill>
                  <a:schemeClr val="bg1"/>
                </a:solidFill>
                <a:latin typeface="楷体_GB2312" panose="02010609030101010101" pitchFamily="49" charset="-122"/>
                <a:ea typeface="楷体_GB2312" panose="02010609030101010101" pitchFamily="49" charset="-122"/>
              </a:rPr>
              <a:t>创新点项目创新点项目创新点项目创新点项目创新点项目创新点项目创新点项目创新点项目创新点项目创新点项目创新点项目创新点</a:t>
            </a:r>
          </a:p>
        </p:txBody>
      </p:sp>
      <p:sp>
        <p:nvSpPr>
          <p:cNvPr id="10" name="文本框 9">
            <a:extLst>
              <a:ext uri="{FF2B5EF4-FFF2-40B4-BE49-F238E27FC236}">
                <a16:creationId xmlns:a16="http://schemas.microsoft.com/office/drawing/2014/main" id="{0BD75711-E50D-6688-4194-DE41E1529F06}"/>
              </a:ext>
            </a:extLst>
          </p:cNvPr>
          <p:cNvSpPr txBox="1"/>
          <p:nvPr/>
        </p:nvSpPr>
        <p:spPr>
          <a:xfrm>
            <a:off x="2481100" y="2446710"/>
            <a:ext cx="1990112" cy="2728119"/>
          </a:xfrm>
          <a:prstGeom prst="rect">
            <a:avLst/>
          </a:prstGeom>
          <a:noFill/>
        </p:spPr>
        <p:txBody>
          <a:bodyPr wrap="square">
            <a:spAutoFit/>
          </a:bodyPr>
          <a:lstStyle/>
          <a:p>
            <a:pPr>
              <a:lnSpc>
                <a:spcPts val="3000"/>
              </a:lnSpc>
            </a:pPr>
            <a:r>
              <a:rPr lang="zh-CN" altLang="en-US" dirty="0">
                <a:solidFill>
                  <a:schemeClr val="bg1"/>
                </a:solidFill>
                <a:latin typeface="楷体_GB2312" panose="02010609030101010101" pitchFamily="49" charset="-122"/>
                <a:ea typeface="楷体_GB2312" panose="02010609030101010101" pitchFamily="49" charset="-122"/>
              </a:rPr>
              <a:t>项目</a:t>
            </a:r>
            <a:r>
              <a:rPr lang="zh-CN" altLang="en-US" sz="2800" dirty="0">
                <a:solidFill>
                  <a:schemeClr val="bg1"/>
                </a:solidFill>
                <a:latin typeface="经典繁毛楷" panose="02010609000101010101" pitchFamily="49" charset="-122"/>
                <a:ea typeface="经典繁毛楷" panose="02010609000101010101" pitchFamily="49" charset="-122"/>
                <a:cs typeface="经典繁毛楷" panose="02010609000101010101" pitchFamily="49" charset="-122"/>
              </a:rPr>
              <a:t>项目创新点</a:t>
            </a:r>
            <a:r>
              <a:rPr lang="zh-CN" altLang="en-US" dirty="0">
                <a:solidFill>
                  <a:schemeClr val="bg1"/>
                </a:solidFill>
                <a:latin typeface="楷体_GB2312" panose="02010609030101010101" pitchFamily="49" charset="-122"/>
                <a:ea typeface="楷体_GB2312" panose="02010609030101010101" pitchFamily="49" charset="-122"/>
              </a:rPr>
              <a:t>项目创新点项目创新点项目创新点项目创新点项目创新点项目创新点项目创新点</a:t>
            </a:r>
          </a:p>
        </p:txBody>
      </p:sp>
      <p:sp>
        <p:nvSpPr>
          <p:cNvPr id="11" name="文本框 10">
            <a:extLst>
              <a:ext uri="{FF2B5EF4-FFF2-40B4-BE49-F238E27FC236}">
                <a16:creationId xmlns:a16="http://schemas.microsoft.com/office/drawing/2014/main" id="{8996D368-FE82-DCB7-DE9F-5ADC7B31F82F}"/>
              </a:ext>
            </a:extLst>
          </p:cNvPr>
          <p:cNvSpPr txBox="1"/>
          <p:nvPr/>
        </p:nvSpPr>
        <p:spPr>
          <a:xfrm>
            <a:off x="7833120" y="2575342"/>
            <a:ext cx="2151847" cy="2728119"/>
          </a:xfrm>
          <a:prstGeom prst="rect">
            <a:avLst/>
          </a:prstGeom>
          <a:noFill/>
        </p:spPr>
        <p:txBody>
          <a:bodyPr wrap="square">
            <a:spAutoFit/>
          </a:bodyPr>
          <a:lstStyle/>
          <a:p>
            <a:pPr>
              <a:lnSpc>
                <a:spcPts val="3000"/>
              </a:lnSpc>
            </a:pPr>
            <a:r>
              <a:rPr lang="zh-CN" altLang="en-US" sz="2400" dirty="0">
                <a:solidFill>
                  <a:schemeClr val="bg1"/>
                </a:solidFill>
                <a:latin typeface="经典繁毛楷" panose="02010609000101010101" pitchFamily="49" charset="-122"/>
                <a:ea typeface="经典繁毛楷" panose="02010609000101010101" pitchFamily="49" charset="-122"/>
                <a:cs typeface="经典繁毛楷" panose="02010609000101010101" pitchFamily="49" charset="-122"/>
              </a:rPr>
              <a:t>项目创新点</a:t>
            </a:r>
            <a:r>
              <a:rPr lang="zh-CN" altLang="en-US" dirty="0">
                <a:solidFill>
                  <a:schemeClr val="bg1"/>
                </a:solidFill>
                <a:latin typeface="楷体_GB2312" panose="02010609030101010101" pitchFamily="49" charset="-122"/>
                <a:ea typeface="楷体_GB2312" panose="02010609030101010101" pitchFamily="49" charset="-122"/>
              </a:rPr>
              <a:t>项目创新点项目创新点项目创新点项目创新点项目创新点项目创新点项目创新点项目创新点项目创新点</a:t>
            </a:r>
          </a:p>
        </p:txBody>
      </p:sp>
    </p:spTree>
    <p:extLst>
      <p:ext uri="{BB962C8B-B14F-4D97-AF65-F5344CB8AC3E}">
        <p14:creationId xmlns:p14="http://schemas.microsoft.com/office/powerpoint/2010/main" val="3671663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4" grpId="0" animBg="1"/>
      <p:bldP spid="15"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B095680A-C806-C229-3881-C6CE16591722}"/>
              </a:ext>
            </a:extLst>
          </p:cNvPr>
          <p:cNvSpPr/>
          <p:nvPr/>
        </p:nvSpPr>
        <p:spPr>
          <a:xfrm>
            <a:off x="401937" y="210293"/>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4</a:t>
            </a:r>
            <a:endParaRPr lang="zh-CN" altLang="en-US" sz="2800" dirty="0">
              <a:latin typeface="黑体" panose="02010609060101010101" pitchFamily="49" charset="-122"/>
              <a:ea typeface="黑体" panose="02010609060101010101" pitchFamily="49" charset="-122"/>
            </a:endParaRPr>
          </a:p>
        </p:txBody>
      </p:sp>
      <p:grpSp>
        <p:nvGrpSpPr>
          <p:cNvPr id="8" name="LOGO组合">
            <a:extLst>
              <a:ext uri="{FF2B5EF4-FFF2-40B4-BE49-F238E27FC236}">
                <a16:creationId xmlns:a16="http://schemas.microsoft.com/office/drawing/2014/main" id="{B6DCF63D-DD62-F834-2E54-A5FC3EA01384}"/>
              </a:ext>
            </a:extLst>
          </p:cNvPr>
          <p:cNvGrpSpPr/>
          <p:nvPr/>
        </p:nvGrpSpPr>
        <p:grpSpPr>
          <a:xfrm>
            <a:off x="9228882" y="210293"/>
            <a:ext cx="2719167" cy="586775"/>
            <a:chOff x="685800" y="630052"/>
            <a:chExt cx="2719167" cy="586775"/>
          </a:xfrm>
        </p:grpSpPr>
        <p:pic>
          <p:nvPicPr>
            <p:cNvPr id="9" name="校名">
              <a:extLst>
                <a:ext uri="{FF2B5EF4-FFF2-40B4-BE49-F238E27FC236}">
                  <a16:creationId xmlns:a16="http://schemas.microsoft.com/office/drawing/2014/main" id="{A607C5E1-4DCB-387E-DEBD-E068408C2A26}"/>
                </a:ext>
              </a:extLst>
            </p:cNvPr>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1441885" y="679578"/>
              <a:ext cx="1963082" cy="487722"/>
            </a:xfrm>
            <a:prstGeom prst="rect">
              <a:avLst/>
            </a:prstGeom>
          </p:spPr>
        </p:pic>
        <p:pic>
          <p:nvPicPr>
            <p:cNvPr id="10" name="校徽">
              <a:extLst>
                <a:ext uri="{FF2B5EF4-FFF2-40B4-BE49-F238E27FC236}">
                  <a16:creationId xmlns:a16="http://schemas.microsoft.com/office/drawing/2014/main" id="{128BC7A0-2E5F-3C75-F0E9-B41D2275CADA}"/>
                </a:ext>
              </a:extLst>
            </p:cNvPr>
            <p:cNvPicPr>
              <a:picLocks noChangeAspect="1"/>
            </p:cNvPicPr>
            <p:nvPr/>
          </p:nvPicPr>
          <p:blipFill>
            <a:blip r:embed="rId4" cstate="screen">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11" name="文本框 10">
            <a:extLst>
              <a:ext uri="{FF2B5EF4-FFF2-40B4-BE49-F238E27FC236}">
                <a16:creationId xmlns:a16="http://schemas.microsoft.com/office/drawing/2014/main" id="{0F4AA737-30B7-2F8F-B769-38FCEF50B6D4}"/>
              </a:ext>
            </a:extLst>
          </p:cNvPr>
          <p:cNvSpPr txBox="1"/>
          <p:nvPr/>
        </p:nvSpPr>
        <p:spPr>
          <a:xfrm>
            <a:off x="1089534" y="212293"/>
            <a:ext cx="4431811" cy="584775"/>
          </a:xfrm>
          <a:prstGeom prst="rect">
            <a:avLst/>
          </a:prstGeom>
          <a:noFill/>
        </p:spPr>
        <p:txBody>
          <a:bodyPr wrap="square" rtlCol="0">
            <a:spAutoFit/>
          </a:bodyPr>
          <a:lstStyle/>
          <a:p>
            <a:r>
              <a:rPr lang="zh-CN" altLang="en-US" sz="3200" dirty="0">
                <a:solidFill>
                  <a:schemeClr val="accent1"/>
                </a:solidFill>
                <a:latin typeface="黑体" panose="02010609060101010101" pitchFamily="49" charset="-122"/>
                <a:ea typeface="黑体" panose="02010609060101010101" pitchFamily="49" charset="-122"/>
              </a:rPr>
              <a:t>可行性分析</a:t>
            </a:r>
          </a:p>
        </p:txBody>
      </p:sp>
      <p:sp>
        <p:nvSpPr>
          <p:cNvPr id="12" name="矩形 11">
            <a:extLst>
              <a:ext uri="{FF2B5EF4-FFF2-40B4-BE49-F238E27FC236}">
                <a16:creationId xmlns:a16="http://schemas.microsoft.com/office/drawing/2014/main" id="{0CEDD876-5859-D887-7CE0-854D7BB36381}"/>
              </a:ext>
            </a:extLst>
          </p:cNvPr>
          <p:cNvSpPr/>
          <p:nvPr/>
        </p:nvSpPr>
        <p:spPr>
          <a:xfrm>
            <a:off x="690113" y="1123947"/>
            <a:ext cx="4531744" cy="5239383"/>
          </a:xfrm>
          <a:prstGeom prst="rect">
            <a:avLst/>
          </a:prstGeom>
          <a:noFill/>
          <a:ln>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88512609-D4E6-3F11-DFDE-B9F5B97EEAC6}"/>
              </a:ext>
            </a:extLst>
          </p:cNvPr>
          <p:cNvSpPr/>
          <p:nvPr/>
        </p:nvSpPr>
        <p:spPr>
          <a:xfrm>
            <a:off x="840940" y="1633268"/>
            <a:ext cx="497187" cy="4100785"/>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黑体" panose="02010609060101010101" pitchFamily="49" charset="-122"/>
                <a:ea typeface="黑体" panose="02010609060101010101" pitchFamily="49" charset="-122"/>
              </a:rPr>
              <a:t>项目已有基础</a:t>
            </a:r>
          </a:p>
        </p:txBody>
      </p:sp>
      <p:sp>
        <p:nvSpPr>
          <p:cNvPr id="18" name="矩形: 圆角 17">
            <a:extLst>
              <a:ext uri="{FF2B5EF4-FFF2-40B4-BE49-F238E27FC236}">
                <a16:creationId xmlns:a16="http://schemas.microsoft.com/office/drawing/2014/main" id="{A9F2518B-81EB-CCE7-FBDE-8ACE4EF5F85C}"/>
              </a:ext>
            </a:extLst>
          </p:cNvPr>
          <p:cNvSpPr/>
          <p:nvPr/>
        </p:nvSpPr>
        <p:spPr>
          <a:xfrm>
            <a:off x="5545295" y="934377"/>
            <a:ext cx="6208470" cy="2533201"/>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黑体" panose="02010609060101010101" pitchFamily="49" charset="-122"/>
              <a:ea typeface="黑体" panose="02010609060101010101" pitchFamily="49" charset="-122"/>
            </a:endParaRPr>
          </a:p>
        </p:txBody>
      </p:sp>
      <p:sp>
        <p:nvSpPr>
          <p:cNvPr id="19" name="文本框 18">
            <a:extLst>
              <a:ext uri="{FF2B5EF4-FFF2-40B4-BE49-F238E27FC236}">
                <a16:creationId xmlns:a16="http://schemas.microsoft.com/office/drawing/2014/main" id="{42814BD2-4807-BC20-924E-860DD7C6D483}"/>
              </a:ext>
            </a:extLst>
          </p:cNvPr>
          <p:cNvSpPr txBox="1"/>
          <p:nvPr/>
        </p:nvSpPr>
        <p:spPr>
          <a:xfrm>
            <a:off x="7409714" y="1033495"/>
            <a:ext cx="2497213" cy="369332"/>
          </a:xfrm>
          <a:prstGeom prst="rect">
            <a:avLst/>
          </a:prstGeom>
          <a:noFill/>
        </p:spPr>
        <p:txBody>
          <a:bodyPr wrap="square" rtlCol="0">
            <a:spAutoFit/>
          </a:bodyPr>
          <a:lstStyle/>
          <a:p>
            <a:r>
              <a:rPr lang="zh-CN" altLang="en-US" dirty="0">
                <a:solidFill>
                  <a:schemeClr val="accent1"/>
                </a:solidFill>
                <a:latin typeface="黑体" panose="02010609060101010101" pitchFamily="49" charset="-122"/>
                <a:ea typeface="黑体" panose="02010609060101010101" pitchFamily="49" charset="-122"/>
              </a:rPr>
              <a:t>待完善条件及解决方法</a:t>
            </a:r>
          </a:p>
        </p:txBody>
      </p:sp>
      <p:sp>
        <p:nvSpPr>
          <p:cNvPr id="16" name="矩形: 圆角 15">
            <a:extLst>
              <a:ext uri="{FF2B5EF4-FFF2-40B4-BE49-F238E27FC236}">
                <a16:creationId xmlns:a16="http://schemas.microsoft.com/office/drawing/2014/main" id="{EF2893A2-786F-793C-E07C-5029808145E7}"/>
              </a:ext>
            </a:extLst>
          </p:cNvPr>
          <p:cNvSpPr/>
          <p:nvPr/>
        </p:nvSpPr>
        <p:spPr>
          <a:xfrm>
            <a:off x="1580156" y="4722439"/>
            <a:ext cx="3450566" cy="1536120"/>
          </a:xfrm>
          <a:prstGeom prst="roundRect">
            <a:avLst/>
          </a:prstGeom>
          <a:noFill/>
          <a:ln>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F1B209B0-AC11-37C4-8789-0B891688DC27}"/>
              </a:ext>
            </a:extLst>
          </p:cNvPr>
          <p:cNvSpPr/>
          <p:nvPr/>
        </p:nvSpPr>
        <p:spPr>
          <a:xfrm>
            <a:off x="2271622" y="4519316"/>
            <a:ext cx="2076091" cy="4062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t>学校支撑条件</a:t>
            </a:r>
          </a:p>
        </p:txBody>
      </p:sp>
      <p:sp>
        <p:nvSpPr>
          <p:cNvPr id="24" name="文本框 23">
            <a:extLst>
              <a:ext uri="{FF2B5EF4-FFF2-40B4-BE49-F238E27FC236}">
                <a16:creationId xmlns:a16="http://schemas.microsoft.com/office/drawing/2014/main" id="{105D27C0-7278-5F2B-8425-8163C7E8FFED}"/>
              </a:ext>
            </a:extLst>
          </p:cNvPr>
          <p:cNvSpPr txBox="1"/>
          <p:nvPr/>
        </p:nvSpPr>
        <p:spPr>
          <a:xfrm>
            <a:off x="1599632" y="4924771"/>
            <a:ext cx="3411613" cy="738664"/>
          </a:xfrm>
          <a:prstGeom prst="rect">
            <a:avLst/>
          </a:prstGeom>
          <a:noFill/>
        </p:spPr>
        <p:txBody>
          <a:bodyPr wrap="square" rtlCol="0">
            <a:spAutoFit/>
          </a:bodyPr>
          <a:lstStyle/>
          <a:p>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已有基础已有基础已有基础已有基础已有基础已有基础已有基础已有基础已有基础已有基础已有基础已有基础</a:t>
            </a:r>
            <a:endParaRPr lang="zh-CN" altLang="en-US" sz="1400" dirty="0">
              <a:latin typeface="楷体_GB2312" panose="02010609030101010101" pitchFamily="49" charset="-122"/>
              <a:ea typeface="楷体_GB2312" panose="02010609030101010101" pitchFamily="49" charset="-122"/>
            </a:endParaRPr>
          </a:p>
        </p:txBody>
      </p:sp>
      <p:sp>
        <p:nvSpPr>
          <p:cNvPr id="14" name="矩形: 圆角 13">
            <a:extLst>
              <a:ext uri="{FF2B5EF4-FFF2-40B4-BE49-F238E27FC236}">
                <a16:creationId xmlns:a16="http://schemas.microsoft.com/office/drawing/2014/main" id="{424B9D08-2F82-2477-B0B8-8955EA17AECD}"/>
              </a:ext>
            </a:extLst>
          </p:cNvPr>
          <p:cNvSpPr/>
          <p:nvPr/>
        </p:nvSpPr>
        <p:spPr>
          <a:xfrm>
            <a:off x="1580156" y="1506747"/>
            <a:ext cx="3450566" cy="2789207"/>
          </a:xfrm>
          <a:prstGeom prst="roundRect">
            <a:avLst/>
          </a:prstGeom>
          <a:noFill/>
          <a:ln>
            <a:solidFill>
              <a:schemeClr val="accent1"/>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12A57DE2-694C-658C-8328-4130B3F88DFC}"/>
              </a:ext>
            </a:extLst>
          </p:cNvPr>
          <p:cNvSpPr/>
          <p:nvPr/>
        </p:nvSpPr>
        <p:spPr>
          <a:xfrm>
            <a:off x="2271622" y="1322718"/>
            <a:ext cx="2076091" cy="3680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t>研究积累与已有成绩</a:t>
            </a:r>
          </a:p>
        </p:txBody>
      </p:sp>
      <p:sp>
        <p:nvSpPr>
          <p:cNvPr id="20" name="Rectangle 1">
            <a:extLst>
              <a:ext uri="{FF2B5EF4-FFF2-40B4-BE49-F238E27FC236}">
                <a16:creationId xmlns:a16="http://schemas.microsoft.com/office/drawing/2014/main" id="{B8CA7BEB-7E7A-CBDC-652E-3E0191C983DD}"/>
              </a:ext>
            </a:extLst>
          </p:cNvPr>
          <p:cNvSpPr>
            <a:spLocks noChangeArrowheads="1"/>
          </p:cNvSpPr>
          <p:nvPr/>
        </p:nvSpPr>
        <p:spPr bwMode="auto">
          <a:xfrm>
            <a:off x="2094729" y="1909393"/>
            <a:ext cx="28706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已有基础已有基础已有基础已有基础已有基础已有基础已有基础</a:t>
            </a:r>
          </a:p>
        </p:txBody>
      </p:sp>
      <p:sp>
        <p:nvSpPr>
          <p:cNvPr id="22" name="矩形: 圆角 21">
            <a:extLst>
              <a:ext uri="{FF2B5EF4-FFF2-40B4-BE49-F238E27FC236}">
                <a16:creationId xmlns:a16="http://schemas.microsoft.com/office/drawing/2014/main" id="{B27FD386-9CE1-C9CA-41CE-39756CCB4CEC}"/>
              </a:ext>
            </a:extLst>
          </p:cNvPr>
          <p:cNvSpPr/>
          <p:nvPr/>
        </p:nvSpPr>
        <p:spPr>
          <a:xfrm>
            <a:off x="1741373" y="2001373"/>
            <a:ext cx="353356" cy="339261"/>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黑体" panose="02010609060101010101" pitchFamily="49" charset="-122"/>
                <a:ea typeface="黑体" panose="02010609060101010101" pitchFamily="49" charset="-122"/>
              </a:rPr>
              <a:t>1</a:t>
            </a:r>
            <a:endParaRPr lang="zh-CN" altLang="en-US" sz="2000" dirty="0">
              <a:latin typeface="黑体" panose="02010609060101010101" pitchFamily="49" charset="-122"/>
              <a:ea typeface="黑体" panose="02010609060101010101" pitchFamily="49" charset="-122"/>
            </a:endParaRPr>
          </a:p>
        </p:txBody>
      </p:sp>
      <p:sp>
        <p:nvSpPr>
          <p:cNvPr id="23" name="矩形: 圆角 22">
            <a:extLst>
              <a:ext uri="{FF2B5EF4-FFF2-40B4-BE49-F238E27FC236}">
                <a16:creationId xmlns:a16="http://schemas.microsoft.com/office/drawing/2014/main" id="{BF1ECE13-0A94-D58E-03FE-C08C157FE1FE}"/>
              </a:ext>
            </a:extLst>
          </p:cNvPr>
          <p:cNvSpPr/>
          <p:nvPr/>
        </p:nvSpPr>
        <p:spPr>
          <a:xfrm>
            <a:off x="4516203" y="2884359"/>
            <a:ext cx="353356" cy="339261"/>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黑体" panose="02010609060101010101" pitchFamily="49" charset="-122"/>
                <a:ea typeface="黑体" panose="02010609060101010101" pitchFamily="49" charset="-122"/>
              </a:rPr>
              <a:t>2</a:t>
            </a:r>
            <a:endParaRPr lang="zh-CN" altLang="en-US" sz="2000" dirty="0">
              <a:latin typeface="黑体" panose="02010609060101010101" pitchFamily="49" charset="-122"/>
              <a:ea typeface="黑体" panose="02010609060101010101" pitchFamily="49" charset="-122"/>
            </a:endParaRPr>
          </a:p>
        </p:txBody>
      </p:sp>
      <p:sp>
        <p:nvSpPr>
          <p:cNvPr id="25" name="Rectangle 1">
            <a:extLst>
              <a:ext uri="{FF2B5EF4-FFF2-40B4-BE49-F238E27FC236}">
                <a16:creationId xmlns:a16="http://schemas.microsoft.com/office/drawing/2014/main" id="{08C28C09-2007-24CB-B056-D06DD3860813}"/>
              </a:ext>
            </a:extLst>
          </p:cNvPr>
          <p:cNvSpPr>
            <a:spLocks noChangeArrowheads="1"/>
          </p:cNvSpPr>
          <p:nvPr/>
        </p:nvSpPr>
        <p:spPr bwMode="auto">
          <a:xfrm>
            <a:off x="1645561" y="2576935"/>
            <a:ext cx="287064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已有基础已有基础已有基础已有基础已有基础已有基础已有基础已有基础已有基础已有基础已有基础已有基础已有基础已有基础</a:t>
            </a:r>
            <a:endParaRPr kumimoji="0" lang="zh-CN" altLang="zh-CN" sz="3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26" name="矩形: 圆角 25">
            <a:extLst>
              <a:ext uri="{FF2B5EF4-FFF2-40B4-BE49-F238E27FC236}">
                <a16:creationId xmlns:a16="http://schemas.microsoft.com/office/drawing/2014/main" id="{38E8A6C6-ACE2-A252-F780-04D1038ACD69}"/>
              </a:ext>
            </a:extLst>
          </p:cNvPr>
          <p:cNvSpPr/>
          <p:nvPr/>
        </p:nvSpPr>
        <p:spPr>
          <a:xfrm>
            <a:off x="1741373" y="3663314"/>
            <a:ext cx="353356" cy="339261"/>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黑体" panose="02010609060101010101" pitchFamily="49" charset="-122"/>
                <a:ea typeface="黑体" panose="02010609060101010101" pitchFamily="49" charset="-122"/>
              </a:rPr>
              <a:t>3</a:t>
            </a:r>
            <a:endParaRPr lang="zh-CN" altLang="en-US" sz="2000" dirty="0">
              <a:latin typeface="黑体" panose="02010609060101010101" pitchFamily="49" charset="-122"/>
              <a:ea typeface="黑体" panose="02010609060101010101" pitchFamily="49" charset="-122"/>
            </a:endParaRPr>
          </a:p>
        </p:txBody>
      </p:sp>
      <p:sp>
        <p:nvSpPr>
          <p:cNvPr id="27" name="Rectangle 2">
            <a:extLst>
              <a:ext uri="{FF2B5EF4-FFF2-40B4-BE49-F238E27FC236}">
                <a16:creationId xmlns:a16="http://schemas.microsoft.com/office/drawing/2014/main" id="{D9ADDEE0-156A-B89C-3942-966E20AFD89D}"/>
              </a:ext>
            </a:extLst>
          </p:cNvPr>
          <p:cNvSpPr>
            <a:spLocks noChangeArrowheads="1"/>
          </p:cNvSpPr>
          <p:nvPr/>
        </p:nvSpPr>
        <p:spPr bwMode="auto">
          <a:xfrm>
            <a:off x="2188755" y="3620119"/>
            <a:ext cx="26808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已有基础已有基础已有基础已有基础已有基础已有基础</a:t>
            </a:r>
            <a:endParaRPr kumimoji="0" lang="zh-CN" altLang="zh-CN" sz="20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pic>
        <p:nvPicPr>
          <p:cNvPr id="29" name="图片 28">
            <a:extLst>
              <a:ext uri="{FF2B5EF4-FFF2-40B4-BE49-F238E27FC236}">
                <a16:creationId xmlns:a16="http://schemas.microsoft.com/office/drawing/2014/main" id="{05B8F789-00BE-5553-2106-CAAB939C64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9321" y="3523383"/>
            <a:ext cx="6038001" cy="2926065"/>
          </a:xfrm>
          <a:prstGeom prst="rect">
            <a:avLst/>
          </a:prstGeom>
        </p:spPr>
      </p:pic>
      <p:sp>
        <p:nvSpPr>
          <p:cNvPr id="37" name="Rectangle 4">
            <a:extLst>
              <a:ext uri="{FF2B5EF4-FFF2-40B4-BE49-F238E27FC236}">
                <a16:creationId xmlns:a16="http://schemas.microsoft.com/office/drawing/2014/main" id="{09F5DBD1-A82F-6BC5-2646-D636476D2AB0}"/>
              </a:ext>
            </a:extLst>
          </p:cNvPr>
          <p:cNvSpPr>
            <a:spLocks noChangeArrowheads="1"/>
          </p:cNvSpPr>
          <p:nvPr/>
        </p:nvSpPr>
        <p:spPr bwMode="auto">
          <a:xfrm>
            <a:off x="5929222" y="1372278"/>
            <a:ext cx="5498007" cy="1892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ts val="2400"/>
              </a:lnSpc>
              <a:spcBef>
                <a:spcPct val="0"/>
              </a:spcBef>
              <a:spcAft>
                <a:spcPct val="0"/>
              </a:spcAft>
              <a:buFont typeface="Wingdings 2" panose="05020102010507070707" pitchFamily="18" charset="2"/>
              <a:buChar char=""/>
            </a:pP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已有基础已有基础已有基础已有基础已有基础已有基础</a:t>
            </a:r>
            <a:endParaRPr lang="en-US" altLang="zh-CN" sz="1400" dirty="0">
              <a:latin typeface="楷体_GB2312" panose="02010609030101010101" pitchFamily="49" charset="-122"/>
              <a:ea typeface="楷体_GB2312" panose="02010609030101010101" pitchFamily="49" charset="-122"/>
              <a:cs typeface="Times New Roman" panose="02020603050405020304" pitchFamily="18" charset="0"/>
            </a:endParaRPr>
          </a:p>
          <a:p>
            <a:pPr marL="285750" lvl="0" indent="-285750" eaLnBrk="0" fontAlgn="base" hangingPunct="0">
              <a:lnSpc>
                <a:spcPts val="2400"/>
              </a:lnSpc>
              <a:spcBef>
                <a:spcPct val="0"/>
              </a:spcBef>
              <a:spcAft>
                <a:spcPct val="0"/>
              </a:spcAft>
              <a:buFont typeface="Wingdings 2" panose="05020102010507070707" pitchFamily="18" charset="2"/>
              <a:buChar char=""/>
            </a:pP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已有基础已有基础已有基础已有基础已有基础已有基础已有基础已有基础已有基础已有基础已有基础已有基础</a:t>
            </a:r>
            <a:endParaRPr lang="en-US" altLang="zh-CN" sz="1400" dirty="0">
              <a:latin typeface="楷体_GB2312" panose="02010609030101010101" pitchFamily="49" charset="-122"/>
              <a:ea typeface="楷体_GB2312" panose="02010609030101010101" pitchFamily="49" charset="-122"/>
              <a:cs typeface="Times New Roman" panose="02020603050405020304" pitchFamily="18" charset="0"/>
            </a:endParaRPr>
          </a:p>
          <a:p>
            <a:pPr marL="285750" lvl="0" indent="-285750" eaLnBrk="0" fontAlgn="base" hangingPunct="0">
              <a:lnSpc>
                <a:spcPts val="2400"/>
              </a:lnSpc>
              <a:spcBef>
                <a:spcPct val="0"/>
              </a:spcBef>
              <a:spcAft>
                <a:spcPct val="0"/>
              </a:spcAft>
              <a:buFont typeface="Wingdings 2" panose="05020102010507070707" pitchFamily="18" charset="2"/>
              <a:buChar char=""/>
            </a:pP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已有基础已有基础已有基础已有基础已有基础已有基础已有基础已有基础已有基础已有基础已有基础已有基础已有基础已有基础已有基础</a:t>
            </a:r>
            <a:endParaRPr kumimoji="0" lang="zh-CN"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2" name="文本框 1">
            <a:extLst>
              <a:ext uri="{FF2B5EF4-FFF2-40B4-BE49-F238E27FC236}">
                <a16:creationId xmlns:a16="http://schemas.microsoft.com/office/drawing/2014/main" id="{495C8E2B-1C9C-038F-D35A-C6C6858EEEB0}"/>
              </a:ext>
            </a:extLst>
          </p:cNvPr>
          <p:cNvSpPr txBox="1"/>
          <p:nvPr/>
        </p:nvSpPr>
        <p:spPr>
          <a:xfrm>
            <a:off x="1599632" y="5644635"/>
            <a:ext cx="3411613" cy="523220"/>
          </a:xfrm>
          <a:prstGeom prst="rect">
            <a:avLst/>
          </a:prstGeom>
          <a:noFill/>
        </p:spPr>
        <p:txBody>
          <a:bodyPr wrap="square" rtlCol="0">
            <a:spAutoFit/>
          </a:bodyPr>
          <a:lstStyle/>
          <a:p>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已有基础已有基础已有基础已有基础已有基础已有基础</a:t>
            </a:r>
            <a:endParaRPr lang="zh-CN" altLang="en-US" sz="1400"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3958223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fade">
                                      <p:cBhvr>
                                        <p:cTn id="61" dur="5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500"/>
                                        <p:tgtEl>
                                          <p:spTgt spid="3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8" grpId="0" animBg="1"/>
      <p:bldP spid="19" grpId="0"/>
      <p:bldP spid="16" grpId="0" animBg="1"/>
      <p:bldP spid="17" grpId="0" animBg="1"/>
      <p:bldP spid="24" grpId="0"/>
      <p:bldP spid="14" grpId="0" animBg="1"/>
      <p:bldP spid="15" grpId="0" animBg="1"/>
      <p:bldP spid="20" grpId="0"/>
      <p:bldP spid="22" grpId="0" animBg="1"/>
      <p:bldP spid="23" grpId="0" animBg="1"/>
      <p:bldP spid="25" grpId="0"/>
      <p:bldP spid="26" grpId="0" animBg="1"/>
      <p:bldP spid="27" grpId="0"/>
      <p:bldP spid="37"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BE966429-9375-7A02-7659-48AE9D6A449C}"/>
              </a:ext>
            </a:extLst>
          </p:cNvPr>
          <p:cNvSpPr/>
          <p:nvPr/>
        </p:nvSpPr>
        <p:spPr>
          <a:xfrm>
            <a:off x="401937" y="210293"/>
            <a:ext cx="586775" cy="58677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黑体" panose="02010609060101010101" pitchFamily="49" charset="-122"/>
                <a:ea typeface="黑体" panose="02010609060101010101" pitchFamily="49" charset="-122"/>
              </a:rPr>
              <a:t>4</a:t>
            </a:r>
            <a:endParaRPr lang="zh-CN" altLang="en-US" sz="2800" dirty="0">
              <a:latin typeface="黑体" panose="02010609060101010101" pitchFamily="49" charset="-122"/>
              <a:ea typeface="黑体" panose="02010609060101010101" pitchFamily="49" charset="-122"/>
            </a:endParaRPr>
          </a:p>
        </p:txBody>
      </p:sp>
      <p:grpSp>
        <p:nvGrpSpPr>
          <p:cNvPr id="3" name="LOGO组合">
            <a:extLst>
              <a:ext uri="{FF2B5EF4-FFF2-40B4-BE49-F238E27FC236}">
                <a16:creationId xmlns:a16="http://schemas.microsoft.com/office/drawing/2014/main" id="{9B3F0982-6240-13B7-3A17-78F3AB111AFD}"/>
              </a:ext>
            </a:extLst>
          </p:cNvPr>
          <p:cNvGrpSpPr/>
          <p:nvPr/>
        </p:nvGrpSpPr>
        <p:grpSpPr>
          <a:xfrm>
            <a:off x="9228882" y="210293"/>
            <a:ext cx="2719167" cy="586775"/>
            <a:chOff x="685800" y="630052"/>
            <a:chExt cx="2719167" cy="586775"/>
          </a:xfrm>
        </p:grpSpPr>
        <p:pic>
          <p:nvPicPr>
            <p:cNvPr id="4" name="校名">
              <a:extLst>
                <a:ext uri="{FF2B5EF4-FFF2-40B4-BE49-F238E27FC236}">
                  <a16:creationId xmlns:a16="http://schemas.microsoft.com/office/drawing/2014/main" id="{689585BB-251A-5267-244C-B5D357D85FF2}"/>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1441885" y="679578"/>
              <a:ext cx="1963082" cy="487722"/>
            </a:xfrm>
            <a:prstGeom prst="rect">
              <a:avLst/>
            </a:prstGeom>
          </p:spPr>
        </p:pic>
        <p:pic>
          <p:nvPicPr>
            <p:cNvPr id="5" name="校徽">
              <a:extLst>
                <a:ext uri="{FF2B5EF4-FFF2-40B4-BE49-F238E27FC236}">
                  <a16:creationId xmlns:a16="http://schemas.microsoft.com/office/drawing/2014/main" id="{4D540F3F-A6D7-1419-3956-1205D1C6B53A}"/>
                </a:ext>
              </a:extLst>
            </p:cNvPr>
            <p:cNvPicPr>
              <a:picLocks noChangeAspect="1"/>
            </p:cNvPicPr>
            <p:nvPr/>
          </p:nvPicPr>
          <p:blipFill>
            <a:blip r:embed="rId5" cstate="screen">
              <a:duotone>
                <a:schemeClr val="accent1">
                  <a:shade val="45000"/>
                  <a:satMod val="135000"/>
                </a:schemeClr>
                <a:prstClr val="white"/>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6" name="文本框 5">
            <a:extLst>
              <a:ext uri="{FF2B5EF4-FFF2-40B4-BE49-F238E27FC236}">
                <a16:creationId xmlns:a16="http://schemas.microsoft.com/office/drawing/2014/main" id="{065F520E-0403-D123-C13E-1AFB8DF0D925}"/>
              </a:ext>
            </a:extLst>
          </p:cNvPr>
          <p:cNvSpPr txBox="1"/>
          <p:nvPr/>
        </p:nvSpPr>
        <p:spPr>
          <a:xfrm>
            <a:off x="1089534" y="212293"/>
            <a:ext cx="6704637" cy="584775"/>
          </a:xfrm>
          <a:prstGeom prst="rect">
            <a:avLst/>
          </a:prstGeom>
          <a:noFill/>
        </p:spPr>
        <p:txBody>
          <a:bodyPr wrap="square" rtlCol="0">
            <a:spAutoFit/>
          </a:bodyPr>
          <a:lstStyle/>
          <a:p>
            <a:r>
              <a:rPr lang="zh-CN" altLang="en-US" sz="3200" dirty="0">
                <a:solidFill>
                  <a:schemeClr val="accent1"/>
                </a:solidFill>
                <a:latin typeface="黑体" panose="02010609060101010101" pitchFamily="49" charset="-122"/>
                <a:ea typeface="黑体" panose="02010609060101010101" pitchFamily="49" charset="-122"/>
              </a:rPr>
              <a:t>项目研究进度安排及各阶段预期结果</a:t>
            </a:r>
          </a:p>
        </p:txBody>
      </p:sp>
      <p:sp>
        <p:nvSpPr>
          <p:cNvPr id="7" name="矩形 6">
            <a:extLst>
              <a:ext uri="{FF2B5EF4-FFF2-40B4-BE49-F238E27FC236}">
                <a16:creationId xmlns:a16="http://schemas.microsoft.com/office/drawing/2014/main" id="{C732F149-131B-91B0-BEE7-BD27B1CD3C67}"/>
              </a:ext>
            </a:extLst>
          </p:cNvPr>
          <p:cNvSpPr/>
          <p:nvPr/>
        </p:nvSpPr>
        <p:spPr>
          <a:xfrm>
            <a:off x="-92015" y="6475562"/>
            <a:ext cx="12393283" cy="48772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a:extLst>
              <a:ext uri="{FF2B5EF4-FFF2-40B4-BE49-F238E27FC236}">
                <a16:creationId xmlns:a16="http://schemas.microsoft.com/office/drawing/2014/main" id="{A9ADCCA0-8AEC-AC29-6A33-2F19BABAD9DB}"/>
              </a:ext>
            </a:extLst>
          </p:cNvPr>
          <p:cNvCxnSpPr/>
          <p:nvPr/>
        </p:nvCxnSpPr>
        <p:spPr>
          <a:xfrm>
            <a:off x="401937" y="902898"/>
            <a:ext cx="11386868" cy="0"/>
          </a:xfrm>
          <a:prstGeom prst="line">
            <a:avLst/>
          </a:prstGeom>
          <a:ln w="31750"/>
        </p:spPr>
        <p:style>
          <a:lnRef idx="3">
            <a:schemeClr val="accent1"/>
          </a:lnRef>
          <a:fillRef idx="0">
            <a:schemeClr val="accent1"/>
          </a:fillRef>
          <a:effectRef idx="2">
            <a:schemeClr val="accent1"/>
          </a:effectRef>
          <a:fontRef idx="minor">
            <a:schemeClr val="tx1"/>
          </a:fontRef>
        </p:style>
      </p:cxnSp>
      <p:cxnSp>
        <p:nvCxnSpPr>
          <p:cNvPr id="75" name="直接连接符 74">
            <a:extLst>
              <a:ext uri="{FF2B5EF4-FFF2-40B4-BE49-F238E27FC236}">
                <a16:creationId xmlns:a16="http://schemas.microsoft.com/office/drawing/2014/main" id="{034D17DB-61BC-A997-5A11-82C5B1B601C3}"/>
              </a:ext>
            </a:extLst>
          </p:cNvPr>
          <p:cNvCxnSpPr>
            <a:cxnSpLocks/>
          </p:cNvCxnSpPr>
          <p:nvPr/>
        </p:nvCxnSpPr>
        <p:spPr>
          <a:xfrm>
            <a:off x="2736982" y="1073687"/>
            <a:ext cx="0" cy="5084117"/>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76102FE6-9A1C-E9D8-AFCC-B8E66C1C5FA3}"/>
              </a:ext>
            </a:extLst>
          </p:cNvPr>
          <p:cNvCxnSpPr>
            <a:cxnSpLocks/>
          </p:cNvCxnSpPr>
          <p:nvPr/>
        </p:nvCxnSpPr>
        <p:spPr>
          <a:xfrm>
            <a:off x="4982417" y="1097199"/>
            <a:ext cx="0" cy="5396809"/>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B83FF2EF-BA14-2535-78A2-75CE12B034B7}"/>
              </a:ext>
            </a:extLst>
          </p:cNvPr>
          <p:cNvCxnSpPr>
            <a:cxnSpLocks/>
          </p:cNvCxnSpPr>
          <p:nvPr/>
        </p:nvCxnSpPr>
        <p:spPr>
          <a:xfrm>
            <a:off x="7225008" y="1078753"/>
            <a:ext cx="0" cy="5396809"/>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AE00C06F-AB86-3B57-DBDC-4B1C32057426}"/>
              </a:ext>
            </a:extLst>
          </p:cNvPr>
          <p:cNvCxnSpPr>
            <a:cxnSpLocks/>
          </p:cNvCxnSpPr>
          <p:nvPr/>
        </p:nvCxnSpPr>
        <p:spPr>
          <a:xfrm>
            <a:off x="9470670" y="1097199"/>
            <a:ext cx="0" cy="5396809"/>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58" name="组合 57">
            <a:extLst>
              <a:ext uri="{FF2B5EF4-FFF2-40B4-BE49-F238E27FC236}">
                <a16:creationId xmlns:a16="http://schemas.microsoft.com/office/drawing/2014/main" id="{38E0C421-5431-B33F-DE15-9AECF2F16159}"/>
              </a:ext>
            </a:extLst>
          </p:cNvPr>
          <p:cNvGrpSpPr/>
          <p:nvPr/>
        </p:nvGrpSpPr>
        <p:grpSpPr>
          <a:xfrm>
            <a:off x="808321" y="2109437"/>
            <a:ext cx="11258720" cy="4804358"/>
            <a:chOff x="534964" y="1993236"/>
            <a:chExt cx="11258720" cy="5031856"/>
          </a:xfrm>
        </p:grpSpPr>
        <p:grpSp>
          <p:nvGrpSpPr>
            <p:cNvPr id="47" name="组合 46">
              <a:extLst>
                <a:ext uri="{FF2B5EF4-FFF2-40B4-BE49-F238E27FC236}">
                  <a16:creationId xmlns:a16="http://schemas.microsoft.com/office/drawing/2014/main" id="{92A9A7CE-6F43-75B1-9E19-4410180499CB}"/>
                </a:ext>
              </a:extLst>
            </p:cNvPr>
            <p:cNvGrpSpPr/>
            <p:nvPr/>
          </p:nvGrpSpPr>
          <p:grpSpPr>
            <a:xfrm>
              <a:off x="534964" y="2047077"/>
              <a:ext cx="10762301" cy="4978015"/>
              <a:chOff x="169204" y="1504338"/>
              <a:chExt cx="12219441" cy="5526655"/>
            </a:xfrm>
          </p:grpSpPr>
          <p:sp>
            <p:nvSpPr>
              <p:cNvPr id="42" name="任意多边形: 形状 41">
                <a:extLst>
                  <a:ext uri="{FF2B5EF4-FFF2-40B4-BE49-F238E27FC236}">
                    <a16:creationId xmlns:a16="http://schemas.microsoft.com/office/drawing/2014/main" id="{30CB1CE2-B012-CA9D-708C-8A29DAC6E5F0}"/>
                  </a:ext>
                </a:extLst>
              </p:cNvPr>
              <p:cNvSpPr/>
              <p:nvPr/>
            </p:nvSpPr>
            <p:spPr>
              <a:xfrm>
                <a:off x="169204" y="1504338"/>
                <a:ext cx="11541016" cy="5526655"/>
              </a:xfrm>
              <a:custGeom>
                <a:avLst/>
                <a:gdLst>
                  <a:gd name="connsiteX0" fmla="*/ 11643822 w 11699117"/>
                  <a:gd name="connsiteY0" fmla="*/ 71657 h 5576671"/>
                  <a:gd name="connsiteX1" fmla="*/ 11671254 w 11699117"/>
                  <a:gd name="connsiteY1" fmla="*/ 78602 h 5576671"/>
                  <a:gd name="connsiteX2" fmla="*/ 11699117 w 11699117"/>
                  <a:gd name="connsiteY2" fmla="*/ 90005 h 5576671"/>
                  <a:gd name="connsiteX3" fmla="*/ 11124774 w 11699117"/>
                  <a:gd name="connsiteY3" fmla="*/ 897 h 5576671"/>
                  <a:gd name="connsiteX4" fmla="*/ 11522623 w 11699117"/>
                  <a:gd name="connsiteY4" fmla="*/ 40973 h 5576671"/>
                  <a:gd name="connsiteX5" fmla="*/ 11621497 w 11699117"/>
                  <a:gd name="connsiteY5" fmla="*/ 66005 h 5576671"/>
                  <a:gd name="connsiteX6" fmla="*/ 11553613 w 11699117"/>
                  <a:gd name="connsiteY6" fmla="*/ 54781 h 5576671"/>
                  <a:gd name="connsiteX7" fmla="*/ 11469461 w 11699117"/>
                  <a:gd name="connsiteY7" fmla="*/ 49582 h 5576671"/>
                  <a:gd name="connsiteX8" fmla="*/ 9456275 w 11699117"/>
                  <a:gd name="connsiteY8" fmla="*/ 663266 h 5576671"/>
                  <a:gd name="connsiteX9" fmla="*/ 10352389 w 11699117"/>
                  <a:gd name="connsiteY9" fmla="*/ 1054855 h 5576671"/>
                  <a:gd name="connsiteX10" fmla="*/ 5337841 w 11699117"/>
                  <a:gd name="connsiteY10" fmla="*/ 2632899 h 5576671"/>
                  <a:gd name="connsiteX11" fmla="*/ 6424223 w 11699117"/>
                  <a:gd name="connsiteY11" fmla="*/ 3696619 h 5576671"/>
                  <a:gd name="connsiteX12" fmla="*/ 4902059 w 11699117"/>
                  <a:gd name="connsiteY12" fmla="*/ 5146083 h 5576671"/>
                  <a:gd name="connsiteX13" fmla="*/ 7805057 w 11699117"/>
                  <a:gd name="connsiteY13" fmla="*/ 5327100 h 5576671"/>
                  <a:gd name="connsiteX14" fmla="*/ 8094376 w 11699117"/>
                  <a:gd name="connsiteY14" fmla="*/ 5315586 h 5576671"/>
                  <a:gd name="connsiteX15" fmla="*/ 7883584 w 11699117"/>
                  <a:gd name="connsiteY15" fmla="*/ 5361748 h 5576671"/>
                  <a:gd name="connsiteX16" fmla="*/ 7327669 w 11699117"/>
                  <a:gd name="connsiteY16" fmla="*/ 5449736 h 5576671"/>
                  <a:gd name="connsiteX17" fmla="*/ 46975 w 11699117"/>
                  <a:gd name="connsiteY17" fmla="*/ 5305962 h 5576671"/>
                  <a:gd name="connsiteX18" fmla="*/ 4112892 w 11699117"/>
                  <a:gd name="connsiteY18" fmla="*/ 3615185 h 5576671"/>
                  <a:gd name="connsiteX19" fmla="*/ 2358854 w 11699117"/>
                  <a:gd name="connsiteY19" fmla="*/ 2505253 h 5576671"/>
                  <a:gd name="connsiteX20" fmla="*/ 8466356 w 11699117"/>
                  <a:gd name="connsiteY20" fmla="*/ 1073268 h 5576671"/>
                  <a:gd name="connsiteX21" fmla="*/ 7373677 w 11699117"/>
                  <a:gd name="connsiteY21" fmla="*/ 756966 h 5576671"/>
                  <a:gd name="connsiteX22" fmla="*/ 10611458 w 11699117"/>
                  <a:gd name="connsiteY22" fmla="*/ 26596 h 5576671"/>
                  <a:gd name="connsiteX23" fmla="*/ 11124774 w 11699117"/>
                  <a:gd name="connsiteY23" fmla="*/ 897 h 5576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99117" h="5576671">
                    <a:moveTo>
                      <a:pt x="11643822" y="71657"/>
                    </a:moveTo>
                    <a:lnTo>
                      <a:pt x="11671254" y="78602"/>
                    </a:lnTo>
                    <a:lnTo>
                      <a:pt x="11699117" y="90005"/>
                    </a:lnTo>
                    <a:close/>
                    <a:moveTo>
                      <a:pt x="11124774" y="897"/>
                    </a:moveTo>
                    <a:cubicBezTo>
                      <a:pt x="11277878" y="4551"/>
                      <a:pt x="11411737" y="19168"/>
                      <a:pt x="11522623" y="40973"/>
                    </a:cubicBezTo>
                    <a:lnTo>
                      <a:pt x="11621497" y="66005"/>
                    </a:lnTo>
                    <a:lnTo>
                      <a:pt x="11553613" y="54781"/>
                    </a:lnTo>
                    <a:cubicBezTo>
                      <a:pt x="11526527" y="51716"/>
                      <a:pt x="11498487" y="49947"/>
                      <a:pt x="11469461" y="49582"/>
                    </a:cubicBezTo>
                    <a:cubicBezTo>
                      <a:pt x="11005037" y="43737"/>
                      <a:pt x="9642454" y="495720"/>
                      <a:pt x="9456275" y="663266"/>
                    </a:cubicBezTo>
                    <a:cubicBezTo>
                      <a:pt x="9270097" y="830811"/>
                      <a:pt x="11038795" y="726583"/>
                      <a:pt x="10352389" y="1054855"/>
                    </a:cubicBezTo>
                    <a:cubicBezTo>
                      <a:pt x="9665982" y="1383127"/>
                      <a:pt x="5992535" y="2192605"/>
                      <a:pt x="5337841" y="2632899"/>
                    </a:cubicBezTo>
                    <a:cubicBezTo>
                      <a:pt x="4683145" y="3073193"/>
                      <a:pt x="6496854" y="3277755"/>
                      <a:pt x="6424223" y="3696619"/>
                    </a:cubicBezTo>
                    <a:cubicBezTo>
                      <a:pt x="6351593" y="4115483"/>
                      <a:pt x="4365006" y="4905479"/>
                      <a:pt x="4902059" y="5146083"/>
                    </a:cubicBezTo>
                    <a:cubicBezTo>
                      <a:pt x="5237718" y="5296460"/>
                      <a:pt x="6578754" y="5364647"/>
                      <a:pt x="7805057" y="5327100"/>
                    </a:cubicBezTo>
                    <a:lnTo>
                      <a:pt x="8094376" y="5315586"/>
                    </a:lnTo>
                    <a:lnTo>
                      <a:pt x="7883584" y="5361748"/>
                    </a:lnTo>
                    <a:cubicBezTo>
                      <a:pt x="7716727" y="5394608"/>
                      <a:pt x="7532427" y="5423857"/>
                      <a:pt x="7327669" y="5449736"/>
                    </a:cubicBezTo>
                    <a:cubicBezTo>
                      <a:pt x="5689609" y="5656770"/>
                      <a:pt x="582771" y="5611720"/>
                      <a:pt x="46975" y="5305962"/>
                    </a:cubicBezTo>
                    <a:cubicBezTo>
                      <a:pt x="-488821" y="5000204"/>
                      <a:pt x="3727579" y="4081970"/>
                      <a:pt x="4112892" y="3615185"/>
                    </a:cubicBezTo>
                    <a:cubicBezTo>
                      <a:pt x="4498205" y="3148400"/>
                      <a:pt x="1633277" y="2928906"/>
                      <a:pt x="2358854" y="2505253"/>
                    </a:cubicBezTo>
                    <a:cubicBezTo>
                      <a:pt x="3084431" y="2081600"/>
                      <a:pt x="7630552" y="1364649"/>
                      <a:pt x="8466356" y="1073268"/>
                    </a:cubicBezTo>
                    <a:cubicBezTo>
                      <a:pt x="9302160" y="781887"/>
                      <a:pt x="7016160" y="931411"/>
                      <a:pt x="7373677" y="756966"/>
                    </a:cubicBezTo>
                    <a:cubicBezTo>
                      <a:pt x="7731194" y="582521"/>
                      <a:pt x="9860002" y="114777"/>
                      <a:pt x="10611458" y="26596"/>
                    </a:cubicBezTo>
                    <a:cubicBezTo>
                      <a:pt x="10799322" y="4551"/>
                      <a:pt x="10971671" y="-2758"/>
                      <a:pt x="11124774" y="897"/>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椭圆 45">
                <a:extLst>
                  <a:ext uri="{FF2B5EF4-FFF2-40B4-BE49-F238E27FC236}">
                    <a16:creationId xmlns:a16="http://schemas.microsoft.com/office/drawing/2014/main" id="{E23B68A8-17CD-2966-6B18-80EDFEFD5C04}"/>
                  </a:ext>
                </a:extLst>
              </p:cNvPr>
              <p:cNvSpPr/>
              <p:nvPr/>
            </p:nvSpPr>
            <p:spPr>
              <a:xfrm rot="21272268">
                <a:off x="10919313" y="1511725"/>
                <a:ext cx="1469332" cy="53683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任意多边形: 形状 55">
              <a:extLst>
                <a:ext uri="{FF2B5EF4-FFF2-40B4-BE49-F238E27FC236}">
                  <a16:creationId xmlns:a16="http://schemas.microsoft.com/office/drawing/2014/main" id="{F08B57AF-5AD3-D282-A249-F586AB0D006D}"/>
                </a:ext>
              </a:extLst>
            </p:cNvPr>
            <p:cNvSpPr/>
            <p:nvPr/>
          </p:nvSpPr>
          <p:spPr>
            <a:xfrm>
              <a:off x="9916738" y="1993236"/>
              <a:ext cx="1091803" cy="156165"/>
            </a:xfrm>
            <a:custGeom>
              <a:avLst/>
              <a:gdLst>
                <a:gd name="connsiteX0" fmla="*/ 14254 w 1091803"/>
                <a:gd name="connsiteY0" fmla="*/ 64512 h 156165"/>
                <a:gd name="connsiteX1" fmla="*/ 999210 w 1091803"/>
                <a:gd name="connsiteY1" fmla="*/ 2423 h 156165"/>
                <a:gd name="connsiteX2" fmla="*/ 1010499 w 1091803"/>
                <a:gd name="connsiteY2" fmla="*/ 154823 h 156165"/>
                <a:gd name="connsiteX3" fmla="*/ 649254 w 1091803"/>
                <a:gd name="connsiteY3" fmla="*/ 78623 h 156165"/>
                <a:gd name="connsiteX4" fmla="*/ 431943 w 1091803"/>
                <a:gd name="connsiteY4" fmla="*/ 109668 h 156165"/>
                <a:gd name="connsiteX5" fmla="*/ 14254 w 1091803"/>
                <a:gd name="connsiteY5" fmla="*/ 64512 h 156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1803" h="156165">
                  <a:moveTo>
                    <a:pt x="14254" y="64512"/>
                  </a:moveTo>
                  <a:cubicBezTo>
                    <a:pt x="108798" y="46638"/>
                    <a:pt x="833169" y="-12629"/>
                    <a:pt x="999210" y="2423"/>
                  </a:cubicBezTo>
                  <a:cubicBezTo>
                    <a:pt x="1165251" y="17475"/>
                    <a:pt x="1068825" y="142123"/>
                    <a:pt x="1010499" y="154823"/>
                  </a:cubicBezTo>
                  <a:cubicBezTo>
                    <a:pt x="952173" y="167523"/>
                    <a:pt x="745680" y="86149"/>
                    <a:pt x="649254" y="78623"/>
                  </a:cubicBezTo>
                  <a:cubicBezTo>
                    <a:pt x="552828" y="71097"/>
                    <a:pt x="541539" y="113431"/>
                    <a:pt x="431943" y="109668"/>
                  </a:cubicBezTo>
                  <a:cubicBezTo>
                    <a:pt x="322347" y="105905"/>
                    <a:pt x="-80290" y="82386"/>
                    <a:pt x="14254" y="6451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EDE6C24D-F45F-9202-DACF-F6081F4401C1}"/>
                </a:ext>
              </a:extLst>
            </p:cNvPr>
            <p:cNvSpPr/>
            <p:nvPr/>
          </p:nvSpPr>
          <p:spPr>
            <a:xfrm rot="21176889">
              <a:off x="9729976" y="2016496"/>
              <a:ext cx="2063708" cy="5025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2" name="组合 91">
            <a:extLst>
              <a:ext uri="{FF2B5EF4-FFF2-40B4-BE49-F238E27FC236}">
                <a16:creationId xmlns:a16="http://schemas.microsoft.com/office/drawing/2014/main" id="{BCBBDD1B-8FF5-E3C9-13BD-6A677183182E}"/>
              </a:ext>
            </a:extLst>
          </p:cNvPr>
          <p:cNvGrpSpPr/>
          <p:nvPr/>
        </p:nvGrpSpPr>
        <p:grpSpPr>
          <a:xfrm>
            <a:off x="1720653" y="5289831"/>
            <a:ext cx="753573" cy="1001368"/>
            <a:chOff x="1720653" y="5290516"/>
            <a:chExt cx="753573" cy="1001368"/>
          </a:xfrm>
        </p:grpSpPr>
        <p:sp>
          <p:nvSpPr>
            <p:cNvPr id="52" name="任意多边形: 形状 51">
              <a:extLst>
                <a:ext uri="{FF2B5EF4-FFF2-40B4-BE49-F238E27FC236}">
                  <a16:creationId xmlns:a16="http://schemas.microsoft.com/office/drawing/2014/main" id="{42090B49-1F81-B43F-A4C7-843C15DD4259}"/>
                </a:ext>
              </a:extLst>
            </p:cNvPr>
            <p:cNvSpPr/>
            <p:nvPr/>
          </p:nvSpPr>
          <p:spPr>
            <a:xfrm>
              <a:off x="1720653" y="5290516"/>
              <a:ext cx="753573" cy="1001368"/>
            </a:xfrm>
            <a:custGeom>
              <a:avLst/>
              <a:gdLst>
                <a:gd name="connsiteX0" fmla="*/ 337132 w 674264"/>
                <a:gd name="connsiteY0" fmla="*/ 0 h 895980"/>
                <a:gd name="connsiteX1" fmla="*/ 674264 w 674264"/>
                <a:gd name="connsiteY1" fmla="*/ 337132 h 895980"/>
                <a:gd name="connsiteX2" fmla="*/ 468359 w 674264"/>
                <a:gd name="connsiteY2" fmla="*/ 647771 h 895980"/>
                <a:gd name="connsiteX3" fmla="*/ 437418 w 674264"/>
                <a:gd name="connsiteY3" fmla="*/ 657375 h 895980"/>
                <a:gd name="connsiteX4" fmla="*/ 337130 w 674264"/>
                <a:gd name="connsiteY4" fmla="*/ 895980 h 895980"/>
                <a:gd name="connsiteX5" fmla="*/ 236842 w 674264"/>
                <a:gd name="connsiteY5" fmla="*/ 657374 h 895980"/>
                <a:gd name="connsiteX6" fmla="*/ 205905 w 674264"/>
                <a:gd name="connsiteY6" fmla="*/ 647771 h 895980"/>
                <a:gd name="connsiteX7" fmla="*/ 0 w 674264"/>
                <a:gd name="connsiteY7" fmla="*/ 337132 h 895980"/>
                <a:gd name="connsiteX8" fmla="*/ 337132 w 674264"/>
                <a:gd name="connsiteY8" fmla="*/ 0 h 89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4264" h="895980">
                  <a:moveTo>
                    <a:pt x="337132" y="0"/>
                  </a:moveTo>
                  <a:cubicBezTo>
                    <a:pt x="523325" y="0"/>
                    <a:pt x="674264" y="150939"/>
                    <a:pt x="674264" y="337132"/>
                  </a:cubicBezTo>
                  <a:cubicBezTo>
                    <a:pt x="674264" y="476777"/>
                    <a:pt x="589361" y="596591"/>
                    <a:pt x="468359" y="647771"/>
                  </a:cubicBezTo>
                  <a:lnTo>
                    <a:pt x="437418" y="657375"/>
                  </a:lnTo>
                  <a:lnTo>
                    <a:pt x="337130" y="895980"/>
                  </a:lnTo>
                  <a:lnTo>
                    <a:pt x="236842" y="657374"/>
                  </a:lnTo>
                  <a:lnTo>
                    <a:pt x="205905" y="647771"/>
                  </a:lnTo>
                  <a:cubicBezTo>
                    <a:pt x="84903" y="596591"/>
                    <a:pt x="0" y="476777"/>
                    <a:pt x="0" y="337132"/>
                  </a:cubicBezTo>
                  <a:cubicBezTo>
                    <a:pt x="0" y="150939"/>
                    <a:pt x="150939" y="0"/>
                    <a:pt x="337132" y="0"/>
                  </a:cubicBezTo>
                  <a:close/>
                </a:path>
              </a:pathLst>
            </a:custGeom>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7" name="文本框 86">
              <a:extLst>
                <a:ext uri="{FF2B5EF4-FFF2-40B4-BE49-F238E27FC236}">
                  <a16:creationId xmlns:a16="http://schemas.microsoft.com/office/drawing/2014/main" id="{8B8B7366-0FCD-BB69-B496-D8C57A0EA7EE}"/>
                </a:ext>
              </a:extLst>
            </p:cNvPr>
            <p:cNvSpPr txBox="1"/>
            <p:nvPr/>
          </p:nvSpPr>
          <p:spPr>
            <a:xfrm>
              <a:off x="1818682" y="5397867"/>
              <a:ext cx="557513" cy="523220"/>
            </a:xfrm>
            <a:prstGeom prst="rect">
              <a:avLst/>
            </a:prstGeom>
            <a:noFill/>
          </p:spPr>
          <p:txBody>
            <a:bodyPr wrap="square" rtlCol="0">
              <a:spAutoFit/>
            </a:bodyPr>
            <a:lstStyle/>
            <a:p>
              <a:r>
                <a:rPr lang="zh-CN" altLang="en-US" sz="1400" dirty="0">
                  <a:solidFill>
                    <a:schemeClr val="bg1"/>
                  </a:solidFill>
                </a:rPr>
                <a:t>第一阶段</a:t>
              </a:r>
            </a:p>
          </p:txBody>
        </p:sp>
      </p:grpSp>
      <p:grpSp>
        <p:nvGrpSpPr>
          <p:cNvPr id="93" name="组合 92">
            <a:extLst>
              <a:ext uri="{FF2B5EF4-FFF2-40B4-BE49-F238E27FC236}">
                <a16:creationId xmlns:a16="http://schemas.microsoft.com/office/drawing/2014/main" id="{C4A36D80-DB32-9581-1A6C-ABF4244E20A3}"/>
              </a:ext>
            </a:extLst>
          </p:cNvPr>
          <p:cNvGrpSpPr/>
          <p:nvPr/>
        </p:nvGrpSpPr>
        <p:grpSpPr>
          <a:xfrm>
            <a:off x="3539538" y="4715563"/>
            <a:ext cx="753573" cy="1001368"/>
            <a:chOff x="3539538" y="4716248"/>
            <a:chExt cx="753573" cy="1001368"/>
          </a:xfrm>
        </p:grpSpPr>
        <p:sp>
          <p:nvSpPr>
            <p:cNvPr id="85" name="任意多边形: 形状 84">
              <a:extLst>
                <a:ext uri="{FF2B5EF4-FFF2-40B4-BE49-F238E27FC236}">
                  <a16:creationId xmlns:a16="http://schemas.microsoft.com/office/drawing/2014/main" id="{5DD3374F-F80F-BF4E-4E8F-49521096E977}"/>
                </a:ext>
              </a:extLst>
            </p:cNvPr>
            <p:cNvSpPr/>
            <p:nvPr/>
          </p:nvSpPr>
          <p:spPr>
            <a:xfrm>
              <a:off x="3539538" y="4716248"/>
              <a:ext cx="753573" cy="1001368"/>
            </a:xfrm>
            <a:custGeom>
              <a:avLst/>
              <a:gdLst>
                <a:gd name="connsiteX0" fmla="*/ 337132 w 674264"/>
                <a:gd name="connsiteY0" fmla="*/ 0 h 895980"/>
                <a:gd name="connsiteX1" fmla="*/ 674264 w 674264"/>
                <a:gd name="connsiteY1" fmla="*/ 337132 h 895980"/>
                <a:gd name="connsiteX2" fmla="*/ 468359 w 674264"/>
                <a:gd name="connsiteY2" fmla="*/ 647771 h 895980"/>
                <a:gd name="connsiteX3" fmla="*/ 437418 w 674264"/>
                <a:gd name="connsiteY3" fmla="*/ 657375 h 895980"/>
                <a:gd name="connsiteX4" fmla="*/ 337130 w 674264"/>
                <a:gd name="connsiteY4" fmla="*/ 895980 h 895980"/>
                <a:gd name="connsiteX5" fmla="*/ 236842 w 674264"/>
                <a:gd name="connsiteY5" fmla="*/ 657374 h 895980"/>
                <a:gd name="connsiteX6" fmla="*/ 205905 w 674264"/>
                <a:gd name="connsiteY6" fmla="*/ 647771 h 895980"/>
                <a:gd name="connsiteX7" fmla="*/ 0 w 674264"/>
                <a:gd name="connsiteY7" fmla="*/ 337132 h 895980"/>
                <a:gd name="connsiteX8" fmla="*/ 337132 w 674264"/>
                <a:gd name="connsiteY8" fmla="*/ 0 h 89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4264" h="895980">
                  <a:moveTo>
                    <a:pt x="337132" y="0"/>
                  </a:moveTo>
                  <a:cubicBezTo>
                    <a:pt x="523325" y="0"/>
                    <a:pt x="674264" y="150939"/>
                    <a:pt x="674264" y="337132"/>
                  </a:cubicBezTo>
                  <a:cubicBezTo>
                    <a:pt x="674264" y="476777"/>
                    <a:pt x="589361" y="596591"/>
                    <a:pt x="468359" y="647771"/>
                  </a:cubicBezTo>
                  <a:lnTo>
                    <a:pt x="437418" y="657375"/>
                  </a:lnTo>
                  <a:lnTo>
                    <a:pt x="337130" y="895980"/>
                  </a:lnTo>
                  <a:lnTo>
                    <a:pt x="236842" y="657374"/>
                  </a:lnTo>
                  <a:lnTo>
                    <a:pt x="205905" y="647771"/>
                  </a:lnTo>
                  <a:cubicBezTo>
                    <a:pt x="84903" y="596591"/>
                    <a:pt x="0" y="476777"/>
                    <a:pt x="0" y="337132"/>
                  </a:cubicBezTo>
                  <a:cubicBezTo>
                    <a:pt x="0" y="150939"/>
                    <a:pt x="150939" y="0"/>
                    <a:pt x="337132" y="0"/>
                  </a:cubicBezTo>
                  <a:close/>
                </a:path>
              </a:pathLst>
            </a:custGeom>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8" name="文本框 87">
              <a:extLst>
                <a:ext uri="{FF2B5EF4-FFF2-40B4-BE49-F238E27FC236}">
                  <a16:creationId xmlns:a16="http://schemas.microsoft.com/office/drawing/2014/main" id="{13A99611-1B39-6D17-CB66-E0BC626BE13F}"/>
                </a:ext>
              </a:extLst>
            </p:cNvPr>
            <p:cNvSpPr txBox="1"/>
            <p:nvPr/>
          </p:nvSpPr>
          <p:spPr>
            <a:xfrm>
              <a:off x="3637567" y="4812171"/>
              <a:ext cx="557513" cy="523220"/>
            </a:xfrm>
            <a:prstGeom prst="rect">
              <a:avLst/>
            </a:prstGeom>
            <a:noFill/>
          </p:spPr>
          <p:txBody>
            <a:bodyPr wrap="square" rtlCol="0">
              <a:spAutoFit/>
            </a:bodyPr>
            <a:lstStyle/>
            <a:p>
              <a:r>
                <a:rPr lang="zh-CN" altLang="en-US" sz="1400" dirty="0">
                  <a:solidFill>
                    <a:schemeClr val="bg1"/>
                  </a:solidFill>
                </a:rPr>
                <a:t>第二阶段</a:t>
              </a:r>
            </a:p>
          </p:txBody>
        </p:sp>
      </p:grpSp>
      <p:grpSp>
        <p:nvGrpSpPr>
          <p:cNvPr id="96" name="组合 95">
            <a:extLst>
              <a:ext uri="{FF2B5EF4-FFF2-40B4-BE49-F238E27FC236}">
                <a16:creationId xmlns:a16="http://schemas.microsoft.com/office/drawing/2014/main" id="{B05F9F3F-D6B4-D3E2-1847-72BC41BA2ACB}"/>
              </a:ext>
            </a:extLst>
          </p:cNvPr>
          <p:cNvGrpSpPr/>
          <p:nvPr/>
        </p:nvGrpSpPr>
        <p:grpSpPr>
          <a:xfrm>
            <a:off x="5092530" y="3114376"/>
            <a:ext cx="753573" cy="1001368"/>
            <a:chOff x="5092530" y="3115061"/>
            <a:chExt cx="753573" cy="1001368"/>
          </a:xfrm>
        </p:grpSpPr>
        <p:sp>
          <p:nvSpPr>
            <p:cNvPr id="59" name="任意多边形: 形状 58">
              <a:extLst>
                <a:ext uri="{FF2B5EF4-FFF2-40B4-BE49-F238E27FC236}">
                  <a16:creationId xmlns:a16="http://schemas.microsoft.com/office/drawing/2014/main" id="{D6D6ADD0-6EAD-1A09-BBDE-5E74DC3BE450}"/>
                </a:ext>
              </a:extLst>
            </p:cNvPr>
            <p:cNvSpPr/>
            <p:nvPr/>
          </p:nvSpPr>
          <p:spPr>
            <a:xfrm>
              <a:off x="5092530" y="3115061"/>
              <a:ext cx="753573" cy="1001368"/>
            </a:xfrm>
            <a:custGeom>
              <a:avLst/>
              <a:gdLst>
                <a:gd name="connsiteX0" fmla="*/ 337132 w 674264"/>
                <a:gd name="connsiteY0" fmla="*/ 0 h 895980"/>
                <a:gd name="connsiteX1" fmla="*/ 674264 w 674264"/>
                <a:gd name="connsiteY1" fmla="*/ 337132 h 895980"/>
                <a:gd name="connsiteX2" fmla="*/ 468359 w 674264"/>
                <a:gd name="connsiteY2" fmla="*/ 647771 h 895980"/>
                <a:gd name="connsiteX3" fmla="*/ 437418 w 674264"/>
                <a:gd name="connsiteY3" fmla="*/ 657375 h 895980"/>
                <a:gd name="connsiteX4" fmla="*/ 337130 w 674264"/>
                <a:gd name="connsiteY4" fmla="*/ 895980 h 895980"/>
                <a:gd name="connsiteX5" fmla="*/ 236842 w 674264"/>
                <a:gd name="connsiteY5" fmla="*/ 657374 h 895980"/>
                <a:gd name="connsiteX6" fmla="*/ 205905 w 674264"/>
                <a:gd name="connsiteY6" fmla="*/ 647771 h 895980"/>
                <a:gd name="connsiteX7" fmla="*/ 0 w 674264"/>
                <a:gd name="connsiteY7" fmla="*/ 337132 h 895980"/>
                <a:gd name="connsiteX8" fmla="*/ 337132 w 674264"/>
                <a:gd name="connsiteY8" fmla="*/ 0 h 89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4264" h="895980">
                  <a:moveTo>
                    <a:pt x="337132" y="0"/>
                  </a:moveTo>
                  <a:cubicBezTo>
                    <a:pt x="523325" y="0"/>
                    <a:pt x="674264" y="150939"/>
                    <a:pt x="674264" y="337132"/>
                  </a:cubicBezTo>
                  <a:cubicBezTo>
                    <a:pt x="674264" y="476777"/>
                    <a:pt x="589361" y="596591"/>
                    <a:pt x="468359" y="647771"/>
                  </a:cubicBezTo>
                  <a:lnTo>
                    <a:pt x="437418" y="657375"/>
                  </a:lnTo>
                  <a:lnTo>
                    <a:pt x="337130" y="895980"/>
                  </a:lnTo>
                  <a:lnTo>
                    <a:pt x="236842" y="657374"/>
                  </a:lnTo>
                  <a:lnTo>
                    <a:pt x="205905" y="647771"/>
                  </a:lnTo>
                  <a:cubicBezTo>
                    <a:pt x="84903" y="596591"/>
                    <a:pt x="0" y="476777"/>
                    <a:pt x="0" y="337132"/>
                  </a:cubicBezTo>
                  <a:cubicBezTo>
                    <a:pt x="0" y="150939"/>
                    <a:pt x="150939" y="0"/>
                    <a:pt x="337132" y="0"/>
                  </a:cubicBezTo>
                  <a:close/>
                </a:path>
              </a:pathLst>
            </a:custGeom>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9" name="文本框 88">
              <a:extLst>
                <a:ext uri="{FF2B5EF4-FFF2-40B4-BE49-F238E27FC236}">
                  <a16:creationId xmlns:a16="http://schemas.microsoft.com/office/drawing/2014/main" id="{ED861F7E-E7E3-5166-45EE-B1FA456EAF3E}"/>
                </a:ext>
              </a:extLst>
            </p:cNvPr>
            <p:cNvSpPr txBox="1"/>
            <p:nvPr/>
          </p:nvSpPr>
          <p:spPr>
            <a:xfrm>
              <a:off x="5201619" y="3235277"/>
              <a:ext cx="557513" cy="523220"/>
            </a:xfrm>
            <a:prstGeom prst="rect">
              <a:avLst/>
            </a:prstGeom>
            <a:noFill/>
          </p:spPr>
          <p:txBody>
            <a:bodyPr wrap="square" rtlCol="0">
              <a:spAutoFit/>
            </a:bodyPr>
            <a:lstStyle/>
            <a:p>
              <a:r>
                <a:rPr lang="zh-CN" altLang="en-US" sz="1400" dirty="0">
                  <a:solidFill>
                    <a:schemeClr val="bg1"/>
                  </a:solidFill>
                </a:rPr>
                <a:t>第三阶段</a:t>
              </a:r>
            </a:p>
          </p:txBody>
        </p:sp>
      </p:grpSp>
      <p:grpSp>
        <p:nvGrpSpPr>
          <p:cNvPr id="94" name="组合 93">
            <a:extLst>
              <a:ext uri="{FF2B5EF4-FFF2-40B4-BE49-F238E27FC236}">
                <a16:creationId xmlns:a16="http://schemas.microsoft.com/office/drawing/2014/main" id="{98B521CA-6C53-1F61-46A5-233B00B29928}"/>
              </a:ext>
            </a:extLst>
          </p:cNvPr>
          <p:cNvGrpSpPr/>
          <p:nvPr/>
        </p:nvGrpSpPr>
        <p:grpSpPr>
          <a:xfrm>
            <a:off x="7335120" y="2371537"/>
            <a:ext cx="753573" cy="1001368"/>
            <a:chOff x="7335120" y="2372222"/>
            <a:chExt cx="753573" cy="1001368"/>
          </a:xfrm>
        </p:grpSpPr>
        <p:sp>
          <p:nvSpPr>
            <p:cNvPr id="60" name="任意多边形: 形状 59">
              <a:extLst>
                <a:ext uri="{FF2B5EF4-FFF2-40B4-BE49-F238E27FC236}">
                  <a16:creationId xmlns:a16="http://schemas.microsoft.com/office/drawing/2014/main" id="{38C41A31-8E0D-783C-64FF-80D7E4C409E3}"/>
                </a:ext>
              </a:extLst>
            </p:cNvPr>
            <p:cNvSpPr/>
            <p:nvPr/>
          </p:nvSpPr>
          <p:spPr>
            <a:xfrm>
              <a:off x="7335120" y="2372222"/>
              <a:ext cx="753573" cy="1001368"/>
            </a:xfrm>
            <a:custGeom>
              <a:avLst/>
              <a:gdLst>
                <a:gd name="connsiteX0" fmla="*/ 337132 w 674264"/>
                <a:gd name="connsiteY0" fmla="*/ 0 h 895980"/>
                <a:gd name="connsiteX1" fmla="*/ 674264 w 674264"/>
                <a:gd name="connsiteY1" fmla="*/ 337132 h 895980"/>
                <a:gd name="connsiteX2" fmla="*/ 468359 w 674264"/>
                <a:gd name="connsiteY2" fmla="*/ 647771 h 895980"/>
                <a:gd name="connsiteX3" fmla="*/ 437418 w 674264"/>
                <a:gd name="connsiteY3" fmla="*/ 657375 h 895980"/>
                <a:gd name="connsiteX4" fmla="*/ 337130 w 674264"/>
                <a:gd name="connsiteY4" fmla="*/ 895980 h 895980"/>
                <a:gd name="connsiteX5" fmla="*/ 236842 w 674264"/>
                <a:gd name="connsiteY5" fmla="*/ 657374 h 895980"/>
                <a:gd name="connsiteX6" fmla="*/ 205905 w 674264"/>
                <a:gd name="connsiteY6" fmla="*/ 647771 h 895980"/>
                <a:gd name="connsiteX7" fmla="*/ 0 w 674264"/>
                <a:gd name="connsiteY7" fmla="*/ 337132 h 895980"/>
                <a:gd name="connsiteX8" fmla="*/ 337132 w 674264"/>
                <a:gd name="connsiteY8" fmla="*/ 0 h 89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4264" h="895980">
                  <a:moveTo>
                    <a:pt x="337132" y="0"/>
                  </a:moveTo>
                  <a:cubicBezTo>
                    <a:pt x="523325" y="0"/>
                    <a:pt x="674264" y="150939"/>
                    <a:pt x="674264" y="337132"/>
                  </a:cubicBezTo>
                  <a:cubicBezTo>
                    <a:pt x="674264" y="476777"/>
                    <a:pt x="589361" y="596591"/>
                    <a:pt x="468359" y="647771"/>
                  </a:cubicBezTo>
                  <a:lnTo>
                    <a:pt x="437418" y="657375"/>
                  </a:lnTo>
                  <a:lnTo>
                    <a:pt x="337130" y="895980"/>
                  </a:lnTo>
                  <a:lnTo>
                    <a:pt x="236842" y="657374"/>
                  </a:lnTo>
                  <a:lnTo>
                    <a:pt x="205905" y="647771"/>
                  </a:lnTo>
                  <a:cubicBezTo>
                    <a:pt x="84903" y="596591"/>
                    <a:pt x="0" y="476777"/>
                    <a:pt x="0" y="337132"/>
                  </a:cubicBezTo>
                  <a:cubicBezTo>
                    <a:pt x="0" y="150939"/>
                    <a:pt x="150939" y="0"/>
                    <a:pt x="337132" y="0"/>
                  </a:cubicBezTo>
                  <a:close/>
                </a:path>
              </a:pathLst>
            </a:custGeom>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90" name="文本框 89">
              <a:extLst>
                <a:ext uri="{FF2B5EF4-FFF2-40B4-BE49-F238E27FC236}">
                  <a16:creationId xmlns:a16="http://schemas.microsoft.com/office/drawing/2014/main" id="{957BF811-2CF1-5F7A-2D02-CDCB61C0EFC2}"/>
                </a:ext>
              </a:extLst>
            </p:cNvPr>
            <p:cNvSpPr txBox="1"/>
            <p:nvPr/>
          </p:nvSpPr>
          <p:spPr>
            <a:xfrm>
              <a:off x="7439369" y="2485051"/>
              <a:ext cx="557513" cy="523220"/>
            </a:xfrm>
            <a:prstGeom prst="rect">
              <a:avLst/>
            </a:prstGeom>
            <a:noFill/>
          </p:spPr>
          <p:txBody>
            <a:bodyPr wrap="square" rtlCol="0">
              <a:spAutoFit/>
            </a:bodyPr>
            <a:lstStyle/>
            <a:p>
              <a:r>
                <a:rPr lang="zh-CN" altLang="en-US" sz="1400" dirty="0">
                  <a:solidFill>
                    <a:schemeClr val="bg1"/>
                  </a:solidFill>
                </a:rPr>
                <a:t>第四阶段</a:t>
              </a:r>
            </a:p>
          </p:txBody>
        </p:sp>
      </p:grpSp>
      <p:grpSp>
        <p:nvGrpSpPr>
          <p:cNvPr id="95" name="组合 94">
            <a:extLst>
              <a:ext uri="{FF2B5EF4-FFF2-40B4-BE49-F238E27FC236}">
                <a16:creationId xmlns:a16="http://schemas.microsoft.com/office/drawing/2014/main" id="{2FCC672E-9D9C-FF90-DD83-4BD342512A46}"/>
              </a:ext>
            </a:extLst>
          </p:cNvPr>
          <p:cNvGrpSpPr/>
          <p:nvPr/>
        </p:nvGrpSpPr>
        <p:grpSpPr>
          <a:xfrm>
            <a:off x="9298631" y="1966544"/>
            <a:ext cx="753573" cy="1001368"/>
            <a:chOff x="9298631" y="1967229"/>
            <a:chExt cx="753573" cy="1001368"/>
          </a:xfrm>
        </p:grpSpPr>
        <p:sp>
          <p:nvSpPr>
            <p:cNvPr id="61" name="任意多边形: 形状 60">
              <a:extLst>
                <a:ext uri="{FF2B5EF4-FFF2-40B4-BE49-F238E27FC236}">
                  <a16:creationId xmlns:a16="http://schemas.microsoft.com/office/drawing/2014/main" id="{629034C9-5532-A6EE-BF89-9C8D3DB45AB5}"/>
                </a:ext>
              </a:extLst>
            </p:cNvPr>
            <p:cNvSpPr/>
            <p:nvPr/>
          </p:nvSpPr>
          <p:spPr>
            <a:xfrm>
              <a:off x="9298631" y="1967229"/>
              <a:ext cx="753573" cy="1001368"/>
            </a:xfrm>
            <a:custGeom>
              <a:avLst/>
              <a:gdLst>
                <a:gd name="connsiteX0" fmla="*/ 337132 w 674264"/>
                <a:gd name="connsiteY0" fmla="*/ 0 h 895980"/>
                <a:gd name="connsiteX1" fmla="*/ 674264 w 674264"/>
                <a:gd name="connsiteY1" fmla="*/ 337132 h 895980"/>
                <a:gd name="connsiteX2" fmla="*/ 468359 w 674264"/>
                <a:gd name="connsiteY2" fmla="*/ 647771 h 895980"/>
                <a:gd name="connsiteX3" fmla="*/ 437418 w 674264"/>
                <a:gd name="connsiteY3" fmla="*/ 657375 h 895980"/>
                <a:gd name="connsiteX4" fmla="*/ 337130 w 674264"/>
                <a:gd name="connsiteY4" fmla="*/ 895980 h 895980"/>
                <a:gd name="connsiteX5" fmla="*/ 236842 w 674264"/>
                <a:gd name="connsiteY5" fmla="*/ 657374 h 895980"/>
                <a:gd name="connsiteX6" fmla="*/ 205905 w 674264"/>
                <a:gd name="connsiteY6" fmla="*/ 647771 h 895980"/>
                <a:gd name="connsiteX7" fmla="*/ 0 w 674264"/>
                <a:gd name="connsiteY7" fmla="*/ 337132 h 895980"/>
                <a:gd name="connsiteX8" fmla="*/ 337132 w 674264"/>
                <a:gd name="connsiteY8" fmla="*/ 0 h 89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4264" h="895980">
                  <a:moveTo>
                    <a:pt x="337132" y="0"/>
                  </a:moveTo>
                  <a:cubicBezTo>
                    <a:pt x="523325" y="0"/>
                    <a:pt x="674264" y="150939"/>
                    <a:pt x="674264" y="337132"/>
                  </a:cubicBezTo>
                  <a:cubicBezTo>
                    <a:pt x="674264" y="476777"/>
                    <a:pt x="589361" y="596591"/>
                    <a:pt x="468359" y="647771"/>
                  </a:cubicBezTo>
                  <a:lnTo>
                    <a:pt x="437418" y="657375"/>
                  </a:lnTo>
                  <a:lnTo>
                    <a:pt x="337130" y="895980"/>
                  </a:lnTo>
                  <a:lnTo>
                    <a:pt x="236842" y="657374"/>
                  </a:lnTo>
                  <a:lnTo>
                    <a:pt x="205905" y="647771"/>
                  </a:lnTo>
                  <a:cubicBezTo>
                    <a:pt x="84903" y="596591"/>
                    <a:pt x="0" y="476777"/>
                    <a:pt x="0" y="337132"/>
                  </a:cubicBezTo>
                  <a:cubicBezTo>
                    <a:pt x="0" y="150939"/>
                    <a:pt x="150939" y="0"/>
                    <a:pt x="337132" y="0"/>
                  </a:cubicBezTo>
                  <a:close/>
                </a:path>
              </a:pathLst>
            </a:custGeom>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91" name="文本框 90">
              <a:extLst>
                <a:ext uri="{FF2B5EF4-FFF2-40B4-BE49-F238E27FC236}">
                  <a16:creationId xmlns:a16="http://schemas.microsoft.com/office/drawing/2014/main" id="{2D4C6A69-4D70-F46F-C2BF-E98455E5A601}"/>
                </a:ext>
              </a:extLst>
            </p:cNvPr>
            <p:cNvSpPr txBox="1"/>
            <p:nvPr/>
          </p:nvSpPr>
          <p:spPr>
            <a:xfrm>
              <a:off x="9404677" y="2068138"/>
              <a:ext cx="557513" cy="523220"/>
            </a:xfrm>
            <a:prstGeom prst="rect">
              <a:avLst/>
            </a:prstGeom>
            <a:noFill/>
          </p:spPr>
          <p:txBody>
            <a:bodyPr wrap="square" rtlCol="0">
              <a:spAutoFit/>
            </a:bodyPr>
            <a:lstStyle/>
            <a:p>
              <a:r>
                <a:rPr lang="zh-CN" altLang="en-US" sz="1400" dirty="0">
                  <a:solidFill>
                    <a:schemeClr val="bg1"/>
                  </a:solidFill>
                </a:rPr>
                <a:t>第五阶段</a:t>
              </a:r>
            </a:p>
          </p:txBody>
        </p:sp>
      </p:grpSp>
      <p:grpSp>
        <p:nvGrpSpPr>
          <p:cNvPr id="103" name="组合 102">
            <a:extLst>
              <a:ext uri="{FF2B5EF4-FFF2-40B4-BE49-F238E27FC236}">
                <a16:creationId xmlns:a16="http://schemas.microsoft.com/office/drawing/2014/main" id="{E2B323CD-ECF8-61F1-BA63-8FED6D0FA78A}"/>
              </a:ext>
            </a:extLst>
          </p:cNvPr>
          <p:cNvGrpSpPr/>
          <p:nvPr/>
        </p:nvGrpSpPr>
        <p:grpSpPr>
          <a:xfrm>
            <a:off x="613430" y="1066800"/>
            <a:ext cx="2019454" cy="652184"/>
            <a:chOff x="613430" y="1066800"/>
            <a:chExt cx="2019454" cy="652184"/>
          </a:xfrm>
        </p:grpSpPr>
        <p:sp>
          <p:nvSpPr>
            <p:cNvPr id="64" name="任意多边形: 形状 63">
              <a:extLst>
                <a:ext uri="{FF2B5EF4-FFF2-40B4-BE49-F238E27FC236}">
                  <a16:creationId xmlns:a16="http://schemas.microsoft.com/office/drawing/2014/main" id="{C83BE8C0-FEA6-B1C3-2833-9FFE0D73FE1B}"/>
                </a:ext>
              </a:extLst>
            </p:cNvPr>
            <p:cNvSpPr/>
            <p:nvPr/>
          </p:nvSpPr>
          <p:spPr>
            <a:xfrm>
              <a:off x="613430" y="1066800"/>
              <a:ext cx="2019454" cy="652184"/>
            </a:xfrm>
            <a:custGeom>
              <a:avLst/>
              <a:gdLst>
                <a:gd name="connsiteX0" fmla="*/ 0 w 2531763"/>
                <a:gd name="connsiteY0" fmla="*/ 0 h 652184"/>
                <a:gd name="connsiteX1" fmla="*/ 2531763 w 2531763"/>
                <a:gd name="connsiteY1" fmla="*/ 0 h 652184"/>
                <a:gd name="connsiteX2" fmla="*/ 2531763 w 2531763"/>
                <a:gd name="connsiteY2" fmla="*/ 446298 h 652184"/>
                <a:gd name="connsiteX3" fmla="*/ 1444853 w 2531763"/>
                <a:gd name="connsiteY3" fmla="*/ 446298 h 652184"/>
                <a:gd name="connsiteX4" fmla="*/ 1265880 w 2531763"/>
                <a:gd name="connsiteY4" fmla="*/ 652184 h 652184"/>
                <a:gd name="connsiteX5" fmla="*/ 1086908 w 2531763"/>
                <a:gd name="connsiteY5" fmla="*/ 446298 h 652184"/>
                <a:gd name="connsiteX6" fmla="*/ 0 w 2531763"/>
                <a:gd name="connsiteY6" fmla="*/ 446298 h 6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1763" h="652184">
                  <a:moveTo>
                    <a:pt x="0" y="0"/>
                  </a:moveTo>
                  <a:lnTo>
                    <a:pt x="2531763" y="0"/>
                  </a:lnTo>
                  <a:lnTo>
                    <a:pt x="2531763" y="446298"/>
                  </a:lnTo>
                  <a:lnTo>
                    <a:pt x="1444853" y="446298"/>
                  </a:lnTo>
                  <a:lnTo>
                    <a:pt x="1265880" y="652184"/>
                  </a:lnTo>
                  <a:lnTo>
                    <a:pt x="1086908" y="446298"/>
                  </a:lnTo>
                  <a:lnTo>
                    <a:pt x="0" y="44629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98" name="文本框 97">
              <a:extLst>
                <a:ext uri="{FF2B5EF4-FFF2-40B4-BE49-F238E27FC236}">
                  <a16:creationId xmlns:a16="http://schemas.microsoft.com/office/drawing/2014/main" id="{148AAD4D-532A-0B58-8CB6-068FB36DF128}"/>
                </a:ext>
              </a:extLst>
            </p:cNvPr>
            <p:cNvSpPr txBox="1"/>
            <p:nvPr/>
          </p:nvSpPr>
          <p:spPr>
            <a:xfrm>
              <a:off x="808321" y="1132429"/>
              <a:ext cx="1636500" cy="338554"/>
            </a:xfrm>
            <a:prstGeom prst="rect">
              <a:avLst/>
            </a:prstGeom>
            <a:noFill/>
          </p:spPr>
          <p:txBody>
            <a:bodyPr wrap="square" rtlCol="0">
              <a:spAutoFit/>
            </a:bodyPr>
            <a:lstStyle/>
            <a:p>
              <a:r>
                <a:rPr lang="zh-CN" altLang="en-US" sz="1600" dirty="0">
                  <a:solidFill>
                    <a:schemeClr val="bg1"/>
                  </a:solidFill>
                </a:rPr>
                <a:t>需求调研与分析</a:t>
              </a:r>
            </a:p>
          </p:txBody>
        </p:sp>
      </p:grpSp>
      <p:grpSp>
        <p:nvGrpSpPr>
          <p:cNvPr id="104" name="组合 103">
            <a:extLst>
              <a:ext uri="{FF2B5EF4-FFF2-40B4-BE49-F238E27FC236}">
                <a16:creationId xmlns:a16="http://schemas.microsoft.com/office/drawing/2014/main" id="{FE2B719E-3256-345F-D71A-E6062F9551DB}"/>
              </a:ext>
            </a:extLst>
          </p:cNvPr>
          <p:cNvGrpSpPr/>
          <p:nvPr/>
        </p:nvGrpSpPr>
        <p:grpSpPr>
          <a:xfrm>
            <a:off x="2850007" y="1066800"/>
            <a:ext cx="2019455" cy="652184"/>
            <a:chOff x="2850007" y="1066800"/>
            <a:chExt cx="2019455" cy="652184"/>
          </a:xfrm>
        </p:grpSpPr>
        <p:sp>
          <p:nvSpPr>
            <p:cNvPr id="65" name="任意多边形: 形状 64">
              <a:extLst>
                <a:ext uri="{FF2B5EF4-FFF2-40B4-BE49-F238E27FC236}">
                  <a16:creationId xmlns:a16="http://schemas.microsoft.com/office/drawing/2014/main" id="{1D84A653-EB00-0569-1F12-B312ACFB1D43}"/>
                </a:ext>
              </a:extLst>
            </p:cNvPr>
            <p:cNvSpPr/>
            <p:nvPr/>
          </p:nvSpPr>
          <p:spPr>
            <a:xfrm>
              <a:off x="2850007" y="1066800"/>
              <a:ext cx="2019455" cy="652184"/>
            </a:xfrm>
            <a:custGeom>
              <a:avLst/>
              <a:gdLst>
                <a:gd name="connsiteX0" fmla="*/ 0 w 2531763"/>
                <a:gd name="connsiteY0" fmla="*/ 0 h 652184"/>
                <a:gd name="connsiteX1" fmla="*/ 2531763 w 2531763"/>
                <a:gd name="connsiteY1" fmla="*/ 0 h 652184"/>
                <a:gd name="connsiteX2" fmla="*/ 2531763 w 2531763"/>
                <a:gd name="connsiteY2" fmla="*/ 446298 h 652184"/>
                <a:gd name="connsiteX3" fmla="*/ 1444853 w 2531763"/>
                <a:gd name="connsiteY3" fmla="*/ 446298 h 652184"/>
                <a:gd name="connsiteX4" fmla="*/ 1265880 w 2531763"/>
                <a:gd name="connsiteY4" fmla="*/ 652184 h 652184"/>
                <a:gd name="connsiteX5" fmla="*/ 1086908 w 2531763"/>
                <a:gd name="connsiteY5" fmla="*/ 446298 h 652184"/>
                <a:gd name="connsiteX6" fmla="*/ 0 w 2531763"/>
                <a:gd name="connsiteY6" fmla="*/ 446298 h 6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1763" h="652184">
                  <a:moveTo>
                    <a:pt x="0" y="0"/>
                  </a:moveTo>
                  <a:lnTo>
                    <a:pt x="2531763" y="0"/>
                  </a:lnTo>
                  <a:lnTo>
                    <a:pt x="2531763" y="446298"/>
                  </a:lnTo>
                  <a:lnTo>
                    <a:pt x="1444853" y="446298"/>
                  </a:lnTo>
                  <a:lnTo>
                    <a:pt x="1265880" y="652184"/>
                  </a:lnTo>
                  <a:lnTo>
                    <a:pt x="1086908" y="446298"/>
                  </a:lnTo>
                  <a:lnTo>
                    <a:pt x="0" y="44629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99" name="文本框 98">
              <a:extLst>
                <a:ext uri="{FF2B5EF4-FFF2-40B4-BE49-F238E27FC236}">
                  <a16:creationId xmlns:a16="http://schemas.microsoft.com/office/drawing/2014/main" id="{1C14DAF4-BE05-D7A4-5118-57D1EB077F3B}"/>
                </a:ext>
              </a:extLst>
            </p:cNvPr>
            <p:cNvSpPr txBox="1"/>
            <p:nvPr/>
          </p:nvSpPr>
          <p:spPr>
            <a:xfrm>
              <a:off x="3254635" y="1127918"/>
              <a:ext cx="1207286" cy="338554"/>
            </a:xfrm>
            <a:prstGeom prst="rect">
              <a:avLst/>
            </a:prstGeom>
            <a:noFill/>
          </p:spPr>
          <p:txBody>
            <a:bodyPr wrap="square" rtlCol="0">
              <a:spAutoFit/>
            </a:bodyPr>
            <a:lstStyle/>
            <a:p>
              <a:pPr algn="dist"/>
              <a:r>
                <a:rPr lang="zh-CN" altLang="en-US" sz="1600" dirty="0">
                  <a:solidFill>
                    <a:schemeClr val="bg1"/>
                  </a:solidFill>
                </a:rPr>
                <a:t>系统设计</a:t>
              </a:r>
            </a:p>
          </p:txBody>
        </p:sp>
      </p:grpSp>
      <p:grpSp>
        <p:nvGrpSpPr>
          <p:cNvPr id="105" name="组合 104">
            <a:extLst>
              <a:ext uri="{FF2B5EF4-FFF2-40B4-BE49-F238E27FC236}">
                <a16:creationId xmlns:a16="http://schemas.microsoft.com/office/drawing/2014/main" id="{AE7353CC-7927-0631-25D2-3862F495A54E}"/>
              </a:ext>
            </a:extLst>
          </p:cNvPr>
          <p:cNvGrpSpPr/>
          <p:nvPr/>
        </p:nvGrpSpPr>
        <p:grpSpPr>
          <a:xfrm>
            <a:off x="5095441" y="1073687"/>
            <a:ext cx="2071634" cy="652184"/>
            <a:chOff x="5095441" y="1073687"/>
            <a:chExt cx="2071634" cy="652184"/>
          </a:xfrm>
        </p:grpSpPr>
        <p:sp>
          <p:nvSpPr>
            <p:cNvPr id="66" name="任意多边形: 形状 65">
              <a:extLst>
                <a:ext uri="{FF2B5EF4-FFF2-40B4-BE49-F238E27FC236}">
                  <a16:creationId xmlns:a16="http://schemas.microsoft.com/office/drawing/2014/main" id="{161C8385-A64E-4007-B95E-336551DE224C}"/>
                </a:ext>
              </a:extLst>
            </p:cNvPr>
            <p:cNvSpPr/>
            <p:nvPr/>
          </p:nvSpPr>
          <p:spPr>
            <a:xfrm>
              <a:off x="5095441" y="1073687"/>
              <a:ext cx="2019455" cy="652184"/>
            </a:xfrm>
            <a:custGeom>
              <a:avLst/>
              <a:gdLst>
                <a:gd name="connsiteX0" fmla="*/ 0 w 2531763"/>
                <a:gd name="connsiteY0" fmla="*/ 0 h 652184"/>
                <a:gd name="connsiteX1" fmla="*/ 2531763 w 2531763"/>
                <a:gd name="connsiteY1" fmla="*/ 0 h 652184"/>
                <a:gd name="connsiteX2" fmla="*/ 2531763 w 2531763"/>
                <a:gd name="connsiteY2" fmla="*/ 446298 h 652184"/>
                <a:gd name="connsiteX3" fmla="*/ 1444853 w 2531763"/>
                <a:gd name="connsiteY3" fmla="*/ 446298 h 652184"/>
                <a:gd name="connsiteX4" fmla="*/ 1265880 w 2531763"/>
                <a:gd name="connsiteY4" fmla="*/ 652184 h 652184"/>
                <a:gd name="connsiteX5" fmla="*/ 1086908 w 2531763"/>
                <a:gd name="connsiteY5" fmla="*/ 446298 h 652184"/>
                <a:gd name="connsiteX6" fmla="*/ 0 w 2531763"/>
                <a:gd name="connsiteY6" fmla="*/ 446298 h 6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1763" h="652184">
                  <a:moveTo>
                    <a:pt x="0" y="0"/>
                  </a:moveTo>
                  <a:lnTo>
                    <a:pt x="2531763" y="0"/>
                  </a:lnTo>
                  <a:lnTo>
                    <a:pt x="2531763" y="446298"/>
                  </a:lnTo>
                  <a:lnTo>
                    <a:pt x="1444853" y="446298"/>
                  </a:lnTo>
                  <a:lnTo>
                    <a:pt x="1265880" y="652184"/>
                  </a:lnTo>
                  <a:lnTo>
                    <a:pt x="1086908" y="446298"/>
                  </a:lnTo>
                  <a:lnTo>
                    <a:pt x="0" y="44629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0" name="文本框 99">
              <a:extLst>
                <a:ext uri="{FF2B5EF4-FFF2-40B4-BE49-F238E27FC236}">
                  <a16:creationId xmlns:a16="http://schemas.microsoft.com/office/drawing/2014/main" id="{8E3B10FD-4760-9A81-9F66-8FE7BA527D36}"/>
                </a:ext>
              </a:extLst>
            </p:cNvPr>
            <p:cNvSpPr txBox="1"/>
            <p:nvPr/>
          </p:nvSpPr>
          <p:spPr>
            <a:xfrm>
              <a:off x="5388173" y="1121533"/>
              <a:ext cx="1778902" cy="338554"/>
            </a:xfrm>
            <a:prstGeom prst="rect">
              <a:avLst/>
            </a:prstGeom>
            <a:noFill/>
          </p:spPr>
          <p:txBody>
            <a:bodyPr wrap="square" rtlCol="0">
              <a:spAutoFit/>
            </a:bodyPr>
            <a:lstStyle/>
            <a:p>
              <a:r>
                <a:rPr lang="zh-CN" altLang="en-US" sz="1600" dirty="0">
                  <a:solidFill>
                    <a:schemeClr val="bg1"/>
                  </a:solidFill>
                </a:rPr>
                <a:t>核心模块开发</a:t>
              </a:r>
            </a:p>
          </p:txBody>
        </p:sp>
      </p:grpSp>
      <p:grpSp>
        <p:nvGrpSpPr>
          <p:cNvPr id="106" name="组合 105">
            <a:extLst>
              <a:ext uri="{FF2B5EF4-FFF2-40B4-BE49-F238E27FC236}">
                <a16:creationId xmlns:a16="http://schemas.microsoft.com/office/drawing/2014/main" id="{EC940740-BEFE-00FB-6D1F-31DDE472519F}"/>
              </a:ext>
            </a:extLst>
          </p:cNvPr>
          <p:cNvGrpSpPr/>
          <p:nvPr/>
        </p:nvGrpSpPr>
        <p:grpSpPr>
          <a:xfrm>
            <a:off x="7340875" y="1086127"/>
            <a:ext cx="2019456" cy="652184"/>
            <a:chOff x="7340875" y="1086127"/>
            <a:chExt cx="2019456" cy="652184"/>
          </a:xfrm>
        </p:grpSpPr>
        <p:sp>
          <p:nvSpPr>
            <p:cNvPr id="67" name="任意多边形: 形状 66">
              <a:extLst>
                <a:ext uri="{FF2B5EF4-FFF2-40B4-BE49-F238E27FC236}">
                  <a16:creationId xmlns:a16="http://schemas.microsoft.com/office/drawing/2014/main" id="{2C263275-C9C5-A041-2470-0E38CC24047D}"/>
                </a:ext>
              </a:extLst>
            </p:cNvPr>
            <p:cNvSpPr/>
            <p:nvPr/>
          </p:nvSpPr>
          <p:spPr>
            <a:xfrm>
              <a:off x="7340875" y="1086127"/>
              <a:ext cx="2019456" cy="652184"/>
            </a:xfrm>
            <a:custGeom>
              <a:avLst/>
              <a:gdLst>
                <a:gd name="connsiteX0" fmla="*/ 0 w 2531763"/>
                <a:gd name="connsiteY0" fmla="*/ 0 h 652184"/>
                <a:gd name="connsiteX1" fmla="*/ 2531763 w 2531763"/>
                <a:gd name="connsiteY1" fmla="*/ 0 h 652184"/>
                <a:gd name="connsiteX2" fmla="*/ 2531763 w 2531763"/>
                <a:gd name="connsiteY2" fmla="*/ 446298 h 652184"/>
                <a:gd name="connsiteX3" fmla="*/ 1444853 w 2531763"/>
                <a:gd name="connsiteY3" fmla="*/ 446298 h 652184"/>
                <a:gd name="connsiteX4" fmla="*/ 1265880 w 2531763"/>
                <a:gd name="connsiteY4" fmla="*/ 652184 h 652184"/>
                <a:gd name="connsiteX5" fmla="*/ 1086908 w 2531763"/>
                <a:gd name="connsiteY5" fmla="*/ 446298 h 652184"/>
                <a:gd name="connsiteX6" fmla="*/ 0 w 2531763"/>
                <a:gd name="connsiteY6" fmla="*/ 446298 h 6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1763" h="652184">
                  <a:moveTo>
                    <a:pt x="0" y="0"/>
                  </a:moveTo>
                  <a:lnTo>
                    <a:pt x="2531763" y="0"/>
                  </a:lnTo>
                  <a:lnTo>
                    <a:pt x="2531763" y="446298"/>
                  </a:lnTo>
                  <a:lnTo>
                    <a:pt x="1444853" y="446298"/>
                  </a:lnTo>
                  <a:lnTo>
                    <a:pt x="1265880" y="652184"/>
                  </a:lnTo>
                  <a:lnTo>
                    <a:pt x="1086908" y="446298"/>
                  </a:lnTo>
                  <a:lnTo>
                    <a:pt x="0" y="44629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1" name="文本框 100">
              <a:extLst>
                <a:ext uri="{FF2B5EF4-FFF2-40B4-BE49-F238E27FC236}">
                  <a16:creationId xmlns:a16="http://schemas.microsoft.com/office/drawing/2014/main" id="{F0FE5888-FAAC-B849-688A-98935131F680}"/>
                </a:ext>
              </a:extLst>
            </p:cNvPr>
            <p:cNvSpPr txBox="1"/>
            <p:nvPr/>
          </p:nvSpPr>
          <p:spPr>
            <a:xfrm>
              <a:off x="7549668" y="1127918"/>
              <a:ext cx="1606846" cy="338554"/>
            </a:xfrm>
            <a:prstGeom prst="rect">
              <a:avLst/>
            </a:prstGeom>
            <a:noFill/>
          </p:spPr>
          <p:txBody>
            <a:bodyPr wrap="square" rtlCol="0">
              <a:spAutoFit/>
            </a:bodyPr>
            <a:lstStyle/>
            <a:p>
              <a:r>
                <a:rPr lang="zh-CN" altLang="en-US" sz="1600" dirty="0">
                  <a:solidFill>
                    <a:schemeClr val="bg1"/>
                  </a:solidFill>
                </a:rPr>
                <a:t>系统集成与测试</a:t>
              </a:r>
            </a:p>
          </p:txBody>
        </p:sp>
      </p:grpSp>
      <p:grpSp>
        <p:nvGrpSpPr>
          <p:cNvPr id="8" name="组合 7">
            <a:extLst>
              <a:ext uri="{FF2B5EF4-FFF2-40B4-BE49-F238E27FC236}">
                <a16:creationId xmlns:a16="http://schemas.microsoft.com/office/drawing/2014/main" id="{74A0A80F-CC60-540B-663D-8F46814F50A0}"/>
              </a:ext>
            </a:extLst>
          </p:cNvPr>
          <p:cNvGrpSpPr/>
          <p:nvPr/>
        </p:nvGrpSpPr>
        <p:grpSpPr>
          <a:xfrm>
            <a:off x="9583692" y="1086127"/>
            <a:ext cx="2019456" cy="652184"/>
            <a:chOff x="9583692" y="1086127"/>
            <a:chExt cx="2019456" cy="652184"/>
          </a:xfrm>
        </p:grpSpPr>
        <p:sp>
          <p:nvSpPr>
            <p:cNvPr id="83" name="任意多边形: 形状 82">
              <a:extLst>
                <a:ext uri="{FF2B5EF4-FFF2-40B4-BE49-F238E27FC236}">
                  <a16:creationId xmlns:a16="http://schemas.microsoft.com/office/drawing/2014/main" id="{F36A709D-7537-F6CF-4756-2BC1F9E52BC6}"/>
                </a:ext>
              </a:extLst>
            </p:cNvPr>
            <p:cNvSpPr/>
            <p:nvPr/>
          </p:nvSpPr>
          <p:spPr>
            <a:xfrm>
              <a:off x="9583692" y="1086127"/>
              <a:ext cx="2019456" cy="652184"/>
            </a:xfrm>
            <a:custGeom>
              <a:avLst/>
              <a:gdLst>
                <a:gd name="connsiteX0" fmla="*/ 0 w 2531763"/>
                <a:gd name="connsiteY0" fmla="*/ 0 h 652184"/>
                <a:gd name="connsiteX1" fmla="*/ 2531763 w 2531763"/>
                <a:gd name="connsiteY1" fmla="*/ 0 h 652184"/>
                <a:gd name="connsiteX2" fmla="*/ 2531763 w 2531763"/>
                <a:gd name="connsiteY2" fmla="*/ 446298 h 652184"/>
                <a:gd name="connsiteX3" fmla="*/ 1444853 w 2531763"/>
                <a:gd name="connsiteY3" fmla="*/ 446298 h 652184"/>
                <a:gd name="connsiteX4" fmla="*/ 1265880 w 2531763"/>
                <a:gd name="connsiteY4" fmla="*/ 652184 h 652184"/>
                <a:gd name="connsiteX5" fmla="*/ 1086908 w 2531763"/>
                <a:gd name="connsiteY5" fmla="*/ 446298 h 652184"/>
                <a:gd name="connsiteX6" fmla="*/ 0 w 2531763"/>
                <a:gd name="connsiteY6" fmla="*/ 446298 h 6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1763" h="652184">
                  <a:moveTo>
                    <a:pt x="0" y="0"/>
                  </a:moveTo>
                  <a:lnTo>
                    <a:pt x="2531763" y="0"/>
                  </a:lnTo>
                  <a:lnTo>
                    <a:pt x="2531763" y="446298"/>
                  </a:lnTo>
                  <a:lnTo>
                    <a:pt x="1444853" y="446298"/>
                  </a:lnTo>
                  <a:lnTo>
                    <a:pt x="1265880" y="652184"/>
                  </a:lnTo>
                  <a:lnTo>
                    <a:pt x="1086908" y="446298"/>
                  </a:lnTo>
                  <a:lnTo>
                    <a:pt x="0" y="44629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2" name="文本框 101">
              <a:extLst>
                <a:ext uri="{FF2B5EF4-FFF2-40B4-BE49-F238E27FC236}">
                  <a16:creationId xmlns:a16="http://schemas.microsoft.com/office/drawing/2014/main" id="{FBCFDFA1-BF70-6F41-D484-FBD53728A777}"/>
                </a:ext>
              </a:extLst>
            </p:cNvPr>
            <p:cNvSpPr txBox="1"/>
            <p:nvPr/>
          </p:nvSpPr>
          <p:spPr>
            <a:xfrm>
              <a:off x="9761148" y="1132429"/>
              <a:ext cx="1664544" cy="338554"/>
            </a:xfrm>
            <a:prstGeom prst="rect">
              <a:avLst/>
            </a:prstGeom>
            <a:noFill/>
          </p:spPr>
          <p:txBody>
            <a:bodyPr wrap="square" rtlCol="0">
              <a:spAutoFit/>
            </a:bodyPr>
            <a:lstStyle/>
            <a:p>
              <a:r>
                <a:rPr lang="zh-CN" altLang="en-US" sz="1600" dirty="0">
                  <a:solidFill>
                    <a:schemeClr val="bg1"/>
                  </a:solidFill>
                </a:rPr>
                <a:t>项目优化与验收</a:t>
              </a:r>
            </a:p>
          </p:txBody>
        </p:sp>
      </p:grpSp>
      <p:grpSp>
        <p:nvGrpSpPr>
          <p:cNvPr id="113" name="组合 112">
            <a:extLst>
              <a:ext uri="{FF2B5EF4-FFF2-40B4-BE49-F238E27FC236}">
                <a16:creationId xmlns:a16="http://schemas.microsoft.com/office/drawing/2014/main" id="{098AD198-60F3-944A-BF37-2DFA92CC188E}"/>
              </a:ext>
            </a:extLst>
          </p:cNvPr>
          <p:cNvGrpSpPr/>
          <p:nvPr/>
        </p:nvGrpSpPr>
        <p:grpSpPr>
          <a:xfrm>
            <a:off x="636672" y="2084985"/>
            <a:ext cx="1968932" cy="885713"/>
            <a:chOff x="630157" y="1796032"/>
            <a:chExt cx="2238304" cy="885713"/>
          </a:xfrm>
        </p:grpSpPr>
        <p:sp>
          <p:nvSpPr>
            <p:cNvPr id="109" name="文本框 108">
              <a:extLst>
                <a:ext uri="{FF2B5EF4-FFF2-40B4-BE49-F238E27FC236}">
                  <a16:creationId xmlns:a16="http://schemas.microsoft.com/office/drawing/2014/main" id="{E1D43AF8-246B-C68A-F9C2-C72075E1850F}"/>
                </a:ext>
              </a:extLst>
            </p:cNvPr>
            <p:cNvSpPr txBox="1"/>
            <p:nvPr/>
          </p:nvSpPr>
          <p:spPr>
            <a:xfrm>
              <a:off x="630157" y="1796032"/>
              <a:ext cx="2230947" cy="307777"/>
            </a:xfrm>
            <a:prstGeom prst="rect">
              <a:avLst/>
            </a:prstGeom>
            <a:noFill/>
          </p:spPr>
          <p:txBody>
            <a:bodyPr wrap="square" rtlCol="0">
              <a:spAutoFit/>
            </a:bodyPr>
            <a:lstStyle/>
            <a:p>
              <a:r>
                <a:rPr lang="en-US" altLang="zh-CN" sz="1400" dirty="0">
                  <a:solidFill>
                    <a:schemeClr val="accent1"/>
                  </a:solidFill>
                  <a:latin typeface="黑体" panose="02010609060101010101" pitchFamily="49" charset="-122"/>
                  <a:ea typeface="黑体" panose="02010609060101010101" pitchFamily="49" charset="-122"/>
                </a:rPr>
                <a:t>STEP 1:</a:t>
              </a:r>
              <a:r>
                <a:rPr lang="zh-CN" altLang="en-US" sz="1400" dirty="0">
                  <a:solidFill>
                    <a:schemeClr val="accent1"/>
                  </a:solidFill>
                  <a:latin typeface="黑体" panose="02010609060101010101" pitchFamily="49" charset="-122"/>
                  <a:ea typeface="黑体" panose="02010609060101010101" pitchFamily="49" charset="-122"/>
                </a:rPr>
                <a:t>用户需求调研</a:t>
              </a:r>
            </a:p>
          </p:txBody>
        </p:sp>
        <p:sp>
          <p:nvSpPr>
            <p:cNvPr id="111" name="文本框 110">
              <a:extLst>
                <a:ext uri="{FF2B5EF4-FFF2-40B4-BE49-F238E27FC236}">
                  <a16:creationId xmlns:a16="http://schemas.microsoft.com/office/drawing/2014/main" id="{E8A0CBF1-6D4A-1BFB-E373-182AA5C24C53}"/>
                </a:ext>
              </a:extLst>
            </p:cNvPr>
            <p:cNvSpPr txBox="1"/>
            <p:nvPr/>
          </p:nvSpPr>
          <p:spPr>
            <a:xfrm>
              <a:off x="637514" y="2085000"/>
              <a:ext cx="2230947" cy="307777"/>
            </a:xfrm>
            <a:prstGeom prst="rect">
              <a:avLst/>
            </a:prstGeom>
            <a:noFill/>
          </p:spPr>
          <p:txBody>
            <a:bodyPr wrap="square" rtlCol="0">
              <a:spAutoFit/>
            </a:bodyPr>
            <a:lstStyle/>
            <a:p>
              <a:r>
                <a:rPr lang="en-US" altLang="zh-CN" sz="1400" dirty="0">
                  <a:solidFill>
                    <a:schemeClr val="accent1"/>
                  </a:solidFill>
                  <a:latin typeface="黑体" panose="02010609060101010101" pitchFamily="49" charset="-122"/>
                  <a:ea typeface="黑体" panose="02010609060101010101" pitchFamily="49" charset="-122"/>
                </a:rPr>
                <a:t>STEP 2:</a:t>
              </a:r>
              <a:r>
                <a:rPr lang="zh-CN" altLang="en-US" sz="1400" dirty="0">
                  <a:solidFill>
                    <a:schemeClr val="accent1"/>
                  </a:solidFill>
                  <a:latin typeface="黑体" panose="02010609060101010101" pitchFamily="49" charset="-122"/>
                  <a:ea typeface="黑体" panose="02010609060101010101" pitchFamily="49" charset="-122"/>
                </a:rPr>
                <a:t>现有技术研究</a:t>
              </a:r>
            </a:p>
          </p:txBody>
        </p:sp>
        <p:sp>
          <p:nvSpPr>
            <p:cNvPr id="112" name="文本框 111">
              <a:extLst>
                <a:ext uri="{FF2B5EF4-FFF2-40B4-BE49-F238E27FC236}">
                  <a16:creationId xmlns:a16="http://schemas.microsoft.com/office/drawing/2014/main" id="{09650D75-660B-F9A3-D36D-950E19472D9F}"/>
                </a:ext>
              </a:extLst>
            </p:cNvPr>
            <p:cNvSpPr txBox="1"/>
            <p:nvPr/>
          </p:nvSpPr>
          <p:spPr>
            <a:xfrm>
              <a:off x="637514" y="2373968"/>
              <a:ext cx="2230947" cy="307777"/>
            </a:xfrm>
            <a:prstGeom prst="rect">
              <a:avLst/>
            </a:prstGeom>
            <a:noFill/>
          </p:spPr>
          <p:txBody>
            <a:bodyPr wrap="square" rtlCol="0">
              <a:spAutoFit/>
            </a:bodyPr>
            <a:lstStyle/>
            <a:p>
              <a:r>
                <a:rPr lang="en-US" altLang="zh-CN" sz="1400" dirty="0">
                  <a:solidFill>
                    <a:schemeClr val="accent1"/>
                  </a:solidFill>
                  <a:latin typeface="黑体" panose="02010609060101010101" pitchFamily="49" charset="-122"/>
                  <a:ea typeface="黑体" panose="02010609060101010101" pitchFamily="49" charset="-122"/>
                </a:rPr>
                <a:t>STEP 3:</a:t>
              </a:r>
              <a:r>
                <a:rPr lang="zh-CN" altLang="en-US" sz="1400" dirty="0">
                  <a:solidFill>
                    <a:schemeClr val="accent1"/>
                  </a:solidFill>
                  <a:latin typeface="黑体" panose="02010609060101010101" pitchFamily="49" charset="-122"/>
                  <a:ea typeface="黑体" panose="02010609060101010101" pitchFamily="49" charset="-122"/>
                </a:rPr>
                <a:t>制定项目计划</a:t>
              </a:r>
            </a:p>
          </p:txBody>
        </p:sp>
      </p:grpSp>
      <p:sp>
        <p:nvSpPr>
          <p:cNvPr id="114" name="Rectangle 3">
            <a:extLst>
              <a:ext uri="{FF2B5EF4-FFF2-40B4-BE49-F238E27FC236}">
                <a16:creationId xmlns:a16="http://schemas.microsoft.com/office/drawing/2014/main" id="{E128CAAB-AF96-1AEE-F030-D18E654224D2}"/>
              </a:ext>
            </a:extLst>
          </p:cNvPr>
          <p:cNvSpPr>
            <a:spLocks noChangeArrowheads="1"/>
          </p:cNvSpPr>
          <p:nvPr/>
        </p:nvSpPr>
        <p:spPr bwMode="auto">
          <a:xfrm>
            <a:off x="576200" y="3140185"/>
            <a:ext cx="2096347" cy="203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ts val="2600"/>
              </a:lnSpc>
              <a:spcBef>
                <a:spcPct val="0"/>
              </a:spcBef>
              <a:spcAft>
                <a:spcPct val="0"/>
              </a:spcAft>
              <a:buClrTx/>
              <a:buSzTx/>
              <a:buFontTx/>
              <a:buNone/>
              <a:tabLst/>
            </a:pP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预期结果：</a:t>
            </a:r>
            <a:r>
              <a:rPr kumimoji="0" lang="zh-CN" altLang="en-US"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巴拉巴拉巴拉巴拉</a:t>
            </a:r>
            <a:r>
              <a:rPr kumimoji="0" lang="en-US"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123456</a:t>
            </a:r>
            <a:r>
              <a:rPr kumimoji="0" lang="zh-CN" altLang="en-US"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巴拉巴拉西北工业大学</a:t>
            </a:r>
            <a:r>
              <a:rPr kumimoji="0" lang="en-US"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123321hkdjlhlchaobdi</a:t>
            </a: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策划书申报方案实施方案巴拉巴拉巴拉巴拉</a:t>
            </a:r>
            <a:endParaRPr kumimoji="0" lang="zh-CN" altLang="zh-CN" sz="3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115" name="文本框 114">
            <a:extLst>
              <a:ext uri="{FF2B5EF4-FFF2-40B4-BE49-F238E27FC236}">
                <a16:creationId xmlns:a16="http://schemas.microsoft.com/office/drawing/2014/main" id="{25AA4E49-A4DF-C718-853F-43C0077C856C}"/>
              </a:ext>
            </a:extLst>
          </p:cNvPr>
          <p:cNvSpPr txBox="1"/>
          <p:nvPr/>
        </p:nvSpPr>
        <p:spPr>
          <a:xfrm>
            <a:off x="1367351" y="6265155"/>
            <a:ext cx="1460174" cy="338554"/>
          </a:xfrm>
          <a:prstGeom prst="rect">
            <a:avLst/>
          </a:prstGeom>
          <a:noFill/>
        </p:spPr>
        <p:txBody>
          <a:bodyPr wrap="square" rtlCol="0">
            <a:spAutoFit/>
          </a:bodyPr>
          <a:lstStyle/>
          <a:p>
            <a:r>
              <a:rPr lang="en-US" altLang="zh-CN" sz="1600" dirty="0" err="1">
                <a:solidFill>
                  <a:schemeClr val="bg1"/>
                </a:solidFill>
              </a:rPr>
              <a:t>xxxx.x-xxxx.x</a:t>
            </a:r>
            <a:endParaRPr lang="zh-CN" altLang="en-US" sz="1600" dirty="0">
              <a:solidFill>
                <a:schemeClr val="bg1"/>
              </a:solidFill>
            </a:endParaRPr>
          </a:p>
        </p:txBody>
      </p:sp>
      <p:sp>
        <p:nvSpPr>
          <p:cNvPr id="116" name="文本框 115">
            <a:extLst>
              <a:ext uri="{FF2B5EF4-FFF2-40B4-BE49-F238E27FC236}">
                <a16:creationId xmlns:a16="http://schemas.microsoft.com/office/drawing/2014/main" id="{6722A118-A324-9951-9A26-278C3E191935}"/>
              </a:ext>
            </a:extLst>
          </p:cNvPr>
          <p:cNvSpPr txBox="1"/>
          <p:nvPr/>
        </p:nvSpPr>
        <p:spPr>
          <a:xfrm>
            <a:off x="3140966" y="5695148"/>
            <a:ext cx="1550716" cy="338554"/>
          </a:xfrm>
          <a:prstGeom prst="rect">
            <a:avLst/>
          </a:prstGeom>
          <a:noFill/>
        </p:spPr>
        <p:txBody>
          <a:bodyPr wrap="square" rtlCol="0">
            <a:spAutoFit/>
          </a:bodyPr>
          <a:lstStyle/>
          <a:p>
            <a:r>
              <a:rPr lang="en-US" altLang="zh-CN" sz="1600" dirty="0" err="1">
                <a:solidFill>
                  <a:schemeClr val="bg1"/>
                </a:solidFill>
              </a:rPr>
              <a:t>xxxx.x-xxxx.xx</a:t>
            </a:r>
            <a:endParaRPr lang="zh-CN" altLang="en-US" sz="1600" dirty="0">
              <a:solidFill>
                <a:schemeClr val="bg1"/>
              </a:solidFill>
            </a:endParaRPr>
          </a:p>
        </p:txBody>
      </p:sp>
      <p:sp>
        <p:nvSpPr>
          <p:cNvPr id="117" name="Rectangle 5">
            <a:extLst>
              <a:ext uri="{FF2B5EF4-FFF2-40B4-BE49-F238E27FC236}">
                <a16:creationId xmlns:a16="http://schemas.microsoft.com/office/drawing/2014/main" id="{ABABACE3-33C9-639A-76CE-62B7AB76E480}"/>
              </a:ext>
            </a:extLst>
          </p:cNvPr>
          <p:cNvSpPr>
            <a:spLocks noChangeArrowheads="1"/>
          </p:cNvSpPr>
          <p:nvPr/>
        </p:nvSpPr>
        <p:spPr bwMode="auto">
          <a:xfrm>
            <a:off x="2836422" y="1949392"/>
            <a:ext cx="2052915" cy="1892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ts val="24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预期成果：</a:t>
            </a: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巴拉巴拉巴拉巴拉</a:t>
            </a:r>
            <a:r>
              <a:rPr lang="en-US" altLang="zh-CN" sz="1400" dirty="0" err="1">
                <a:latin typeface="楷体_GB2312" panose="02010609030101010101" pitchFamily="49" charset="-122"/>
                <a:ea typeface="楷体_GB2312" panose="02010609030101010101" pitchFamily="49" charset="-122"/>
                <a:cs typeface="Times New Roman" panose="02020603050405020304" pitchFamily="18" charset="0"/>
              </a:rPr>
              <a:t>hkjdpaojcacrbx</a:t>
            </a:r>
            <a:endParaRPr lang="en-US" altLang="zh-CN" sz="1400" dirty="0">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defTabSz="914400" rtl="0" eaLnBrk="0" fontAlgn="base" latinLnBrk="0" hangingPunct="0">
              <a:lnSpc>
                <a:spcPts val="2400"/>
              </a:lnSpc>
              <a:spcBef>
                <a:spcPct val="0"/>
              </a:spcBef>
              <a:spcAft>
                <a:spcPct val="0"/>
              </a:spcAft>
              <a:buClrTx/>
              <a:buSzTx/>
              <a:buFontTx/>
              <a:buNone/>
              <a:tabLst/>
            </a:pPr>
            <a:r>
              <a:rPr lang="en-US" altLang="zh-CN" sz="1400" dirty="0">
                <a:latin typeface="楷体_GB2312" panose="02010609030101010101" pitchFamily="49" charset="-122"/>
                <a:ea typeface="楷体_GB2312" panose="02010609030101010101" pitchFamily="49" charset="-122"/>
                <a:cs typeface="Times New Roman" panose="02020603050405020304" pitchFamily="18" charset="0"/>
              </a:rPr>
              <a:t>da</a:t>
            </a: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完成这个那个</a:t>
            </a:r>
            <a:r>
              <a:rPr lang="en-US" altLang="zh-CN" sz="1400" dirty="0">
                <a:latin typeface="楷体_GB2312" panose="02010609030101010101" pitchFamily="49" charset="-122"/>
                <a:ea typeface="楷体_GB2312" panose="02010609030101010101" pitchFamily="49" charset="-122"/>
                <a:cs typeface="Times New Roman" panose="02020603050405020304" pitchFamily="18" charset="0"/>
              </a:rPr>
              <a:t>1234ab</a:t>
            </a:r>
          </a:p>
          <a:p>
            <a:pPr marL="0" marR="0" lvl="0" indent="0" defTabSz="914400" rtl="0" eaLnBrk="0" fontAlgn="base" latinLnBrk="0" hangingPunct="0">
              <a:lnSpc>
                <a:spcPts val="2400"/>
              </a:lnSpc>
              <a:spcBef>
                <a:spcPct val="0"/>
              </a:spcBef>
              <a:spcAft>
                <a:spcPct val="0"/>
              </a:spcAft>
              <a:buClrTx/>
              <a:buSzTx/>
              <a:buFontTx/>
              <a:buNone/>
              <a:tabLst/>
            </a:pPr>
            <a:r>
              <a:rPr lang="en-US" altLang="zh-CN" sz="1400" dirty="0">
                <a:latin typeface="楷体_GB2312" panose="02010609030101010101" pitchFamily="49" charset="-122"/>
                <a:ea typeface="楷体_GB2312" panose="02010609030101010101" pitchFamily="49" charset="-122"/>
                <a:cs typeface="Times New Roman" panose="02020603050405020304" pitchFamily="18" charset="0"/>
              </a:rPr>
              <a:t>cd</a:t>
            </a: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系统架构初步方案</a:t>
            </a:r>
            <a:r>
              <a:rPr lang="en-US" altLang="zh-CN" sz="1400" dirty="0">
                <a:latin typeface="楷体_GB2312" panose="02010609030101010101" pitchFamily="49" charset="-122"/>
                <a:ea typeface="楷体_GB2312" panose="02010609030101010101" pitchFamily="49" charset="-122"/>
                <a:cs typeface="Times New Roman" panose="02020603050405020304" pitchFamily="18" charset="0"/>
              </a:rPr>
              <a:t>1234</a:t>
            </a: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西北工业大学我们喜欢泥</a:t>
            </a:r>
            <a:endParaRPr kumimoji="0" lang="zh-CN" altLang="zh-CN" sz="3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119" name="文本框 118">
            <a:extLst>
              <a:ext uri="{FF2B5EF4-FFF2-40B4-BE49-F238E27FC236}">
                <a16:creationId xmlns:a16="http://schemas.microsoft.com/office/drawing/2014/main" id="{175E05A9-A831-8D36-F772-AE82B19F4A10}"/>
              </a:ext>
            </a:extLst>
          </p:cNvPr>
          <p:cNvSpPr txBox="1"/>
          <p:nvPr/>
        </p:nvSpPr>
        <p:spPr>
          <a:xfrm>
            <a:off x="3960644" y="4068122"/>
            <a:ext cx="1550713" cy="338554"/>
          </a:xfrm>
          <a:prstGeom prst="rect">
            <a:avLst/>
          </a:prstGeom>
          <a:noFill/>
        </p:spPr>
        <p:txBody>
          <a:bodyPr wrap="square" rtlCol="0">
            <a:spAutoFit/>
          </a:bodyPr>
          <a:lstStyle/>
          <a:p>
            <a:r>
              <a:rPr lang="en-US" altLang="zh-CN" sz="1600" dirty="0">
                <a:solidFill>
                  <a:schemeClr val="bg1"/>
                </a:solidFill>
              </a:rPr>
              <a:t>2025.12-2026.3</a:t>
            </a:r>
            <a:endParaRPr lang="zh-CN" altLang="en-US" sz="1600" dirty="0">
              <a:solidFill>
                <a:schemeClr val="bg1"/>
              </a:solidFill>
            </a:endParaRPr>
          </a:p>
        </p:txBody>
      </p:sp>
      <p:sp>
        <p:nvSpPr>
          <p:cNvPr id="120" name="文本框 119">
            <a:extLst>
              <a:ext uri="{FF2B5EF4-FFF2-40B4-BE49-F238E27FC236}">
                <a16:creationId xmlns:a16="http://schemas.microsoft.com/office/drawing/2014/main" id="{98E43AF0-9AB8-E224-02E2-D07A9AC45476}"/>
              </a:ext>
            </a:extLst>
          </p:cNvPr>
          <p:cNvSpPr txBox="1"/>
          <p:nvPr/>
        </p:nvSpPr>
        <p:spPr>
          <a:xfrm>
            <a:off x="6422137" y="3373058"/>
            <a:ext cx="1460174" cy="338554"/>
          </a:xfrm>
          <a:prstGeom prst="rect">
            <a:avLst/>
          </a:prstGeom>
          <a:noFill/>
        </p:spPr>
        <p:txBody>
          <a:bodyPr wrap="square" rtlCol="0">
            <a:spAutoFit/>
          </a:bodyPr>
          <a:lstStyle/>
          <a:p>
            <a:r>
              <a:rPr lang="en-US" altLang="zh-CN" sz="1600" dirty="0" err="1">
                <a:solidFill>
                  <a:schemeClr val="bg1"/>
                </a:solidFill>
              </a:rPr>
              <a:t>xxxx.x-xxxx.x</a:t>
            </a:r>
            <a:endParaRPr lang="zh-CN" altLang="en-US" sz="1600" dirty="0">
              <a:solidFill>
                <a:schemeClr val="bg1"/>
              </a:solidFill>
            </a:endParaRPr>
          </a:p>
        </p:txBody>
      </p:sp>
      <p:sp>
        <p:nvSpPr>
          <p:cNvPr id="121" name="Rectangle 7">
            <a:extLst>
              <a:ext uri="{FF2B5EF4-FFF2-40B4-BE49-F238E27FC236}">
                <a16:creationId xmlns:a16="http://schemas.microsoft.com/office/drawing/2014/main" id="{6E974178-E888-9AE3-F38A-78B5D5A1316B}"/>
              </a:ext>
            </a:extLst>
          </p:cNvPr>
          <p:cNvSpPr>
            <a:spLocks noChangeArrowheads="1"/>
          </p:cNvSpPr>
          <p:nvPr/>
        </p:nvSpPr>
        <p:spPr bwMode="auto">
          <a:xfrm>
            <a:off x="7369745" y="4007577"/>
            <a:ext cx="1978090" cy="2142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ts val="18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预期成果：完成项目的系统集成与测试工作，系统功能齐全、性能稳定、安全可靠，能够满足用户对于</a:t>
            </a:r>
            <a:r>
              <a:rPr kumimoji="0" lang="en-US" altLang="zh-CN" sz="1400" b="0" i="0" u="none" strike="noStrike" cap="none" normalizeH="0" baseline="0" dirty="0" err="1">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dasbhjckbcjka</a:t>
            </a:r>
            <a:r>
              <a:rPr kumimoji="0" lang="zh-CN"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的需求</a:t>
            </a: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Sdjkahskjchkabsjd</a:t>
            </a:r>
          </a:p>
          <a:p>
            <a:pPr marL="0" marR="0" lvl="0" indent="0" algn="just" defTabSz="914400" rtl="0" eaLnBrk="0" fontAlgn="base" latinLnBrk="0" hangingPunct="0">
              <a:lnSpc>
                <a:spcPts val="1800"/>
              </a:lnSpc>
              <a:spcBef>
                <a:spcPct val="0"/>
              </a:spcBef>
              <a:spcAft>
                <a:spcPct val="0"/>
              </a:spcAft>
              <a:buClrTx/>
              <a:buSzTx/>
              <a:buFontTx/>
              <a:buNone/>
              <a:tabLst/>
            </a:pPr>
            <a:r>
              <a:rPr kumimoji="0" lang="en-US" altLang="zh-CN" sz="1400" b="0" i="0" u="none" strike="noStrike" cap="none" normalizeH="0" baseline="0" dirty="0" err="1">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Kbhjdhf,nkjcvhfbskvvdkzbcal</a:t>
            </a:r>
            <a:r>
              <a:rPr kumimoji="0" lang="zh-CN"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a:t>
            </a:r>
            <a:endParaRPr kumimoji="0" lang="zh-CN" altLang="zh-CN" sz="3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122" name="Rectangle 8">
            <a:extLst>
              <a:ext uri="{FF2B5EF4-FFF2-40B4-BE49-F238E27FC236}">
                <a16:creationId xmlns:a16="http://schemas.microsoft.com/office/drawing/2014/main" id="{4A3834C8-BAEA-7228-807A-C42811682C72}"/>
              </a:ext>
            </a:extLst>
          </p:cNvPr>
          <p:cNvSpPr>
            <a:spLocks noChangeArrowheads="1"/>
          </p:cNvSpPr>
          <p:nvPr/>
        </p:nvSpPr>
        <p:spPr bwMode="auto">
          <a:xfrm>
            <a:off x="9593506" y="2372656"/>
            <a:ext cx="2019456" cy="343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ts val="2400"/>
              </a:lnSpc>
              <a:spcBef>
                <a:spcPct val="0"/>
              </a:spcBef>
              <a:spcAft>
                <a:spcPct val="0"/>
              </a:spcAft>
              <a:buClrTx/>
              <a:buSzTx/>
              <a:buFontTx/>
              <a:buNone/>
              <a:tabLst/>
            </a:pPr>
            <a:r>
              <a:rPr lang="zh-CN" altLang="en-US" sz="1400" dirty="0">
                <a:latin typeface="楷体_GB2312" panose="02010609030101010101" pitchFamily="49" charset="-122"/>
                <a:ea typeface="楷体_GB2312" panose="02010609030101010101" pitchFamily="49" charset="-122"/>
                <a:cs typeface="Times New Roman" panose="02020603050405020304" pitchFamily="18" charset="0"/>
              </a:rPr>
              <a:t>    预期成果</a:t>
            </a:r>
            <a:r>
              <a:rPr kumimoji="0" lang="zh-CN"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：向项目</a:t>
            </a:r>
            <a:endParaRPr kumimoji="0" lang="en-US"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algn="just" defTabSz="914400" rtl="0" eaLnBrk="0" fontAlgn="base" latinLnBrk="0" hangingPunct="0">
              <a:lnSpc>
                <a:spcPts val="2400"/>
              </a:lnSpc>
              <a:spcBef>
                <a:spcPct val="0"/>
              </a:spcBef>
              <a:spcAft>
                <a:spcPct val="0"/>
              </a:spcAft>
              <a:buClrTx/>
              <a:buSzTx/>
              <a:buFontTx/>
              <a:buNone/>
              <a:tabLst/>
            </a:pPr>
            <a:r>
              <a:rPr lang="en-US" altLang="zh-CN" sz="1400" dirty="0">
                <a:latin typeface="楷体_GB2312" panose="02010609030101010101" pitchFamily="49" charset="-122"/>
                <a:ea typeface="楷体_GB2312" panose="02010609030101010101" pitchFamily="49" charset="-122"/>
                <a:cs typeface="Times New Roman" panose="02020603050405020304" pitchFamily="18" charset="0"/>
              </a:rPr>
              <a:t>   </a:t>
            </a:r>
            <a:r>
              <a:rPr kumimoji="0" lang="zh-CN"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指导教师或验收小</a:t>
            </a:r>
            <a:endParaRPr kumimoji="0" lang="en-US"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algn="just" defTabSz="914400" rtl="0" eaLnBrk="0" fontAlgn="base" latinLnBrk="0" hangingPunct="0">
              <a:lnSpc>
                <a:spcPts val="2400"/>
              </a:lnSpc>
              <a:spcBef>
                <a:spcPct val="0"/>
              </a:spcBef>
              <a:spcAft>
                <a:spcPct val="0"/>
              </a:spcAft>
              <a:buClrTx/>
              <a:buSzTx/>
              <a:buFontTx/>
              <a:buNone/>
              <a:tabLst/>
            </a:pPr>
            <a:r>
              <a:rPr lang="en-US" altLang="zh-CN" sz="1400" dirty="0">
                <a:latin typeface="楷体_GB2312" panose="02010609030101010101" pitchFamily="49" charset="-122"/>
                <a:ea typeface="楷体_GB2312" panose="02010609030101010101" pitchFamily="49" charset="-122"/>
                <a:cs typeface="Times New Roman" panose="02020603050405020304" pitchFamily="18" charset="0"/>
              </a:rPr>
              <a:t>  </a:t>
            </a:r>
            <a:r>
              <a:rPr kumimoji="0" lang="zh-CN"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组提交项目的验收申请，汇报项目的完成情况和主要成果。根据验收小组的意见和建议，对项目进行最后的完善和改进。完成项目的验收流程后，将项目的全部成果进行整理和归档，正式交付项目成果。</a:t>
            </a:r>
            <a:endParaRPr kumimoji="0" lang="zh-CN" altLang="zh-CN" sz="32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endParaRPr>
          </a:p>
        </p:txBody>
      </p:sp>
      <p:sp>
        <p:nvSpPr>
          <p:cNvPr id="123" name="文本框 122">
            <a:extLst>
              <a:ext uri="{FF2B5EF4-FFF2-40B4-BE49-F238E27FC236}">
                <a16:creationId xmlns:a16="http://schemas.microsoft.com/office/drawing/2014/main" id="{2B07A472-0B4C-D83D-4A81-772878E07D76}"/>
              </a:ext>
            </a:extLst>
          </p:cNvPr>
          <p:cNvSpPr txBox="1"/>
          <p:nvPr/>
        </p:nvSpPr>
        <p:spPr>
          <a:xfrm>
            <a:off x="8260342" y="2850042"/>
            <a:ext cx="1460174" cy="338554"/>
          </a:xfrm>
          <a:prstGeom prst="rect">
            <a:avLst/>
          </a:prstGeom>
          <a:noFill/>
        </p:spPr>
        <p:txBody>
          <a:bodyPr wrap="square" rtlCol="0">
            <a:spAutoFit/>
          </a:bodyPr>
          <a:lstStyle/>
          <a:p>
            <a:r>
              <a:rPr lang="en-US" altLang="zh-CN" sz="1600" dirty="0" err="1">
                <a:solidFill>
                  <a:schemeClr val="bg1"/>
                </a:solidFill>
              </a:rPr>
              <a:t>xxxx.x-xxxx.x</a:t>
            </a:r>
            <a:endParaRPr lang="zh-CN" altLang="en-US" sz="1600" dirty="0">
              <a:solidFill>
                <a:schemeClr val="bg1"/>
              </a:solidFill>
            </a:endParaRPr>
          </a:p>
        </p:txBody>
      </p:sp>
      <p:sp>
        <p:nvSpPr>
          <p:cNvPr id="118" name="Rectangle 6">
            <a:extLst>
              <a:ext uri="{FF2B5EF4-FFF2-40B4-BE49-F238E27FC236}">
                <a16:creationId xmlns:a16="http://schemas.microsoft.com/office/drawing/2014/main" id="{EB8880E6-B0B3-64DA-66A0-3D646CCEBA1D}"/>
              </a:ext>
            </a:extLst>
          </p:cNvPr>
          <p:cNvSpPr>
            <a:spLocks noChangeArrowheads="1"/>
          </p:cNvSpPr>
          <p:nvPr/>
        </p:nvSpPr>
        <p:spPr bwMode="auto">
          <a:xfrm>
            <a:off x="5072423" y="1789829"/>
            <a:ext cx="2174488" cy="4354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ts val="24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预期成果：完成项目的核心模块开发，包括</a:t>
            </a:r>
            <a:r>
              <a:rPr kumimoji="0" lang="en-US" altLang="zh-CN" sz="1400" b="0" i="0" u="none" strike="noStrike" cap="none" normalizeH="0" baseline="0" dirty="0" err="1">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balab</a:t>
            </a:r>
            <a:endParaRPr kumimoji="0" lang="en-US"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algn="l" defTabSz="914400" rtl="0" eaLnBrk="0" fontAlgn="base" latinLnBrk="0" hangingPunct="0">
              <a:lnSpc>
                <a:spcPts val="24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rPr>
              <a:t>alabalabalabalabalabalabalaaabjbx235cabks6dhfafbc</a:t>
            </a:r>
            <a:endParaRPr lang="en-US" altLang="zh-CN" sz="1400" dirty="0">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algn="l" defTabSz="914400" rtl="0" eaLnBrk="0" fontAlgn="base" latinLnBrk="0" hangingPunct="0">
              <a:lnSpc>
                <a:spcPts val="24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algn="l" defTabSz="914400" rtl="0" eaLnBrk="0" fontAlgn="base" latinLnBrk="0" hangingPunct="0">
              <a:lnSpc>
                <a:spcPts val="2400"/>
              </a:lnSpc>
              <a:spcBef>
                <a:spcPct val="0"/>
              </a:spcBef>
              <a:spcAft>
                <a:spcPct val="0"/>
              </a:spcAft>
              <a:buClrTx/>
              <a:buSzTx/>
              <a:buFontTx/>
              <a:buNone/>
              <a:tabLst/>
            </a:pPr>
            <a:endParaRPr lang="en-US" altLang="zh-CN" sz="1400" dirty="0">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algn="l" defTabSz="914400" rtl="0" eaLnBrk="0" fontAlgn="base" latinLnBrk="0" hangingPunct="0">
              <a:lnSpc>
                <a:spcPts val="24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algn="l" defTabSz="914400" rtl="0" eaLnBrk="0" fontAlgn="base" latinLnBrk="0" hangingPunct="0">
              <a:lnSpc>
                <a:spcPts val="24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algn="l" defTabSz="914400" rtl="0" eaLnBrk="0" fontAlgn="base" latinLnBrk="0" hangingPunct="0">
              <a:lnSpc>
                <a:spcPts val="2400"/>
              </a:lnSpc>
              <a:spcBef>
                <a:spcPct val="0"/>
              </a:spcBef>
              <a:spcAft>
                <a:spcPct val="0"/>
              </a:spcAft>
              <a:buClrTx/>
              <a:buSzTx/>
              <a:buFontTx/>
              <a:buNone/>
              <a:tabLst/>
            </a:pPr>
            <a:r>
              <a:rPr kumimoji="0" lang="zh-CN" altLang="zh-CN" sz="1400" b="0" i="0" u="none" strike="noStrike" cap="none" normalizeH="0" baseline="0" dirty="0">
                <a:ln>
                  <a:noFill/>
                </a:ln>
                <a:solidFill>
                  <a:schemeClr val="bg1"/>
                </a:solidFill>
                <a:effectLst/>
                <a:latin typeface="楷体_GB2312" panose="02010609030101010101" pitchFamily="49" charset="-122"/>
                <a:ea typeface="楷体_GB2312" panose="02010609030101010101" pitchFamily="49" charset="-122"/>
                <a:cs typeface="Times New Roman" panose="02020603050405020304" pitchFamily="18" charset="0"/>
              </a:rPr>
              <a:t>各</a:t>
            </a:r>
            <a:r>
              <a:rPr kumimoji="0" lang="zh-CN" altLang="zh-CN" sz="1400" b="0" i="0" u="none" strike="noStrike" cap="none" normalizeH="0" baseline="0" dirty="0">
                <a:ln>
                  <a:noFill/>
                </a:ln>
                <a:effectLst/>
                <a:latin typeface="楷体_GB2312" panose="02010609030101010101" pitchFamily="49" charset="-122"/>
                <a:ea typeface="楷体_GB2312" panose="02010609030101010101" pitchFamily="49" charset="-122"/>
                <a:cs typeface="Times New Roman" panose="02020603050405020304" pitchFamily="18" charset="0"/>
              </a:rPr>
              <a:t>模块经过初步测试，具</a:t>
            </a:r>
            <a:r>
              <a:rPr kumimoji="0" lang="zh-CN" altLang="zh-CN" sz="1400" b="0" i="0" u="none" strike="noStrike" cap="none" normalizeH="0" baseline="0" dirty="0">
                <a:ln>
                  <a:noFill/>
                </a:ln>
                <a:solidFill>
                  <a:schemeClr val="bg1"/>
                </a:solidFill>
                <a:effectLst/>
                <a:latin typeface="楷体_GB2312" panose="02010609030101010101" pitchFamily="49" charset="-122"/>
                <a:ea typeface="楷体_GB2312" panose="02010609030101010101" pitchFamily="49" charset="-122"/>
                <a:cs typeface="Times New Roman" panose="02020603050405020304" pitchFamily="18" charset="0"/>
              </a:rPr>
              <a:t>备基本的</a:t>
            </a:r>
            <a:r>
              <a:rPr kumimoji="0" lang="zh-CN" altLang="zh-CN" sz="1400" b="0" i="0" u="none" strike="noStrike" cap="none" normalizeH="0" baseline="0" dirty="0">
                <a:ln>
                  <a:noFill/>
                </a:ln>
                <a:effectLst/>
                <a:latin typeface="楷体_GB2312" panose="02010609030101010101" pitchFamily="49" charset="-122"/>
                <a:ea typeface="楷体_GB2312" panose="02010609030101010101" pitchFamily="49" charset="-122"/>
                <a:cs typeface="Times New Roman" panose="02020603050405020304" pitchFamily="18" charset="0"/>
              </a:rPr>
              <a:t>功能和性能，能</a:t>
            </a:r>
            <a:r>
              <a:rPr kumimoji="0" lang="zh-CN" altLang="zh-CN" sz="1400" b="0" i="0" u="none" strike="noStrike" cap="none" normalizeH="0" baseline="0" dirty="0">
                <a:ln>
                  <a:noFill/>
                </a:ln>
                <a:solidFill>
                  <a:schemeClr val="bg1"/>
                </a:solidFill>
                <a:effectLst/>
                <a:latin typeface="楷体_GB2312" panose="02010609030101010101" pitchFamily="49" charset="-122"/>
                <a:ea typeface="楷体_GB2312" panose="02010609030101010101" pitchFamily="49" charset="-122"/>
                <a:cs typeface="Times New Roman" panose="02020603050405020304" pitchFamily="18" charset="0"/>
              </a:rPr>
              <a:t>够实现</a:t>
            </a:r>
            <a:r>
              <a:rPr kumimoji="0" lang="en-US" altLang="zh-CN" sz="1400" b="0" i="0" u="none" strike="noStrike" cap="none" normalizeH="0" baseline="0" dirty="0" err="1">
                <a:ln>
                  <a:noFill/>
                </a:ln>
                <a:solidFill>
                  <a:schemeClr val="bg1"/>
                </a:solidFill>
                <a:effectLst/>
                <a:latin typeface="楷体_GB2312" panose="02010609030101010101" pitchFamily="49" charset="-122"/>
                <a:ea typeface="楷体_GB2312" panose="02010609030101010101" pitchFamily="49" charset="-122"/>
                <a:cs typeface="Times New Roman" panose="02020603050405020304" pitchFamily="18" charset="0"/>
              </a:rPr>
              <a:t>dajbjkc</a:t>
            </a:r>
            <a:r>
              <a:rPr kumimoji="0" lang="en-US" altLang="zh-CN" sz="1400" b="0" i="0" u="none" strike="noStrike" cap="none" normalizeH="0" baseline="0" dirty="0" err="1">
                <a:ln>
                  <a:noFill/>
                </a:ln>
                <a:effectLst/>
                <a:latin typeface="楷体_GB2312" panose="02010609030101010101" pitchFamily="49" charset="-122"/>
                <a:ea typeface="楷体_GB2312" panose="02010609030101010101" pitchFamily="49" charset="-122"/>
                <a:cs typeface="Times New Roman" panose="02020603050405020304" pitchFamily="18" charset="0"/>
              </a:rPr>
              <a:t>zbjvKDsdc</a:t>
            </a:r>
            <a:endParaRPr kumimoji="0" lang="en-US" altLang="zh-CN" sz="1400" b="0" i="0" u="none" strike="noStrike" cap="none" normalizeH="0" baseline="0" dirty="0">
              <a:ln>
                <a:noFill/>
              </a:ln>
              <a:effectLst/>
              <a:latin typeface="楷体_GB2312" panose="02010609030101010101" pitchFamily="49" charset="-122"/>
              <a:ea typeface="楷体_GB2312" panose="02010609030101010101" pitchFamily="49" charset="-122"/>
              <a:cs typeface="Times New Roman" panose="02020603050405020304" pitchFamily="18" charset="0"/>
            </a:endParaRPr>
          </a:p>
          <a:p>
            <a:pPr marL="0" marR="0" lvl="0" indent="0" algn="l" defTabSz="914400" rtl="0" eaLnBrk="0" fontAlgn="base" latinLnBrk="0" hangingPunct="0">
              <a:lnSpc>
                <a:spcPts val="2400"/>
              </a:lnSpc>
              <a:spcBef>
                <a:spcPct val="0"/>
              </a:spcBef>
              <a:spcAft>
                <a:spcPct val="0"/>
              </a:spcAft>
              <a:buClrTx/>
              <a:buSzTx/>
              <a:buFontTx/>
              <a:buNone/>
              <a:tabLst/>
            </a:pPr>
            <a:r>
              <a:rPr kumimoji="0" lang="en-US" altLang="zh-CN" sz="1400" b="0" i="0" u="none" strike="noStrike" cap="none" normalizeH="0" baseline="0" dirty="0" err="1">
                <a:ln>
                  <a:noFill/>
                </a:ln>
                <a:solidFill>
                  <a:schemeClr val="bg1"/>
                </a:solidFill>
                <a:effectLst/>
                <a:latin typeface="楷体_GB2312" panose="02010609030101010101" pitchFamily="49" charset="-122"/>
                <a:ea typeface="楷体_GB2312" panose="02010609030101010101" pitchFamily="49" charset="-122"/>
                <a:cs typeface="Times New Roman" panose="02020603050405020304" pitchFamily="18" charset="0"/>
              </a:rPr>
              <a:t>JLjlbljbs</a:t>
            </a:r>
            <a:r>
              <a:rPr kumimoji="0" lang="en-US" altLang="zh-CN" sz="1400" b="0" i="0" u="none" strike="noStrike" cap="none" normalizeH="0" baseline="0" dirty="0" err="1">
                <a:ln>
                  <a:noFill/>
                </a:ln>
                <a:effectLst/>
                <a:latin typeface="楷体_GB2312" panose="02010609030101010101" pitchFamily="49" charset="-122"/>
                <a:ea typeface="楷体_GB2312" panose="02010609030101010101" pitchFamily="49" charset="-122"/>
                <a:cs typeface="Times New Roman" panose="02020603050405020304" pitchFamily="18" charset="0"/>
              </a:rPr>
              <a:t>jbdkajhsdbkja</a:t>
            </a:r>
            <a:r>
              <a:rPr kumimoji="0" lang="en-US" altLang="zh-CN" sz="1400" b="0" i="0" u="none" strike="noStrike" cap="none" normalizeH="0" baseline="0" dirty="0" err="1">
                <a:ln>
                  <a:noFill/>
                </a:ln>
                <a:solidFill>
                  <a:schemeClr val="bg1"/>
                </a:solidFill>
                <a:effectLst/>
                <a:latin typeface="楷体_GB2312" panose="02010609030101010101" pitchFamily="49" charset="-122"/>
                <a:ea typeface="楷体_GB2312" panose="02010609030101010101" pitchFamily="49" charset="-122"/>
                <a:cs typeface="Times New Roman" panose="02020603050405020304" pitchFamily="18" charset="0"/>
              </a:rPr>
              <a:t>bkxj</a:t>
            </a:r>
            <a:r>
              <a:rPr kumimoji="0" lang="en-US" altLang="zh-CN" sz="1400" b="0" i="0" u="none" strike="noStrike" cap="none" normalizeH="0" baseline="0" dirty="0" err="1">
                <a:ln>
                  <a:noFill/>
                </a:ln>
                <a:effectLst/>
                <a:latin typeface="楷体_GB2312" panose="02010609030101010101" pitchFamily="49" charset="-122"/>
                <a:ea typeface="楷体_GB2312" panose="02010609030101010101" pitchFamily="49" charset="-122"/>
                <a:cs typeface="Times New Roman" panose="02020603050405020304" pitchFamily="18" charset="0"/>
              </a:rPr>
              <a:t>bcjzxbcjhvh</a:t>
            </a:r>
            <a:endParaRPr kumimoji="0" lang="zh-CN" altLang="zh-CN" sz="3200" b="0" i="0" u="none" strike="noStrike" cap="none" normalizeH="0" baseline="0" dirty="0">
              <a:ln>
                <a:noFill/>
              </a:ln>
              <a:effectLst/>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4215963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
                                        </p:tgtEl>
                                        <p:attrNameLst>
                                          <p:attrName>style.visibility</p:attrName>
                                        </p:attrNameLst>
                                      </p:cBhvr>
                                      <p:to>
                                        <p:strVal val="visible"/>
                                      </p:to>
                                    </p:set>
                                    <p:animEffect transition="in" filter="fade">
                                      <p:cBhvr>
                                        <p:cTn id="12" dur="500"/>
                                        <p:tgtEl>
                                          <p:spTgt spid="103"/>
                                        </p:tgtEl>
                                      </p:cBhvr>
                                    </p:animEffect>
                                  </p:childTnLst>
                                </p:cTn>
                              </p:par>
                              <p:par>
                                <p:cTn id="13" presetID="10" presetClass="entr" presetSubtype="0" fill="hold" nodeType="withEffect">
                                  <p:stCondLst>
                                    <p:cond delay="0"/>
                                  </p:stCondLst>
                                  <p:childTnLst>
                                    <p:set>
                                      <p:cBhvr>
                                        <p:cTn id="14" dur="1" fill="hold">
                                          <p:stCondLst>
                                            <p:cond delay="0"/>
                                          </p:stCondLst>
                                        </p:cTn>
                                        <p:tgtEl>
                                          <p:spTgt spid="92"/>
                                        </p:tgtEl>
                                        <p:attrNameLst>
                                          <p:attrName>style.visibility</p:attrName>
                                        </p:attrNameLst>
                                      </p:cBhvr>
                                      <p:to>
                                        <p:strVal val="visible"/>
                                      </p:to>
                                    </p:set>
                                    <p:animEffect transition="in" filter="fade">
                                      <p:cBhvr>
                                        <p:cTn id="15" dur="500"/>
                                        <p:tgtEl>
                                          <p:spTgt spid="9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5"/>
                                        </p:tgtEl>
                                        <p:attrNameLst>
                                          <p:attrName>style.visibility</p:attrName>
                                        </p:attrNameLst>
                                      </p:cBhvr>
                                      <p:to>
                                        <p:strVal val="visible"/>
                                      </p:to>
                                    </p:set>
                                    <p:animEffect transition="in" filter="fade">
                                      <p:cBhvr>
                                        <p:cTn id="18" dur="500"/>
                                        <p:tgtEl>
                                          <p:spTgt spid="1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4"/>
                                        </p:tgtEl>
                                        <p:attrNameLst>
                                          <p:attrName>style.visibility</p:attrName>
                                        </p:attrNameLst>
                                      </p:cBhvr>
                                      <p:to>
                                        <p:strVal val="visible"/>
                                      </p:to>
                                    </p:set>
                                    <p:animEffect transition="in" filter="fade">
                                      <p:cBhvr>
                                        <p:cTn id="23" dur="500"/>
                                        <p:tgtEl>
                                          <p:spTgt spid="114"/>
                                        </p:tgtEl>
                                      </p:cBhvr>
                                    </p:animEffect>
                                  </p:childTnLst>
                                </p:cTn>
                              </p:par>
                              <p:par>
                                <p:cTn id="24" presetID="10" presetClass="entr" presetSubtype="0" fill="hold" nodeType="withEffect">
                                  <p:stCondLst>
                                    <p:cond delay="0"/>
                                  </p:stCondLst>
                                  <p:childTnLst>
                                    <p:set>
                                      <p:cBhvr>
                                        <p:cTn id="25" dur="1" fill="hold">
                                          <p:stCondLst>
                                            <p:cond delay="0"/>
                                          </p:stCondLst>
                                        </p:cTn>
                                        <p:tgtEl>
                                          <p:spTgt spid="113"/>
                                        </p:tgtEl>
                                        <p:attrNameLst>
                                          <p:attrName>style.visibility</p:attrName>
                                        </p:attrNameLst>
                                      </p:cBhvr>
                                      <p:to>
                                        <p:strVal val="visible"/>
                                      </p:to>
                                    </p:set>
                                    <p:animEffect transition="in" filter="fade">
                                      <p:cBhvr>
                                        <p:cTn id="26" dur="500"/>
                                        <p:tgtEl>
                                          <p:spTgt spid="1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4"/>
                                        </p:tgtEl>
                                        <p:attrNameLst>
                                          <p:attrName>style.visibility</p:attrName>
                                        </p:attrNameLst>
                                      </p:cBhvr>
                                      <p:to>
                                        <p:strVal val="visible"/>
                                      </p:to>
                                    </p:set>
                                    <p:animEffect transition="in" filter="fade">
                                      <p:cBhvr>
                                        <p:cTn id="31" dur="500"/>
                                        <p:tgtEl>
                                          <p:spTgt spid="104"/>
                                        </p:tgtEl>
                                      </p:cBhvr>
                                    </p:animEffect>
                                  </p:childTnLst>
                                </p:cTn>
                              </p:par>
                              <p:par>
                                <p:cTn id="32" presetID="10" presetClass="entr" presetSubtype="0" fill="hold" nodeType="withEffect">
                                  <p:stCondLst>
                                    <p:cond delay="0"/>
                                  </p:stCondLst>
                                  <p:childTnLst>
                                    <p:set>
                                      <p:cBhvr>
                                        <p:cTn id="33" dur="1" fill="hold">
                                          <p:stCondLst>
                                            <p:cond delay="0"/>
                                          </p:stCondLst>
                                        </p:cTn>
                                        <p:tgtEl>
                                          <p:spTgt spid="93"/>
                                        </p:tgtEl>
                                        <p:attrNameLst>
                                          <p:attrName>style.visibility</p:attrName>
                                        </p:attrNameLst>
                                      </p:cBhvr>
                                      <p:to>
                                        <p:strVal val="visible"/>
                                      </p:to>
                                    </p:set>
                                    <p:animEffect transition="in" filter="fade">
                                      <p:cBhvr>
                                        <p:cTn id="34" dur="500"/>
                                        <p:tgtEl>
                                          <p:spTgt spid="9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6"/>
                                        </p:tgtEl>
                                        <p:attrNameLst>
                                          <p:attrName>style.visibility</p:attrName>
                                        </p:attrNameLst>
                                      </p:cBhvr>
                                      <p:to>
                                        <p:strVal val="visible"/>
                                      </p:to>
                                    </p:set>
                                    <p:animEffect transition="in" filter="fade">
                                      <p:cBhvr>
                                        <p:cTn id="37" dur="500"/>
                                        <p:tgtEl>
                                          <p:spTgt spid="1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7"/>
                                        </p:tgtEl>
                                        <p:attrNameLst>
                                          <p:attrName>style.visibility</p:attrName>
                                        </p:attrNameLst>
                                      </p:cBhvr>
                                      <p:to>
                                        <p:strVal val="visible"/>
                                      </p:to>
                                    </p:set>
                                    <p:animEffect transition="in" filter="fade">
                                      <p:cBhvr>
                                        <p:cTn id="42" dur="500"/>
                                        <p:tgtEl>
                                          <p:spTgt spid="1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6"/>
                                        </p:tgtEl>
                                        <p:attrNameLst>
                                          <p:attrName>style.visibility</p:attrName>
                                        </p:attrNameLst>
                                      </p:cBhvr>
                                      <p:to>
                                        <p:strVal val="visible"/>
                                      </p:to>
                                    </p:set>
                                    <p:animEffect transition="in" filter="fade">
                                      <p:cBhvr>
                                        <p:cTn id="47" dur="500"/>
                                        <p:tgtEl>
                                          <p:spTgt spid="96"/>
                                        </p:tgtEl>
                                      </p:cBhvr>
                                    </p:animEffect>
                                  </p:childTnLst>
                                </p:cTn>
                              </p:par>
                              <p:par>
                                <p:cTn id="48" presetID="10" presetClass="entr" presetSubtype="0" fill="hold" nodeType="withEffect">
                                  <p:stCondLst>
                                    <p:cond delay="0"/>
                                  </p:stCondLst>
                                  <p:childTnLst>
                                    <p:set>
                                      <p:cBhvr>
                                        <p:cTn id="49" dur="1" fill="hold">
                                          <p:stCondLst>
                                            <p:cond delay="0"/>
                                          </p:stCondLst>
                                        </p:cTn>
                                        <p:tgtEl>
                                          <p:spTgt spid="105"/>
                                        </p:tgtEl>
                                        <p:attrNameLst>
                                          <p:attrName>style.visibility</p:attrName>
                                        </p:attrNameLst>
                                      </p:cBhvr>
                                      <p:to>
                                        <p:strVal val="visible"/>
                                      </p:to>
                                    </p:set>
                                    <p:animEffect transition="in" filter="fade">
                                      <p:cBhvr>
                                        <p:cTn id="50" dur="500"/>
                                        <p:tgtEl>
                                          <p:spTgt spid="10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19"/>
                                        </p:tgtEl>
                                        <p:attrNameLst>
                                          <p:attrName>style.visibility</p:attrName>
                                        </p:attrNameLst>
                                      </p:cBhvr>
                                      <p:to>
                                        <p:strVal val="visible"/>
                                      </p:to>
                                    </p:set>
                                    <p:animEffect transition="in" filter="fade">
                                      <p:cBhvr>
                                        <p:cTn id="53" dur="500"/>
                                        <p:tgtEl>
                                          <p:spTgt spid="1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18"/>
                                        </p:tgtEl>
                                        <p:attrNameLst>
                                          <p:attrName>style.visibility</p:attrName>
                                        </p:attrNameLst>
                                      </p:cBhvr>
                                      <p:to>
                                        <p:strVal val="visible"/>
                                      </p:to>
                                    </p:set>
                                    <p:animEffect transition="in" filter="fade">
                                      <p:cBhvr>
                                        <p:cTn id="58" dur="500"/>
                                        <p:tgtEl>
                                          <p:spTgt spid="11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06"/>
                                        </p:tgtEl>
                                        <p:attrNameLst>
                                          <p:attrName>style.visibility</p:attrName>
                                        </p:attrNameLst>
                                      </p:cBhvr>
                                      <p:to>
                                        <p:strVal val="visible"/>
                                      </p:to>
                                    </p:set>
                                    <p:animEffect transition="in" filter="fade">
                                      <p:cBhvr>
                                        <p:cTn id="63" dur="500"/>
                                        <p:tgtEl>
                                          <p:spTgt spid="106"/>
                                        </p:tgtEl>
                                      </p:cBhvr>
                                    </p:animEffect>
                                  </p:childTnLst>
                                </p:cTn>
                              </p:par>
                              <p:par>
                                <p:cTn id="64" presetID="10" presetClass="entr" presetSubtype="0" fill="hold" nodeType="withEffect">
                                  <p:stCondLst>
                                    <p:cond delay="0"/>
                                  </p:stCondLst>
                                  <p:childTnLst>
                                    <p:set>
                                      <p:cBhvr>
                                        <p:cTn id="65" dur="1" fill="hold">
                                          <p:stCondLst>
                                            <p:cond delay="0"/>
                                          </p:stCondLst>
                                        </p:cTn>
                                        <p:tgtEl>
                                          <p:spTgt spid="94"/>
                                        </p:tgtEl>
                                        <p:attrNameLst>
                                          <p:attrName>style.visibility</p:attrName>
                                        </p:attrNameLst>
                                      </p:cBhvr>
                                      <p:to>
                                        <p:strVal val="visible"/>
                                      </p:to>
                                    </p:set>
                                    <p:animEffect transition="in" filter="fade">
                                      <p:cBhvr>
                                        <p:cTn id="66" dur="500"/>
                                        <p:tgtEl>
                                          <p:spTgt spid="9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20"/>
                                        </p:tgtEl>
                                        <p:attrNameLst>
                                          <p:attrName>style.visibility</p:attrName>
                                        </p:attrNameLst>
                                      </p:cBhvr>
                                      <p:to>
                                        <p:strVal val="visible"/>
                                      </p:to>
                                    </p:set>
                                    <p:animEffect transition="in" filter="fade">
                                      <p:cBhvr>
                                        <p:cTn id="69" dur="500"/>
                                        <p:tgtEl>
                                          <p:spTgt spid="120"/>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21"/>
                                        </p:tgtEl>
                                        <p:attrNameLst>
                                          <p:attrName>style.visibility</p:attrName>
                                        </p:attrNameLst>
                                      </p:cBhvr>
                                      <p:to>
                                        <p:strVal val="visible"/>
                                      </p:to>
                                    </p:set>
                                    <p:animEffect transition="in" filter="fade">
                                      <p:cBhvr>
                                        <p:cTn id="74" dur="500"/>
                                        <p:tgtEl>
                                          <p:spTgt spid="121"/>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8"/>
                                        </p:tgtEl>
                                        <p:attrNameLst>
                                          <p:attrName>style.visibility</p:attrName>
                                        </p:attrNameLst>
                                      </p:cBhvr>
                                      <p:to>
                                        <p:strVal val="visible"/>
                                      </p:to>
                                    </p:set>
                                    <p:animEffect transition="in" filter="fade">
                                      <p:cBhvr>
                                        <p:cTn id="79" dur="500"/>
                                        <p:tgtEl>
                                          <p:spTgt spid="8"/>
                                        </p:tgtEl>
                                      </p:cBhvr>
                                    </p:animEffect>
                                  </p:childTnLst>
                                </p:cTn>
                              </p:par>
                              <p:par>
                                <p:cTn id="80" presetID="10" presetClass="entr" presetSubtype="0" fill="hold" nodeType="withEffect">
                                  <p:stCondLst>
                                    <p:cond delay="0"/>
                                  </p:stCondLst>
                                  <p:childTnLst>
                                    <p:set>
                                      <p:cBhvr>
                                        <p:cTn id="81" dur="1" fill="hold">
                                          <p:stCondLst>
                                            <p:cond delay="0"/>
                                          </p:stCondLst>
                                        </p:cTn>
                                        <p:tgtEl>
                                          <p:spTgt spid="95"/>
                                        </p:tgtEl>
                                        <p:attrNameLst>
                                          <p:attrName>style.visibility</p:attrName>
                                        </p:attrNameLst>
                                      </p:cBhvr>
                                      <p:to>
                                        <p:strVal val="visible"/>
                                      </p:to>
                                    </p:set>
                                    <p:animEffect transition="in" filter="fade">
                                      <p:cBhvr>
                                        <p:cTn id="82" dur="500"/>
                                        <p:tgtEl>
                                          <p:spTgt spid="9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23"/>
                                        </p:tgtEl>
                                        <p:attrNameLst>
                                          <p:attrName>style.visibility</p:attrName>
                                        </p:attrNameLst>
                                      </p:cBhvr>
                                      <p:to>
                                        <p:strVal val="visible"/>
                                      </p:to>
                                    </p:set>
                                    <p:animEffect transition="in" filter="fade">
                                      <p:cBhvr>
                                        <p:cTn id="85" dur="500"/>
                                        <p:tgtEl>
                                          <p:spTgt spid="123"/>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122"/>
                                        </p:tgtEl>
                                        <p:attrNameLst>
                                          <p:attrName>style.visibility</p:attrName>
                                        </p:attrNameLst>
                                      </p:cBhvr>
                                      <p:to>
                                        <p:strVal val="visible"/>
                                      </p:to>
                                    </p:set>
                                    <p:animEffect transition="in" filter="fade">
                                      <p:cBhvr>
                                        <p:cTn id="90"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p:bldP spid="116" grpId="0"/>
      <p:bldP spid="117" grpId="0"/>
      <p:bldP spid="119" grpId="0"/>
      <p:bldP spid="120" grpId="0"/>
      <p:bldP spid="121" grpId="0"/>
      <p:bldP spid="122" grpId="0"/>
      <p:bldP spid="123" grpId="0"/>
      <p:bldP spid="1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CADAAF7-F129-46EF-6182-D8AF93914BC2}"/>
              </a:ext>
            </a:extLst>
          </p:cNvPr>
          <p:cNvSpPr txBox="1"/>
          <p:nvPr/>
        </p:nvSpPr>
        <p:spPr>
          <a:xfrm>
            <a:off x="5170870" y="108169"/>
            <a:ext cx="1850259" cy="584775"/>
          </a:xfrm>
          <a:prstGeom prst="rect">
            <a:avLst/>
          </a:prstGeom>
          <a:noFill/>
        </p:spPr>
        <p:txBody>
          <a:bodyPr wrap="square" rtlCol="0">
            <a:spAutoFit/>
          </a:bodyPr>
          <a:lstStyle/>
          <a:p>
            <a:r>
              <a:rPr lang="zh-CN" altLang="en-US" sz="3200" dirty="0">
                <a:solidFill>
                  <a:schemeClr val="accent1"/>
                </a:solidFill>
                <a:latin typeface="黑体" panose="02010609060101010101" pitchFamily="49" charset="-122"/>
                <a:ea typeface="黑体" panose="02010609060101010101" pitchFamily="49" charset="-122"/>
              </a:rPr>
              <a:t>经费支出</a:t>
            </a:r>
          </a:p>
        </p:txBody>
      </p:sp>
      <p:graphicFrame>
        <p:nvGraphicFramePr>
          <p:cNvPr id="7" name="表格 6">
            <a:extLst>
              <a:ext uri="{FF2B5EF4-FFF2-40B4-BE49-F238E27FC236}">
                <a16:creationId xmlns:a16="http://schemas.microsoft.com/office/drawing/2014/main" id="{5F5C72BB-426C-7C9A-5F1C-C260DB2B75B2}"/>
              </a:ext>
            </a:extLst>
          </p:cNvPr>
          <p:cNvGraphicFramePr>
            <a:graphicFrameLocks noGrp="1"/>
          </p:cNvGraphicFramePr>
          <p:nvPr>
            <p:extLst>
              <p:ext uri="{D42A27DB-BD31-4B8C-83A1-F6EECF244321}">
                <p14:modId xmlns:p14="http://schemas.microsoft.com/office/powerpoint/2010/main" val="330086623"/>
              </p:ext>
            </p:extLst>
          </p:nvPr>
        </p:nvGraphicFramePr>
        <p:xfrm>
          <a:off x="471999" y="750093"/>
          <a:ext cx="11248002" cy="5807216"/>
        </p:xfrm>
        <a:graphic>
          <a:graphicData uri="http://schemas.openxmlformats.org/drawingml/2006/table">
            <a:tbl>
              <a:tblPr firstRow="1" firstCol="1" bandRow="1">
                <a:tableStyleId>{BDBED569-4797-4DF1-A0F4-6AAB3CD982D8}</a:tableStyleId>
              </a:tblPr>
              <a:tblGrid>
                <a:gridCol w="3131141">
                  <a:extLst>
                    <a:ext uri="{9D8B030D-6E8A-4147-A177-3AD203B41FA5}">
                      <a16:colId xmlns:a16="http://schemas.microsoft.com/office/drawing/2014/main" val="2890295866"/>
                    </a:ext>
                  </a:extLst>
                </a:gridCol>
                <a:gridCol w="1690950">
                  <a:extLst>
                    <a:ext uri="{9D8B030D-6E8A-4147-A177-3AD203B41FA5}">
                      <a16:colId xmlns:a16="http://schemas.microsoft.com/office/drawing/2014/main" val="2095567588"/>
                    </a:ext>
                  </a:extLst>
                </a:gridCol>
                <a:gridCol w="6425911">
                  <a:extLst>
                    <a:ext uri="{9D8B030D-6E8A-4147-A177-3AD203B41FA5}">
                      <a16:colId xmlns:a16="http://schemas.microsoft.com/office/drawing/2014/main" val="1983437510"/>
                    </a:ext>
                  </a:extLst>
                </a:gridCol>
              </a:tblGrid>
              <a:tr h="371497">
                <a:tc>
                  <a:txBody>
                    <a:bodyPr/>
                    <a:lstStyle/>
                    <a:p>
                      <a:pPr algn="ctr">
                        <a:buNone/>
                      </a:pPr>
                      <a:r>
                        <a:rPr lang="zh-CN" sz="1600" kern="100">
                          <a:effectLst/>
                          <a:latin typeface="楷体" panose="02010609060101010101" pitchFamily="49" charset="-122"/>
                          <a:ea typeface="楷体" panose="02010609060101010101" pitchFamily="49" charset="-122"/>
                        </a:rPr>
                        <a:t>开支科目 </a:t>
                      </a:r>
                      <a:endParaRPr lang="zh-CN" sz="160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buNone/>
                      </a:pPr>
                      <a:r>
                        <a:rPr lang="zh-CN" sz="1600" kern="100">
                          <a:effectLst/>
                          <a:latin typeface="楷体" panose="02010609060101010101" pitchFamily="49" charset="-122"/>
                          <a:ea typeface="楷体" panose="02010609060101010101" pitchFamily="49" charset="-122"/>
                        </a:rPr>
                        <a:t>预算经费（元） </a:t>
                      </a:r>
                      <a:endParaRPr lang="zh-CN" sz="160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buNone/>
                      </a:pPr>
                      <a:r>
                        <a:rPr lang="zh-CN" sz="1600" kern="100" dirty="0">
                          <a:effectLst/>
                          <a:latin typeface="楷体" panose="02010609060101010101" pitchFamily="49" charset="-122"/>
                          <a:ea typeface="楷体" panose="02010609060101010101" pitchFamily="49" charset="-122"/>
                        </a:rPr>
                        <a:t>主要用途 </a:t>
                      </a:r>
                      <a:endParaRPr lang="zh-CN" sz="1600" dirty="0">
                        <a:effectLst/>
                        <a:latin typeface="楷体" panose="02010609060101010101" pitchFamily="49" charset="-122"/>
                        <a:ea typeface="楷体" panose="02010609060101010101" pitchFamily="49" charset="-122"/>
                      </a:endParaRPr>
                    </a:p>
                  </a:txBody>
                  <a:tcPr marL="60811" marR="60811" marT="0" marB="0" anchor="ctr"/>
                </a:tc>
                <a:extLst>
                  <a:ext uri="{0D108BD9-81ED-4DB2-BD59-A6C34878D82A}">
                    <a16:rowId xmlns:a16="http://schemas.microsoft.com/office/drawing/2014/main" val="3801300488"/>
                  </a:ext>
                </a:extLst>
              </a:tr>
              <a:tr h="389718">
                <a:tc>
                  <a:txBody>
                    <a:bodyPr/>
                    <a:lstStyle/>
                    <a:p>
                      <a:pPr algn="ctr">
                        <a:spcBef>
                          <a:spcPts val="600"/>
                        </a:spcBef>
                        <a:buNone/>
                      </a:pPr>
                      <a:r>
                        <a:rPr lang="zh-CN" sz="1600" kern="100">
                          <a:effectLst/>
                          <a:latin typeface="楷体" panose="02010609060101010101" pitchFamily="49" charset="-122"/>
                          <a:ea typeface="楷体" panose="02010609060101010101" pitchFamily="49" charset="-122"/>
                        </a:rPr>
                        <a:t>预算经费总额</a:t>
                      </a:r>
                      <a:r>
                        <a:rPr lang="en-US" sz="1600" kern="100">
                          <a:effectLst/>
                          <a:latin typeface="楷体" panose="02010609060101010101" pitchFamily="49" charset="-122"/>
                          <a:ea typeface="楷体" panose="02010609060101010101" pitchFamily="49" charset="-122"/>
                        </a:rPr>
                        <a:t> </a:t>
                      </a:r>
                      <a:endParaRPr lang="zh-CN" sz="160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en-US" sz="1600" kern="100" dirty="0">
                          <a:effectLst/>
                          <a:latin typeface="楷体" panose="02010609060101010101" pitchFamily="49" charset="-122"/>
                          <a:ea typeface="楷体" panose="02010609060101010101" pitchFamily="49" charset="-122"/>
                        </a:rPr>
                        <a:t>20000.00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zh-CN" altLang="en-US" sz="1600" dirty="0">
                          <a:effectLst/>
                          <a:latin typeface="楷体" panose="02010609060101010101" pitchFamily="49" charset="-122"/>
                          <a:ea typeface="楷体" panose="02010609060101010101" pitchFamily="49" charset="-122"/>
                        </a:rPr>
                        <a:t>无</a:t>
                      </a:r>
                      <a:endParaRPr lang="zh-CN" altLang="zh-CN" sz="1600" dirty="0">
                        <a:effectLst/>
                        <a:latin typeface="楷体" panose="02010609060101010101" pitchFamily="49" charset="-122"/>
                        <a:ea typeface="楷体" panose="02010609060101010101" pitchFamily="49" charset="-122"/>
                      </a:endParaRPr>
                    </a:p>
                  </a:txBody>
                  <a:tcPr marL="60811" marR="60811" marT="0" marB="0" anchor="ctr"/>
                </a:tc>
                <a:extLst>
                  <a:ext uri="{0D108BD9-81ED-4DB2-BD59-A6C34878D82A}">
                    <a16:rowId xmlns:a16="http://schemas.microsoft.com/office/drawing/2014/main" val="2028725875"/>
                  </a:ext>
                </a:extLst>
              </a:tr>
              <a:tr h="417504">
                <a:tc>
                  <a:txBody>
                    <a:bodyPr/>
                    <a:lstStyle/>
                    <a:p>
                      <a:pPr algn="ctr">
                        <a:spcBef>
                          <a:spcPts val="600"/>
                        </a:spcBef>
                        <a:buNone/>
                      </a:pPr>
                      <a:r>
                        <a:rPr lang="en-US" sz="1600" kern="100" dirty="0">
                          <a:effectLst/>
                          <a:latin typeface="楷体" panose="02010609060101010101" pitchFamily="49" charset="-122"/>
                          <a:ea typeface="楷体" panose="02010609060101010101" pitchFamily="49" charset="-122"/>
                        </a:rPr>
                        <a:t>1. </a:t>
                      </a:r>
                      <a:r>
                        <a:rPr lang="zh-CN" sz="1600" kern="100" dirty="0">
                          <a:effectLst/>
                          <a:latin typeface="楷体" panose="02010609060101010101" pitchFamily="49" charset="-122"/>
                          <a:ea typeface="楷体" panose="02010609060101010101" pitchFamily="49" charset="-122"/>
                        </a:rPr>
                        <a:t>业务费</a:t>
                      </a:r>
                      <a:r>
                        <a:rPr lang="en-US" sz="1600" kern="100" dirty="0">
                          <a:effectLst/>
                          <a:latin typeface="楷体" panose="02010609060101010101" pitchFamily="49" charset="-122"/>
                          <a:ea typeface="楷体" panose="02010609060101010101" pitchFamily="49" charset="-122"/>
                        </a:rPr>
                        <a:t>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en-US" altLang="zh-CN" sz="1600" kern="100" dirty="0">
                          <a:effectLst/>
                          <a:latin typeface="楷体" panose="02010609060101010101" pitchFamily="49" charset="-122"/>
                          <a:ea typeface="楷体" panose="02010609060101010101" pitchFamily="49" charset="-122"/>
                        </a:rPr>
                        <a:t>7500</a:t>
                      </a:r>
                      <a:r>
                        <a:rPr lang="en-US" sz="1600" kern="100" dirty="0">
                          <a:effectLst/>
                          <a:latin typeface="楷体" panose="02010609060101010101" pitchFamily="49" charset="-122"/>
                          <a:ea typeface="楷体" panose="02010609060101010101" pitchFamily="49" charset="-122"/>
                        </a:rPr>
                        <a:t>.00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zh-CN" altLang="en-US" sz="1600" dirty="0">
                          <a:effectLst/>
                          <a:latin typeface="楷体" panose="02010609060101010101" pitchFamily="49" charset="-122"/>
                          <a:ea typeface="楷体" panose="02010609060101010101" pitchFamily="49" charset="-122"/>
                        </a:rPr>
                        <a:t>无</a:t>
                      </a:r>
                      <a:endParaRPr lang="zh-CN" altLang="zh-CN" sz="1600" dirty="0">
                        <a:effectLst/>
                        <a:latin typeface="楷体" panose="02010609060101010101" pitchFamily="49" charset="-122"/>
                        <a:ea typeface="楷体" panose="02010609060101010101" pitchFamily="49" charset="-122"/>
                      </a:endParaRPr>
                    </a:p>
                  </a:txBody>
                  <a:tcPr marL="60811" marR="60811" marT="0" marB="0" anchor="ctr"/>
                </a:tc>
                <a:extLst>
                  <a:ext uri="{0D108BD9-81ED-4DB2-BD59-A6C34878D82A}">
                    <a16:rowId xmlns:a16="http://schemas.microsoft.com/office/drawing/2014/main" val="3446172856"/>
                  </a:ext>
                </a:extLst>
              </a:tr>
              <a:tr h="1011093">
                <a:tc>
                  <a:txBody>
                    <a:bodyPr/>
                    <a:lstStyle/>
                    <a:p>
                      <a:pPr algn="ctr">
                        <a:spcBef>
                          <a:spcPts val="600"/>
                        </a:spcBef>
                        <a:buNone/>
                      </a:pPr>
                      <a:r>
                        <a:rPr lang="zh-CN" sz="1600" kern="100" dirty="0">
                          <a:effectLst/>
                          <a:latin typeface="楷体" panose="02010609060101010101" pitchFamily="49" charset="-122"/>
                          <a:ea typeface="楷体" panose="02010609060101010101" pitchFamily="49" charset="-122"/>
                        </a:rPr>
                        <a:t>（</a:t>
                      </a:r>
                      <a:r>
                        <a:rPr lang="en-US" sz="1600" kern="100" dirty="0">
                          <a:effectLst/>
                          <a:latin typeface="楷体" panose="02010609060101010101" pitchFamily="49" charset="-122"/>
                          <a:ea typeface="楷体" panose="02010609060101010101" pitchFamily="49" charset="-122"/>
                        </a:rPr>
                        <a:t>1</a:t>
                      </a:r>
                      <a:r>
                        <a:rPr lang="zh-CN" sz="1600" kern="100" dirty="0">
                          <a:effectLst/>
                          <a:latin typeface="楷体" panose="02010609060101010101" pitchFamily="49" charset="-122"/>
                          <a:ea typeface="楷体" panose="02010609060101010101" pitchFamily="49" charset="-122"/>
                        </a:rPr>
                        <a:t>）计算、分析、测试费</a:t>
                      </a:r>
                      <a:r>
                        <a:rPr lang="en-US" sz="1600" kern="100" dirty="0">
                          <a:effectLst/>
                          <a:latin typeface="楷体" panose="02010609060101010101" pitchFamily="49" charset="-122"/>
                          <a:ea typeface="楷体" panose="02010609060101010101" pitchFamily="49" charset="-122"/>
                        </a:rPr>
                        <a:t>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en-US" altLang="zh-CN" sz="1600" kern="100" dirty="0">
                          <a:effectLst/>
                          <a:latin typeface="楷体" panose="02010609060101010101" pitchFamily="49" charset="-122"/>
                          <a:ea typeface="楷体" panose="02010609060101010101" pitchFamily="49" charset="-122"/>
                        </a:rPr>
                        <a:t>200</a:t>
                      </a:r>
                      <a:r>
                        <a:rPr lang="en-US" sz="1600" kern="100" dirty="0">
                          <a:effectLst/>
                          <a:latin typeface="楷体" panose="02010609060101010101" pitchFamily="49" charset="-122"/>
                          <a:ea typeface="楷体" panose="02010609060101010101" pitchFamily="49" charset="-122"/>
                        </a:rPr>
                        <a:t>0.00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zh-CN" altLang="en-US" sz="1600" dirty="0">
                          <a:effectLst/>
                          <a:latin typeface="楷体" panose="02010609060101010101" pitchFamily="49" charset="-122"/>
                          <a:ea typeface="楷体" panose="02010609060101010101" pitchFamily="49" charset="-122"/>
                        </a:rPr>
                        <a:t>无</a:t>
                      </a:r>
                      <a:endParaRPr lang="zh-CN" altLang="zh-CN" sz="1600" dirty="0">
                        <a:effectLst/>
                        <a:latin typeface="楷体" panose="02010609060101010101" pitchFamily="49" charset="-122"/>
                        <a:ea typeface="楷体" panose="02010609060101010101" pitchFamily="49" charset="-122"/>
                      </a:endParaRPr>
                    </a:p>
                  </a:txBody>
                  <a:tcPr marL="60811" marR="60811" marT="0" marB="0" anchor="ctr"/>
                </a:tc>
                <a:extLst>
                  <a:ext uri="{0D108BD9-81ED-4DB2-BD59-A6C34878D82A}">
                    <a16:rowId xmlns:a16="http://schemas.microsoft.com/office/drawing/2014/main" val="2607717629"/>
                  </a:ext>
                </a:extLst>
              </a:tr>
              <a:tr h="552657">
                <a:tc>
                  <a:txBody>
                    <a:bodyPr/>
                    <a:lstStyle/>
                    <a:p>
                      <a:pPr algn="ctr">
                        <a:spcBef>
                          <a:spcPts val="600"/>
                        </a:spcBef>
                        <a:buNone/>
                      </a:pPr>
                      <a:r>
                        <a:rPr lang="zh-CN" sz="1600" kern="100" dirty="0">
                          <a:effectLst/>
                          <a:latin typeface="楷体" panose="02010609060101010101" pitchFamily="49" charset="-122"/>
                          <a:ea typeface="楷体" panose="02010609060101010101" pitchFamily="49" charset="-122"/>
                        </a:rPr>
                        <a:t>（</a:t>
                      </a:r>
                      <a:r>
                        <a:rPr lang="en-US" sz="1600" kern="100" dirty="0">
                          <a:effectLst/>
                          <a:latin typeface="楷体" panose="02010609060101010101" pitchFamily="49" charset="-122"/>
                          <a:ea typeface="楷体" panose="02010609060101010101" pitchFamily="49" charset="-122"/>
                        </a:rPr>
                        <a:t>3</a:t>
                      </a:r>
                      <a:r>
                        <a:rPr lang="zh-CN" sz="1600" kern="100" dirty="0">
                          <a:effectLst/>
                          <a:latin typeface="楷体" panose="02010609060101010101" pitchFamily="49" charset="-122"/>
                          <a:ea typeface="楷体" panose="02010609060101010101" pitchFamily="49" charset="-122"/>
                        </a:rPr>
                        <a:t>）会议、差旅费</a:t>
                      </a:r>
                      <a:r>
                        <a:rPr lang="en-US" sz="1600" kern="100" dirty="0">
                          <a:effectLst/>
                          <a:latin typeface="楷体" panose="02010609060101010101" pitchFamily="49" charset="-122"/>
                          <a:ea typeface="楷体" panose="02010609060101010101" pitchFamily="49" charset="-122"/>
                        </a:rPr>
                        <a:t>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en-US" altLang="zh-CN" sz="1600" kern="100" dirty="0">
                          <a:effectLst/>
                          <a:latin typeface="楷体" panose="02010609060101010101" pitchFamily="49" charset="-122"/>
                          <a:ea typeface="楷体" panose="02010609060101010101" pitchFamily="49" charset="-122"/>
                        </a:rPr>
                        <a:t>250</a:t>
                      </a:r>
                      <a:r>
                        <a:rPr lang="en-US" sz="1600" kern="100" dirty="0">
                          <a:effectLst/>
                          <a:latin typeface="楷体" panose="02010609060101010101" pitchFamily="49" charset="-122"/>
                          <a:ea typeface="楷体" panose="02010609060101010101" pitchFamily="49" charset="-122"/>
                        </a:rPr>
                        <a:t>0.00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zh-CN" altLang="en-US" sz="1600" dirty="0">
                          <a:effectLst/>
                          <a:latin typeface="楷体" panose="02010609060101010101" pitchFamily="49" charset="-122"/>
                          <a:ea typeface="楷体" panose="02010609060101010101" pitchFamily="49" charset="-122"/>
                        </a:rPr>
                        <a:t>无</a:t>
                      </a:r>
                      <a:endParaRPr lang="zh-CN" altLang="zh-CN" sz="1600" dirty="0">
                        <a:effectLst/>
                        <a:latin typeface="楷体" panose="02010609060101010101" pitchFamily="49" charset="-122"/>
                        <a:ea typeface="楷体" panose="02010609060101010101" pitchFamily="49" charset="-122"/>
                      </a:endParaRPr>
                    </a:p>
                  </a:txBody>
                  <a:tcPr marL="60811" marR="60811" marT="0" marB="0" anchor="ctr"/>
                </a:tc>
                <a:extLst>
                  <a:ext uri="{0D108BD9-81ED-4DB2-BD59-A6C34878D82A}">
                    <a16:rowId xmlns:a16="http://schemas.microsoft.com/office/drawing/2014/main" val="1776388883"/>
                  </a:ext>
                </a:extLst>
              </a:tr>
              <a:tr h="552657">
                <a:tc>
                  <a:txBody>
                    <a:bodyPr/>
                    <a:lstStyle/>
                    <a:p>
                      <a:pPr algn="ctr">
                        <a:spcBef>
                          <a:spcPts val="600"/>
                        </a:spcBef>
                        <a:buNone/>
                      </a:pPr>
                      <a:r>
                        <a:rPr lang="zh-CN" sz="1600" kern="100">
                          <a:effectLst/>
                          <a:latin typeface="楷体" panose="02010609060101010101" pitchFamily="49" charset="-122"/>
                          <a:ea typeface="楷体" panose="02010609060101010101" pitchFamily="49" charset="-122"/>
                        </a:rPr>
                        <a:t>（</a:t>
                      </a:r>
                      <a:r>
                        <a:rPr lang="en-US" sz="1600" kern="100">
                          <a:effectLst/>
                          <a:latin typeface="楷体" panose="02010609060101010101" pitchFamily="49" charset="-122"/>
                          <a:ea typeface="楷体" panose="02010609060101010101" pitchFamily="49" charset="-122"/>
                        </a:rPr>
                        <a:t>4</a:t>
                      </a:r>
                      <a:r>
                        <a:rPr lang="zh-CN" sz="1600" kern="100">
                          <a:effectLst/>
                          <a:latin typeface="楷体" panose="02010609060101010101" pitchFamily="49" charset="-122"/>
                          <a:ea typeface="楷体" panose="02010609060101010101" pitchFamily="49" charset="-122"/>
                        </a:rPr>
                        <a:t>）文献检索费</a:t>
                      </a:r>
                      <a:r>
                        <a:rPr lang="en-US" sz="1600" kern="100">
                          <a:effectLst/>
                          <a:latin typeface="楷体" panose="02010609060101010101" pitchFamily="49" charset="-122"/>
                          <a:ea typeface="楷体" panose="02010609060101010101" pitchFamily="49" charset="-122"/>
                        </a:rPr>
                        <a:t> </a:t>
                      </a:r>
                      <a:endParaRPr lang="zh-CN" sz="160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en-US" altLang="zh-CN" sz="1600" kern="100" dirty="0">
                          <a:effectLst/>
                          <a:latin typeface="楷体" panose="02010609060101010101" pitchFamily="49" charset="-122"/>
                          <a:ea typeface="楷体" panose="02010609060101010101" pitchFamily="49" charset="-122"/>
                        </a:rPr>
                        <a:t>50</a:t>
                      </a:r>
                      <a:r>
                        <a:rPr lang="en-US" sz="1600" kern="100" dirty="0">
                          <a:effectLst/>
                          <a:latin typeface="楷体" panose="02010609060101010101" pitchFamily="49" charset="-122"/>
                          <a:ea typeface="楷体" panose="02010609060101010101" pitchFamily="49" charset="-122"/>
                        </a:rPr>
                        <a:t>0.00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zh-CN" altLang="en-US" sz="1600" dirty="0">
                          <a:effectLst/>
                          <a:latin typeface="楷体" panose="02010609060101010101" pitchFamily="49" charset="-122"/>
                          <a:ea typeface="楷体" panose="02010609060101010101" pitchFamily="49" charset="-122"/>
                        </a:rPr>
                        <a:t>无</a:t>
                      </a:r>
                      <a:endParaRPr lang="zh-CN" altLang="zh-CN" sz="1600" dirty="0">
                        <a:effectLst/>
                        <a:latin typeface="楷体" panose="02010609060101010101" pitchFamily="49" charset="-122"/>
                        <a:ea typeface="楷体" panose="02010609060101010101" pitchFamily="49" charset="-122"/>
                      </a:endParaRPr>
                    </a:p>
                  </a:txBody>
                  <a:tcPr marL="60811" marR="60811" marT="0" marB="0" anchor="ctr"/>
                </a:tc>
                <a:extLst>
                  <a:ext uri="{0D108BD9-81ED-4DB2-BD59-A6C34878D82A}">
                    <a16:rowId xmlns:a16="http://schemas.microsoft.com/office/drawing/2014/main" val="215796088"/>
                  </a:ext>
                </a:extLst>
              </a:tr>
              <a:tr h="389718">
                <a:tc>
                  <a:txBody>
                    <a:bodyPr/>
                    <a:lstStyle/>
                    <a:p>
                      <a:pPr algn="ctr">
                        <a:spcBef>
                          <a:spcPts val="600"/>
                        </a:spcBef>
                        <a:buNone/>
                      </a:pPr>
                      <a:r>
                        <a:rPr lang="zh-CN" sz="1600" kern="100" dirty="0">
                          <a:effectLst/>
                          <a:latin typeface="楷体" panose="02010609060101010101" pitchFamily="49" charset="-122"/>
                          <a:ea typeface="楷体" panose="02010609060101010101" pitchFamily="49" charset="-122"/>
                        </a:rPr>
                        <a:t>（</a:t>
                      </a:r>
                      <a:r>
                        <a:rPr lang="en-US" sz="1600" kern="100" dirty="0">
                          <a:effectLst/>
                          <a:latin typeface="楷体" panose="02010609060101010101" pitchFamily="49" charset="-122"/>
                          <a:ea typeface="楷体" panose="02010609060101010101" pitchFamily="49" charset="-122"/>
                        </a:rPr>
                        <a:t>5</a:t>
                      </a:r>
                      <a:r>
                        <a:rPr lang="zh-CN" sz="1600" kern="100" dirty="0">
                          <a:effectLst/>
                          <a:latin typeface="楷体" panose="02010609060101010101" pitchFamily="49" charset="-122"/>
                          <a:ea typeface="楷体" panose="02010609060101010101" pitchFamily="49" charset="-122"/>
                        </a:rPr>
                        <a:t>）论文出版费</a:t>
                      </a:r>
                      <a:r>
                        <a:rPr lang="en-US" sz="1600" kern="100" dirty="0">
                          <a:effectLst/>
                          <a:latin typeface="楷体" panose="02010609060101010101" pitchFamily="49" charset="-122"/>
                          <a:ea typeface="楷体" panose="02010609060101010101" pitchFamily="49" charset="-122"/>
                        </a:rPr>
                        <a:t>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en-US" altLang="zh-CN" sz="1600" kern="100" dirty="0">
                          <a:effectLst/>
                          <a:latin typeface="楷体" panose="02010609060101010101" pitchFamily="49" charset="-122"/>
                          <a:ea typeface="楷体" panose="02010609060101010101" pitchFamily="49" charset="-122"/>
                        </a:rPr>
                        <a:t>250</a:t>
                      </a:r>
                      <a:r>
                        <a:rPr lang="en-US" sz="1600" kern="100" dirty="0">
                          <a:effectLst/>
                          <a:latin typeface="楷体" panose="02010609060101010101" pitchFamily="49" charset="-122"/>
                          <a:ea typeface="楷体" panose="02010609060101010101" pitchFamily="49" charset="-122"/>
                        </a:rPr>
                        <a:t>0.00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zh-CN" altLang="en-US" sz="1600" dirty="0">
                          <a:effectLst/>
                          <a:latin typeface="楷体" panose="02010609060101010101" pitchFamily="49" charset="-122"/>
                          <a:ea typeface="楷体" panose="02010609060101010101" pitchFamily="49" charset="-122"/>
                        </a:rPr>
                        <a:t>无</a:t>
                      </a:r>
                      <a:endParaRPr lang="zh-CN" altLang="zh-CN" sz="1600" dirty="0">
                        <a:effectLst/>
                        <a:latin typeface="楷体" panose="02010609060101010101" pitchFamily="49" charset="-122"/>
                        <a:ea typeface="楷体" panose="02010609060101010101" pitchFamily="49" charset="-122"/>
                      </a:endParaRPr>
                    </a:p>
                  </a:txBody>
                  <a:tcPr marL="60811" marR="60811" marT="0" marB="0" anchor="ctr"/>
                </a:tc>
                <a:extLst>
                  <a:ext uri="{0D108BD9-81ED-4DB2-BD59-A6C34878D82A}">
                    <a16:rowId xmlns:a16="http://schemas.microsoft.com/office/drawing/2014/main" val="2143834187"/>
                  </a:ext>
                </a:extLst>
              </a:tr>
              <a:tr h="866327">
                <a:tc>
                  <a:txBody>
                    <a:bodyPr/>
                    <a:lstStyle/>
                    <a:p>
                      <a:pPr algn="ctr">
                        <a:spcBef>
                          <a:spcPts val="600"/>
                        </a:spcBef>
                        <a:buNone/>
                      </a:pPr>
                      <a:r>
                        <a:rPr lang="en-US" sz="1600" kern="100" dirty="0">
                          <a:effectLst/>
                          <a:latin typeface="楷体" panose="02010609060101010101" pitchFamily="49" charset="-122"/>
                          <a:ea typeface="楷体" panose="02010609060101010101" pitchFamily="49" charset="-122"/>
                        </a:rPr>
                        <a:t>2. </a:t>
                      </a:r>
                      <a:r>
                        <a:rPr lang="zh-CN" sz="1600" kern="100" dirty="0">
                          <a:effectLst/>
                          <a:latin typeface="楷体" panose="02010609060101010101" pitchFamily="49" charset="-122"/>
                          <a:ea typeface="楷体" panose="02010609060101010101" pitchFamily="49" charset="-122"/>
                        </a:rPr>
                        <a:t>仪器设备购置费</a:t>
                      </a:r>
                      <a:r>
                        <a:rPr lang="en-US" sz="1600" kern="100" dirty="0">
                          <a:effectLst/>
                          <a:latin typeface="楷体" panose="02010609060101010101" pitchFamily="49" charset="-122"/>
                          <a:ea typeface="楷体" panose="02010609060101010101" pitchFamily="49" charset="-122"/>
                        </a:rPr>
                        <a:t>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en-US" altLang="zh-CN" sz="1600" kern="100" dirty="0">
                          <a:effectLst/>
                          <a:latin typeface="楷体" panose="02010609060101010101" pitchFamily="49" charset="-122"/>
                          <a:ea typeface="楷体" panose="02010609060101010101" pitchFamily="49" charset="-122"/>
                        </a:rPr>
                        <a:t>1050</a:t>
                      </a:r>
                      <a:r>
                        <a:rPr lang="en-US" sz="1600" kern="100" dirty="0">
                          <a:effectLst/>
                          <a:latin typeface="楷体" panose="02010609060101010101" pitchFamily="49" charset="-122"/>
                          <a:ea typeface="楷体" panose="02010609060101010101" pitchFamily="49" charset="-122"/>
                        </a:rPr>
                        <a:t>0.00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zh-CN" altLang="en-US" sz="1600" dirty="0">
                          <a:effectLst/>
                          <a:latin typeface="楷体" panose="02010609060101010101" pitchFamily="49" charset="-122"/>
                          <a:ea typeface="楷体" panose="02010609060101010101" pitchFamily="49" charset="-122"/>
                        </a:rPr>
                        <a:t>无</a:t>
                      </a:r>
                      <a:endParaRPr lang="zh-CN" sz="1600" dirty="0">
                        <a:effectLst/>
                        <a:latin typeface="楷体" panose="02010609060101010101" pitchFamily="49" charset="-122"/>
                        <a:ea typeface="楷体" panose="02010609060101010101" pitchFamily="49" charset="-122"/>
                      </a:endParaRPr>
                    </a:p>
                  </a:txBody>
                  <a:tcPr marL="60811" marR="60811" marT="0" marB="0" anchor="ctr"/>
                </a:tc>
                <a:extLst>
                  <a:ext uri="{0D108BD9-81ED-4DB2-BD59-A6C34878D82A}">
                    <a16:rowId xmlns:a16="http://schemas.microsoft.com/office/drawing/2014/main" val="1092520513"/>
                  </a:ext>
                </a:extLst>
              </a:tr>
              <a:tr h="866327">
                <a:tc>
                  <a:txBody>
                    <a:bodyPr/>
                    <a:lstStyle/>
                    <a:p>
                      <a:pPr algn="ctr">
                        <a:spcBef>
                          <a:spcPts val="600"/>
                        </a:spcBef>
                        <a:buNone/>
                      </a:pPr>
                      <a:r>
                        <a:rPr lang="en-US" sz="1600" kern="100" dirty="0">
                          <a:effectLst/>
                          <a:latin typeface="楷体" panose="02010609060101010101" pitchFamily="49" charset="-122"/>
                          <a:ea typeface="楷体" panose="02010609060101010101" pitchFamily="49" charset="-122"/>
                        </a:rPr>
                        <a:t>3. </a:t>
                      </a:r>
                      <a:r>
                        <a:rPr lang="zh-CN" sz="1600" kern="100" dirty="0">
                          <a:effectLst/>
                          <a:latin typeface="楷体" panose="02010609060101010101" pitchFamily="49" charset="-122"/>
                          <a:ea typeface="楷体" panose="02010609060101010101" pitchFamily="49" charset="-122"/>
                        </a:rPr>
                        <a:t>实验装置试制费</a:t>
                      </a:r>
                      <a:r>
                        <a:rPr lang="en-US" sz="1600" kern="100" dirty="0">
                          <a:effectLst/>
                          <a:latin typeface="楷体" panose="02010609060101010101" pitchFamily="49" charset="-122"/>
                          <a:ea typeface="楷体" panose="02010609060101010101" pitchFamily="49" charset="-122"/>
                        </a:rPr>
                        <a:t>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en-US" altLang="zh-CN" sz="1600" kern="100" dirty="0">
                          <a:effectLst/>
                          <a:latin typeface="楷体" panose="02010609060101010101" pitchFamily="49" charset="-122"/>
                          <a:ea typeface="楷体" panose="02010609060101010101" pitchFamily="49" charset="-122"/>
                        </a:rPr>
                        <a:t>200</a:t>
                      </a:r>
                      <a:r>
                        <a:rPr lang="en-US" sz="1600" kern="100" dirty="0">
                          <a:effectLst/>
                          <a:latin typeface="楷体" panose="02010609060101010101" pitchFamily="49" charset="-122"/>
                          <a:ea typeface="楷体" panose="02010609060101010101" pitchFamily="49" charset="-122"/>
                        </a:rPr>
                        <a:t>0.00 </a:t>
                      </a:r>
                      <a:endParaRPr lang="zh-CN" sz="1600" dirty="0">
                        <a:effectLst/>
                        <a:latin typeface="楷体" panose="02010609060101010101" pitchFamily="49" charset="-122"/>
                        <a:ea typeface="楷体" panose="02010609060101010101" pitchFamily="49" charset="-122"/>
                      </a:endParaRPr>
                    </a:p>
                  </a:txBody>
                  <a:tcPr marL="60811" marR="60811" marT="0" marB="0" anchor="ctr"/>
                </a:tc>
                <a:tc>
                  <a:txBody>
                    <a:bodyPr/>
                    <a:lstStyle/>
                    <a:p>
                      <a:pPr algn="ctr">
                        <a:spcBef>
                          <a:spcPts val="600"/>
                        </a:spcBef>
                        <a:buNone/>
                      </a:pPr>
                      <a:r>
                        <a:rPr lang="zh-CN" altLang="en-US" sz="1600" dirty="0">
                          <a:effectLst/>
                          <a:latin typeface="楷体" panose="02010609060101010101" pitchFamily="49" charset="-122"/>
                          <a:ea typeface="楷体" panose="02010609060101010101" pitchFamily="49" charset="-122"/>
                        </a:rPr>
                        <a:t>无</a:t>
                      </a:r>
                      <a:endParaRPr lang="zh-CN" altLang="zh-CN" sz="1600" dirty="0">
                        <a:effectLst/>
                        <a:latin typeface="楷体" panose="02010609060101010101" pitchFamily="49" charset="-122"/>
                        <a:ea typeface="楷体" panose="02010609060101010101" pitchFamily="49" charset="-122"/>
                      </a:endParaRPr>
                    </a:p>
                  </a:txBody>
                  <a:tcPr marL="60811" marR="60811" marT="0" marB="0" anchor="ctr"/>
                </a:tc>
                <a:extLst>
                  <a:ext uri="{0D108BD9-81ED-4DB2-BD59-A6C34878D82A}">
                    <a16:rowId xmlns:a16="http://schemas.microsoft.com/office/drawing/2014/main" val="1127905258"/>
                  </a:ext>
                </a:extLst>
              </a:tr>
              <a:tr h="389718">
                <a:tc gridSpan="2">
                  <a:txBody>
                    <a:bodyPr/>
                    <a:lstStyle/>
                    <a:p>
                      <a:pPr indent="1752600" algn="l">
                        <a:spcBef>
                          <a:spcPts val="600"/>
                        </a:spcBef>
                        <a:buNone/>
                      </a:pPr>
                      <a:r>
                        <a:rPr lang="en-US" altLang="zh-CN" sz="1600" kern="100" dirty="0">
                          <a:effectLst/>
                          <a:latin typeface="楷体" panose="02010609060101010101" pitchFamily="49" charset="-122"/>
                          <a:ea typeface="楷体" panose="02010609060101010101" pitchFamily="49" charset="-122"/>
                        </a:rPr>
                        <a:t>              </a:t>
                      </a:r>
                      <a:r>
                        <a:rPr lang="zh-CN" sz="1600" kern="100" dirty="0">
                          <a:effectLst/>
                          <a:latin typeface="楷体" panose="02010609060101010101" pitchFamily="49" charset="-122"/>
                          <a:ea typeface="楷体" panose="02010609060101010101" pitchFamily="49" charset="-122"/>
                        </a:rPr>
                        <a:t>总计 </a:t>
                      </a:r>
                      <a:endParaRPr lang="zh-CN" sz="1600" dirty="0">
                        <a:effectLst/>
                        <a:latin typeface="楷体" panose="02010609060101010101" pitchFamily="49" charset="-122"/>
                        <a:ea typeface="楷体" panose="02010609060101010101" pitchFamily="49" charset="-122"/>
                      </a:endParaRPr>
                    </a:p>
                  </a:txBody>
                  <a:tcPr marL="60811" marR="60811" marT="0" marB="0" anchor="ctr"/>
                </a:tc>
                <a:tc hMerge="1">
                  <a:txBody>
                    <a:bodyPr/>
                    <a:lstStyle/>
                    <a:p>
                      <a:endParaRPr lang="zh-CN" altLang="en-US"/>
                    </a:p>
                  </a:txBody>
                  <a:tcPr/>
                </a:tc>
                <a:tc>
                  <a:txBody>
                    <a:bodyPr/>
                    <a:lstStyle/>
                    <a:p>
                      <a:pPr algn="ctr">
                        <a:spcBef>
                          <a:spcPts val="600"/>
                        </a:spcBef>
                        <a:buNone/>
                      </a:pPr>
                      <a:r>
                        <a:rPr lang="en-US" sz="1600" kern="100" dirty="0">
                          <a:effectLst/>
                          <a:latin typeface="楷体" panose="02010609060101010101" pitchFamily="49" charset="-122"/>
                          <a:ea typeface="楷体" panose="02010609060101010101" pitchFamily="49" charset="-122"/>
                        </a:rPr>
                        <a:t>20000.00</a:t>
                      </a:r>
                      <a:r>
                        <a:rPr lang="zh-CN" sz="1600" kern="100" dirty="0">
                          <a:effectLst/>
                          <a:latin typeface="楷体" panose="02010609060101010101" pitchFamily="49" charset="-122"/>
                          <a:ea typeface="楷体" panose="02010609060101010101" pitchFamily="49" charset="-122"/>
                        </a:rPr>
                        <a:t>元 </a:t>
                      </a:r>
                      <a:endParaRPr lang="zh-CN" sz="1600" dirty="0">
                        <a:effectLst/>
                        <a:latin typeface="楷体" panose="02010609060101010101" pitchFamily="49" charset="-122"/>
                        <a:ea typeface="楷体" panose="02010609060101010101" pitchFamily="49" charset="-122"/>
                      </a:endParaRPr>
                    </a:p>
                  </a:txBody>
                  <a:tcPr marL="60811" marR="60811" marT="0" marB="0" anchor="ctr"/>
                </a:tc>
                <a:extLst>
                  <a:ext uri="{0D108BD9-81ED-4DB2-BD59-A6C34878D82A}">
                    <a16:rowId xmlns:a16="http://schemas.microsoft.com/office/drawing/2014/main" val="1402552212"/>
                  </a:ext>
                </a:extLst>
              </a:tr>
            </a:tbl>
          </a:graphicData>
        </a:graphic>
      </p:graphicFrame>
    </p:spTree>
    <p:extLst>
      <p:ext uri="{BB962C8B-B14F-4D97-AF65-F5344CB8AC3E}">
        <p14:creationId xmlns:p14="http://schemas.microsoft.com/office/powerpoint/2010/main" val="2754690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A40B7-4F38-FE26-1AB8-11A8C0284D1E}"/>
            </a:ext>
          </a:extLst>
        </p:cNvPr>
        <p:cNvGrpSpPr/>
        <p:nvPr/>
      </p:nvGrpSpPr>
      <p:grpSpPr>
        <a:xfrm>
          <a:off x="0" y="0"/>
          <a:ext cx="0" cy="0"/>
          <a:chOff x="0" y="0"/>
          <a:chExt cx="0" cy="0"/>
        </a:xfrm>
      </p:grpSpPr>
      <p:sp>
        <p:nvSpPr>
          <p:cNvPr id="3" name="校徽打底">
            <a:extLst>
              <a:ext uri="{FF2B5EF4-FFF2-40B4-BE49-F238E27FC236}">
                <a16:creationId xmlns:a16="http://schemas.microsoft.com/office/drawing/2014/main" id="{852F5DD8-43B8-6388-6A37-A9AEF7D6F465}"/>
              </a:ext>
            </a:extLst>
          </p:cNvPr>
          <p:cNvSpPr/>
          <p:nvPr/>
        </p:nvSpPr>
        <p:spPr>
          <a:xfrm>
            <a:off x="0" y="-126023"/>
            <a:ext cx="7002008" cy="7002008"/>
          </a:xfrm>
          <a:prstGeom prst="rect">
            <a:avLst/>
          </a:prstGeom>
          <a:blipFill dpi="0" rotWithShape="1">
            <a:blip r:embed="rId3">
              <a:alphaModFix amt="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图书馆照片">
            <a:extLst>
              <a:ext uri="{FF2B5EF4-FFF2-40B4-BE49-F238E27FC236}">
                <a16:creationId xmlns:a16="http://schemas.microsoft.com/office/drawing/2014/main" id="{89B45196-076F-7E3B-91AD-55C4B8007E17}"/>
              </a:ext>
            </a:extLst>
          </p:cNvPr>
          <p:cNvSpPr/>
          <p:nvPr/>
        </p:nvSpPr>
        <p:spPr>
          <a:xfrm>
            <a:off x="0" y="1618643"/>
            <a:ext cx="12192000" cy="3174813"/>
          </a:xfrm>
          <a:prstGeom prst="rect">
            <a:avLst/>
          </a:prstGeom>
          <a:solidFill>
            <a:schemeClr val="accent1"/>
          </a:solidFill>
          <a:ln>
            <a:noFill/>
          </a:ln>
          <a:effectLst>
            <a:outerShdw blurRad="88900" dist="38100" dir="5400000" sx="101000" sy="101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4" name="LOGO组合">
            <a:extLst>
              <a:ext uri="{FF2B5EF4-FFF2-40B4-BE49-F238E27FC236}">
                <a16:creationId xmlns:a16="http://schemas.microsoft.com/office/drawing/2014/main" id="{E16B4A8C-06C5-8E1E-FE8D-BF774E522E32}"/>
              </a:ext>
            </a:extLst>
          </p:cNvPr>
          <p:cNvGrpSpPr/>
          <p:nvPr/>
        </p:nvGrpSpPr>
        <p:grpSpPr>
          <a:xfrm>
            <a:off x="9031134" y="207790"/>
            <a:ext cx="2719167" cy="586775"/>
            <a:chOff x="685800" y="630052"/>
            <a:chExt cx="2719167" cy="586775"/>
          </a:xfrm>
        </p:grpSpPr>
        <p:pic>
          <p:nvPicPr>
            <p:cNvPr id="26" name="校名">
              <a:extLst>
                <a:ext uri="{FF2B5EF4-FFF2-40B4-BE49-F238E27FC236}">
                  <a16:creationId xmlns:a16="http://schemas.microsoft.com/office/drawing/2014/main" id="{9A05C178-5DC5-70CA-4A1C-696C9654D928}"/>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Layer>
                  </a14:imgProps>
                </a:ext>
              </a:extLst>
            </a:blip>
            <a:stretch>
              <a:fillRect/>
            </a:stretch>
          </p:blipFill>
          <p:spPr>
            <a:xfrm>
              <a:off x="1441885" y="679578"/>
              <a:ext cx="1963082" cy="487722"/>
            </a:xfrm>
            <a:prstGeom prst="rect">
              <a:avLst/>
            </a:prstGeom>
          </p:spPr>
        </p:pic>
        <p:pic>
          <p:nvPicPr>
            <p:cNvPr id="27" name="校徽">
              <a:extLst>
                <a:ext uri="{FF2B5EF4-FFF2-40B4-BE49-F238E27FC236}">
                  <a16:creationId xmlns:a16="http://schemas.microsoft.com/office/drawing/2014/main" id="{F1D8F16F-9547-C6EA-1377-C909D9894563}"/>
                </a:ext>
              </a:extLst>
            </p:cNvPr>
            <p:cNvPicPr>
              <a:picLocks noChangeAspect="1"/>
            </p:cNvPicPr>
            <p:nvPr/>
          </p:nvPicPr>
          <p:blipFill>
            <a:blip r:embed="rId6" cstate="screen">
              <a:duotone>
                <a:schemeClr val="accent1">
                  <a:shade val="45000"/>
                  <a:satMod val="135000"/>
                </a:schemeClr>
                <a:prstClr val="white"/>
              </a:duotone>
              <a:extLst>
                <a:ext uri="{BEBA8EAE-BF5A-486C-A8C5-ECC9F3942E4B}">
                  <a14:imgProps xmlns:a14="http://schemas.microsoft.com/office/drawing/2010/main">
                    <a14:imgLayer r:embed="rId7">
                      <a14:imgEffect>
                        <a14:saturation sat="400000"/>
                      </a14:imgEffect>
                    </a14:imgLayer>
                  </a14:imgProps>
                </a:ext>
                <a:ext uri="{28A0092B-C50C-407E-A947-70E740481C1C}">
                  <a14:useLocalDpi xmlns:a14="http://schemas.microsoft.com/office/drawing/2010/main"/>
                </a:ext>
              </a:extLst>
            </a:blip>
            <a:stretch>
              <a:fillRect/>
            </a:stretch>
          </p:blipFill>
          <p:spPr>
            <a:xfrm>
              <a:off x="685800" y="630052"/>
              <a:ext cx="586775" cy="586775"/>
            </a:xfrm>
            <a:prstGeom prst="rect">
              <a:avLst/>
            </a:prstGeom>
          </p:spPr>
        </p:pic>
      </p:grpSp>
      <p:sp>
        <p:nvSpPr>
          <p:cNvPr id="5" name="合作QQ： 243001978">
            <a:extLst>
              <a:ext uri="{FF2B5EF4-FFF2-40B4-BE49-F238E27FC236}">
                <a16:creationId xmlns:a16="http://schemas.microsoft.com/office/drawing/2014/main" id="{40800414-401A-0C8F-5DEE-035AD8C317BA}"/>
              </a:ext>
            </a:extLst>
          </p:cNvPr>
          <p:cNvSpPr/>
          <p:nvPr/>
        </p:nvSpPr>
        <p:spPr>
          <a:xfrm>
            <a:off x="9737482" y="6488668"/>
            <a:ext cx="2454518" cy="369332"/>
          </a:xfrm>
          <a:prstGeom prst="rect">
            <a:avLst/>
          </a:prstGeom>
        </p:spPr>
        <p:txBody>
          <a:bodyPr wrap="none">
            <a:spAutoFit/>
          </a:bodyPr>
          <a:lstStyle/>
          <a:p>
            <a:pPr algn="ct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合作</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QQ</a:t>
            </a:r>
            <a:r>
              <a:rPr lang="zh-CN" altLang="en-US">
                <a:solidFill>
                  <a:srgbClr val="FFFFFF"/>
                </a:solidFill>
                <a:latin typeface="Arial" panose="020B0604020202020204" pitchFamily="34" charset="0"/>
                <a:ea typeface="微软雅黑" panose="020B0503020204020204" pitchFamily="34" charset="-122"/>
                <a:sym typeface="Arial" panose="020B0604020202020204" pitchFamily="34" charset="0"/>
              </a:rPr>
              <a:t>： </a:t>
            </a:r>
            <a:r>
              <a:rPr lang="en-US" altLang="zh-CN">
                <a:solidFill>
                  <a:srgbClr val="FFFFFF"/>
                </a:solidFill>
                <a:latin typeface="Arial" panose="020B0604020202020204" pitchFamily="34" charset="0"/>
                <a:ea typeface="微软雅黑" panose="020B0503020204020204" pitchFamily="34" charset="-122"/>
                <a:sym typeface="Arial" panose="020B0604020202020204" pitchFamily="34" charset="0"/>
              </a:rPr>
              <a:t>243001978</a:t>
            </a:r>
            <a:endParaRPr lang="zh-CN" altLang="en-US">
              <a:solidFill>
                <a:srgbClr val="FFFFFF"/>
              </a:solidFill>
            </a:endParaRPr>
          </a:p>
        </p:txBody>
      </p:sp>
      <p:sp>
        <p:nvSpPr>
          <p:cNvPr id="6" name="主标题">
            <a:extLst>
              <a:ext uri="{FF2B5EF4-FFF2-40B4-BE49-F238E27FC236}">
                <a16:creationId xmlns:a16="http://schemas.microsoft.com/office/drawing/2014/main" id="{34C343DF-3251-F959-FBC0-D1468A07C08C}"/>
              </a:ext>
            </a:extLst>
          </p:cNvPr>
          <p:cNvSpPr txBox="1"/>
          <p:nvPr/>
        </p:nvSpPr>
        <p:spPr>
          <a:xfrm>
            <a:off x="2959347" y="2470398"/>
            <a:ext cx="6273305" cy="923330"/>
          </a:xfrm>
          <a:prstGeom prst="rect">
            <a:avLst/>
          </a:prstGeom>
          <a:noFill/>
        </p:spPr>
        <p:txBody>
          <a:bodyPr wrap="square" rtlCol="0">
            <a:spAutoFit/>
          </a:bodyPr>
          <a:lstStyle/>
          <a:p>
            <a:pPr algn="ctr" defTabSz="457200"/>
            <a:r>
              <a:rPr lang="zh-CN" altLang="en-US" sz="5400" b="1" dirty="0">
                <a:solidFill>
                  <a:schemeClr val="bg1"/>
                </a:solidFill>
                <a:latin typeface="Arial" panose="020B0604020202020204" pitchFamily="34" charset="0"/>
                <a:ea typeface="微软雅黑" panose="020B0503020204020204" pitchFamily="34" charset="-122"/>
                <a:sym typeface="Arial" panose="020B0604020202020204" pitchFamily="34" charset="0"/>
              </a:rPr>
              <a:t>感谢老师批评指正！</a:t>
            </a:r>
            <a:endParaRPr lang="zh-CN" altLang="en-US" sz="4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文本框 1">
            <a:extLst>
              <a:ext uri="{FF2B5EF4-FFF2-40B4-BE49-F238E27FC236}">
                <a16:creationId xmlns:a16="http://schemas.microsoft.com/office/drawing/2014/main" id="{E834EE15-2CF2-2EB9-2111-582875B60753}"/>
              </a:ext>
            </a:extLst>
          </p:cNvPr>
          <p:cNvSpPr txBox="1"/>
          <p:nvPr/>
        </p:nvSpPr>
        <p:spPr>
          <a:xfrm>
            <a:off x="4581524" y="3477123"/>
            <a:ext cx="3028950" cy="482312"/>
          </a:xfrm>
          <a:prstGeom prst="rect">
            <a:avLst/>
          </a:prstGeom>
          <a:noFill/>
        </p:spPr>
        <p:txBody>
          <a:bodyPr wrap="square" rtlCol="0">
            <a:spAutoFit/>
          </a:bodyPr>
          <a:lstStyle/>
          <a:p>
            <a:pPr>
              <a:lnSpc>
                <a:spcPts val="3200"/>
              </a:lnSpc>
            </a:pPr>
            <a:r>
              <a:rPr lang="en-US" altLang="zh-CN" sz="2400" dirty="0">
                <a:solidFill>
                  <a:schemeClr val="bg1"/>
                </a:solidFill>
                <a:latin typeface="Times New Roman" panose="02020603050405020304" pitchFamily="18" charset="0"/>
                <a:cs typeface="Times New Roman" panose="02020603050405020304" pitchFamily="18" charset="0"/>
              </a:rPr>
              <a:t>Thanks</a:t>
            </a:r>
            <a:r>
              <a:rPr lang="zh-CN" altLang="en-US" sz="2400" dirty="0">
                <a:solidFill>
                  <a:schemeClr val="bg1"/>
                </a:solidFill>
                <a:latin typeface="Times New Roman" panose="02020603050405020304" pitchFamily="18" charset="0"/>
                <a:cs typeface="Times New Roman" panose="02020603050405020304" pitchFamily="18" charset="0"/>
              </a:rPr>
              <a:t> </a:t>
            </a:r>
            <a:r>
              <a:rPr lang="en-US" altLang="zh-CN" sz="2400" dirty="0">
                <a:solidFill>
                  <a:schemeClr val="bg1"/>
                </a:solidFill>
                <a:latin typeface="Times New Roman" panose="02020603050405020304" pitchFamily="18" charset="0"/>
                <a:cs typeface="Times New Roman" panose="02020603050405020304" pitchFamily="18" charset="0"/>
              </a:rPr>
              <a:t>For Listening</a:t>
            </a:r>
            <a:r>
              <a:rPr lang="zh-CN" altLang="en-US" sz="2400" dirty="0">
                <a:solidFill>
                  <a:schemeClr val="bg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6453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42" presetClass="entr" presetSubtype="0" fill="hold" nodeType="withEffect">
                                  <p:stCondLst>
                                    <p:cond delay="8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50"/>
                                        <p:tgtEl>
                                          <p:spTgt spid="4"/>
                                        </p:tgtEl>
                                      </p:cBhvr>
                                    </p:animEffect>
                                    <p:anim calcmode="lin" valueType="num">
                                      <p:cBhvr>
                                        <p:cTn id="11" dur="750" fill="hold"/>
                                        <p:tgtEl>
                                          <p:spTgt spid="4"/>
                                        </p:tgtEl>
                                        <p:attrNameLst>
                                          <p:attrName>ppt_x</p:attrName>
                                        </p:attrNameLst>
                                      </p:cBhvr>
                                      <p:tavLst>
                                        <p:tav tm="0">
                                          <p:val>
                                            <p:strVal val="#ppt_x"/>
                                          </p:val>
                                        </p:tav>
                                        <p:tav tm="100000">
                                          <p:val>
                                            <p:strVal val="#ppt_x"/>
                                          </p:val>
                                        </p:tav>
                                      </p:tavLst>
                                    </p:anim>
                                    <p:anim calcmode="lin" valueType="num">
                                      <p:cBhvr>
                                        <p:cTn id="12" dur="750" fill="hold"/>
                                        <p:tgtEl>
                                          <p:spTgt spid="4"/>
                                        </p:tgtEl>
                                        <p:attrNameLst>
                                          <p:attrName>ppt_y</p:attrName>
                                        </p:attrNameLst>
                                      </p:cBhvr>
                                      <p:tavLst>
                                        <p:tav tm="0">
                                          <p:val>
                                            <p:strVal val="#ppt_y+.1"/>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p:bldP spid="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3960</TotalTime>
  <Words>1760</Words>
  <Application>Microsoft Office PowerPoint</Application>
  <PresentationFormat>宽屏</PresentationFormat>
  <Paragraphs>252</Paragraphs>
  <Slides>14</Slides>
  <Notes>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等线</vt:lpstr>
      <vt:lpstr>等线 Light</vt:lpstr>
      <vt:lpstr>黑体</vt:lpstr>
      <vt:lpstr>华文仿宋</vt:lpstr>
      <vt:lpstr>经典繁毛楷</vt:lpstr>
      <vt:lpstr>楷体</vt:lpstr>
      <vt:lpstr>楷体_GB2312</vt:lpstr>
      <vt:lpstr>宋体</vt:lpstr>
      <vt:lpstr>Arial</vt:lpstr>
      <vt:lpstr>Calibri</vt:lpstr>
      <vt:lpstr>Times New Roman</vt:lpstr>
      <vt:lpstr>Wingdings 2</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XiAn yxy</dc:creator>
  <cp:lastModifiedBy>XiAn yxy</cp:lastModifiedBy>
  <cp:revision>46</cp:revision>
  <dcterms:created xsi:type="dcterms:W3CDTF">2025-05-19T11:19:01Z</dcterms:created>
  <dcterms:modified xsi:type="dcterms:W3CDTF">2025-05-29T15:19:04Z</dcterms:modified>
</cp:coreProperties>
</file>